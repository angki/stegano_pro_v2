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theme/theme3.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 id="2147483684" r:id="rId3"/>
    <p:sldMasterId id="2147483770" r:id="rId4"/>
  </p:sldMasterIdLst>
  <p:notesMasterIdLst>
    <p:notesMasterId r:id="rId15"/>
  </p:notesMasterIdLst>
  <p:sldIdLst>
    <p:sldId id="324" r:id="rId5"/>
    <p:sldId id="301" r:id="rId6"/>
    <p:sldId id="332" r:id="rId7"/>
    <p:sldId id="325" r:id="rId8"/>
    <p:sldId id="333" r:id="rId9"/>
    <p:sldId id="327" r:id="rId10"/>
    <p:sldId id="329" r:id="rId11"/>
    <p:sldId id="334" r:id="rId12"/>
    <p:sldId id="330" r:id="rId13"/>
    <p:sldId id="260" r:id="rId14"/>
  </p:sldIdLst>
  <p:sldSz cx="12192000" cy="6858000"/>
  <p:notesSz cx="6858000" cy="9144000"/>
  <p:defaultTextStyle>
    <a:defPPr>
      <a:defRPr lang="en-US"/>
    </a:defPPr>
    <a:lvl1pPr marL="0" algn="l" defTabSz="914286" rtl="0" eaLnBrk="1" latinLnBrk="0" hangingPunct="1">
      <a:defRPr sz="1800" kern="1200">
        <a:solidFill>
          <a:schemeClr val="tx1"/>
        </a:solidFill>
        <a:latin typeface="+mn-lt"/>
        <a:ea typeface="+mn-ea"/>
        <a:cs typeface="+mn-cs"/>
      </a:defRPr>
    </a:lvl1pPr>
    <a:lvl2pPr marL="457144" algn="l" defTabSz="914286" rtl="0" eaLnBrk="1" latinLnBrk="0" hangingPunct="1">
      <a:defRPr sz="1800" kern="1200">
        <a:solidFill>
          <a:schemeClr val="tx1"/>
        </a:solidFill>
        <a:latin typeface="+mn-lt"/>
        <a:ea typeface="+mn-ea"/>
        <a:cs typeface="+mn-cs"/>
      </a:defRPr>
    </a:lvl2pPr>
    <a:lvl3pPr marL="914286" algn="l" defTabSz="914286" rtl="0" eaLnBrk="1" latinLnBrk="0" hangingPunct="1">
      <a:defRPr sz="1800" kern="1200">
        <a:solidFill>
          <a:schemeClr val="tx1"/>
        </a:solidFill>
        <a:latin typeface="+mn-lt"/>
        <a:ea typeface="+mn-ea"/>
        <a:cs typeface="+mn-cs"/>
      </a:defRPr>
    </a:lvl3pPr>
    <a:lvl4pPr marL="1371429" algn="l" defTabSz="914286" rtl="0" eaLnBrk="1" latinLnBrk="0" hangingPunct="1">
      <a:defRPr sz="1800" kern="1200">
        <a:solidFill>
          <a:schemeClr val="tx1"/>
        </a:solidFill>
        <a:latin typeface="+mn-lt"/>
        <a:ea typeface="+mn-ea"/>
        <a:cs typeface="+mn-cs"/>
      </a:defRPr>
    </a:lvl4pPr>
    <a:lvl5pPr marL="1828571" algn="l" defTabSz="914286" rtl="0" eaLnBrk="1" latinLnBrk="0" hangingPunct="1">
      <a:defRPr sz="1800" kern="1200">
        <a:solidFill>
          <a:schemeClr val="tx1"/>
        </a:solidFill>
        <a:latin typeface="+mn-lt"/>
        <a:ea typeface="+mn-ea"/>
        <a:cs typeface="+mn-cs"/>
      </a:defRPr>
    </a:lvl5pPr>
    <a:lvl6pPr marL="2285715" algn="l" defTabSz="914286" rtl="0" eaLnBrk="1" latinLnBrk="0" hangingPunct="1">
      <a:defRPr sz="1800" kern="1200">
        <a:solidFill>
          <a:schemeClr val="tx1"/>
        </a:solidFill>
        <a:latin typeface="+mn-lt"/>
        <a:ea typeface="+mn-ea"/>
        <a:cs typeface="+mn-cs"/>
      </a:defRPr>
    </a:lvl6pPr>
    <a:lvl7pPr marL="2742857" algn="l" defTabSz="914286" rtl="0" eaLnBrk="1" latinLnBrk="0" hangingPunct="1">
      <a:defRPr sz="1800" kern="1200">
        <a:solidFill>
          <a:schemeClr val="tx1"/>
        </a:solidFill>
        <a:latin typeface="+mn-lt"/>
        <a:ea typeface="+mn-ea"/>
        <a:cs typeface="+mn-cs"/>
      </a:defRPr>
    </a:lvl7pPr>
    <a:lvl8pPr marL="3200000" algn="l" defTabSz="914286" rtl="0" eaLnBrk="1" latinLnBrk="0" hangingPunct="1">
      <a:defRPr sz="1800" kern="1200">
        <a:solidFill>
          <a:schemeClr val="tx1"/>
        </a:solidFill>
        <a:latin typeface="+mn-lt"/>
        <a:ea typeface="+mn-ea"/>
        <a:cs typeface="+mn-cs"/>
      </a:defRPr>
    </a:lvl8pPr>
    <a:lvl9pPr marL="3657144" algn="l" defTabSz="914286"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52"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06060"/>
    <a:srgbClr val="7D7D7D"/>
    <a:srgbClr val="E7E5E6"/>
    <a:srgbClr val="BABFC2"/>
    <a:srgbClr val="A5AAAE"/>
    <a:srgbClr val="F27900"/>
    <a:srgbClr val="FF7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74" autoAdjust="0"/>
    <p:restoredTop sz="94660"/>
  </p:normalViewPr>
  <p:slideViewPr>
    <p:cSldViewPr snapToGrid="0">
      <p:cViewPr varScale="1">
        <p:scale>
          <a:sx n="90" d="100"/>
          <a:sy n="90" d="100"/>
        </p:scale>
        <p:origin x="270" y="78"/>
      </p:cViewPr>
      <p:guideLst>
        <p:guide orient="horz" pos="2352"/>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83DE2C-ADE5-4D18-9019-2F74A739B37C}" type="datetimeFigureOut">
              <a:rPr lang="id-ID" smtClean="0"/>
              <a:t>21/03/2022</a:t>
            </a:fld>
            <a:endParaRPr lang="id-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76F4FA-E26F-4B6B-9E6A-895433D06D02}" type="slidenum">
              <a:rPr lang="id-ID" smtClean="0"/>
              <a:t>‹#›</a:t>
            </a:fld>
            <a:endParaRPr lang="id-ID"/>
          </a:p>
        </p:txBody>
      </p:sp>
    </p:spTree>
    <p:extLst>
      <p:ext uri="{BB962C8B-B14F-4D97-AF65-F5344CB8AC3E}">
        <p14:creationId xmlns:p14="http://schemas.microsoft.com/office/powerpoint/2010/main" val="28922784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2876F4FA-E26F-4B6B-9E6A-895433D06D02}" type="slidenum">
              <a:rPr lang="id-ID" smtClean="0"/>
              <a:t>1</a:t>
            </a:fld>
            <a:endParaRPr lang="id-ID"/>
          </a:p>
        </p:txBody>
      </p:sp>
    </p:spTree>
    <p:extLst>
      <p:ext uri="{BB962C8B-B14F-4D97-AF65-F5344CB8AC3E}">
        <p14:creationId xmlns:p14="http://schemas.microsoft.com/office/powerpoint/2010/main" val="40712640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Style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56540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Style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5824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Style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342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7_Style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51885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Style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2899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Style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2055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Style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0636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nd slide layout">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E1F4041B-47EF-4111-8834-E95C31D4AA28}"/>
              </a:ext>
            </a:extLst>
          </p:cNvPr>
          <p:cNvSpPr/>
          <p:nvPr userDrawn="1"/>
        </p:nvSpPr>
        <p:spPr>
          <a:xfrm>
            <a:off x="0" y="0"/>
            <a:ext cx="12192001" cy="6858000"/>
          </a:xfrm>
          <a:custGeom>
            <a:avLst/>
            <a:gdLst>
              <a:gd name="connsiteX0" fmla="*/ 12240039 w 12240039"/>
              <a:gd name="connsiteY0" fmla="*/ 5335596 h 6858000"/>
              <a:gd name="connsiteX1" fmla="*/ 12240039 w 12240039"/>
              <a:gd name="connsiteY1" fmla="*/ 6858000 h 6858000"/>
              <a:gd name="connsiteX2" fmla="*/ 11571468 w 12240039"/>
              <a:gd name="connsiteY2" fmla="*/ 6858000 h 6858000"/>
              <a:gd name="connsiteX3" fmla="*/ 11571468 w 12240039"/>
              <a:gd name="connsiteY3" fmla="*/ 1 h 6858000"/>
              <a:gd name="connsiteX4" fmla="*/ 12240039 w 12240039"/>
              <a:gd name="connsiteY4" fmla="*/ 1 h 6858000"/>
              <a:gd name="connsiteX5" fmla="*/ 12240039 w 12240039"/>
              <a:gd name="connsiteY5" fmla="*/ 1522405 h 6858000"/>
              <a:gd name="connsiteX6" fmla="*/ 9257174 w 12240039"/>
              <a:gd name="connsiteY6" fmla="*/ 1 h 6858000"/>
              <a:gd name="connsiteX7" fmla="*/ 10763036 w 12240039"/>
              <a:gd name="connsiteY7" fmla="*/ 1 h 6858000"/>
              <a:gd name="connsiteX8" fmla="*/ 12240039 w 12240039"/>
              <a:gd name="connsiteY8" fmla="*/ 3363290 h 6858000"/>
              <a:gd name="connsiteX9" fmla="*/ 12240039 w 12240039"/>
              <a:gd name="connsiteY9" fmla="*/ 3494711 h 6858000"/>
              <a:gd name="connsiteX10" fmla="*/ 10763036 w 12240039"/>
              <a:gd name="connsiteY10" fmla="*/ 6858000 h 6858000"/>
              <a:gd name="connsiteX11" fmla="*/ 9257174 w 12240039"/>
              <a:gd name="connsiteY11" fmla="*/ 6858000 h 6858000"/>
              <a:gd name="connsiteX12" fmla="*/ 10763036 w 12240039"/>
              <a:gd name="connsiteY12" fmla="*/ 3429000 h 6858000"/>
              <a:gd name="connsiteX13" fmla="*/ 6942881 w 12240039"/>
              <a:gd name="connsiteY13" fmla="*/ 0 h 6858000"/>
              <a:gd name="connsiteX14" fmla="*/ 8448742 w 12240039"/>
              <a:gd name="connsiteY14" fmla="*/ 0 h 6858000"/>
              <a:gd name="connsiteX15" fmla="*/ 9954603 w 12240039"/>
              <a:gd name="connsiteY15" fmla="*/ 3429000 h 6858000"/>
              <a:gd name="connsiteX16" fmla="*/ 8448742 w 12240039"/>
              <a:gd name="connsiteY16" fmla="*/ 6858000 h 6858000"/>
              <a:gd name="connsiteX17" fmla="*/ 6942881 w 12240039"/>
              <a:gd name="connsiteY17" fmla="*/ 6858000 h 6858000"/>
              <a:gd name="connsiteX18" fmla="*/ 8448742 w 12240039"/>
              <a:gd name="connsiteY18" fmla="*/ 3429000 h 6858000"/>
              <a:gd name="connsiteX19" fmla="*/ 4628587 w 12240039"/>
              <a:gd name="connsiteY19" fmla="*/ 0 h 6858000"/>
              <a:gd name="connsiteX20" fmla="*/ 6134449 w 12240039"/>
              <a:gd name="connsiteY20" fmla="*/ 0 h 6858000"/>
              <a:gd name="connsiteX21" fmla="*/ 7640310 w 12240039"/>
              <a:gd name="connsiteY21" fmla="*/ 3429000 h 6858000"/>
              <a:gd name="connsiteX22" fmla="*/ 6134449 w 12240039"/>
              <a:gd name="connsiteY22" fmla="*/ 6858000 h 6858000"/>
              <a:gd name="connsiteX23" fmla="*/ 4628587 w 12240039"/>
              <a:gd name="connsiteY23" fmla="*/ 6858000 h 6858000"/>
              <a:gd name="connsiteX24" fmla="*/ 6134449 w 12240039"/>
              <a:gd name="connsiteY24" fmla="*/ 3429000 h 6858000"/>
              <a:gd name="connsiteX25" fmla="*/ 2314294 w 12240039"/>
              <a:gd name="connsiteY25" fmla="*/ 0 h 6858000"/>
              <a:gd name="connsiteX26" fmla="*/ 3820156 w 12240039"/>
              <a:gd name="connsiteY26" fmla="*/ 0 h 6858000"/>
              <a:gd name="connsiteX27" fmla="*/ 5326016 w 12240039"/>
              <a:gd name="connsiteY27" fmla="*/ 3429000 h 6858000"/>
              <a:gd name="connsiteX28" fmla="*/ 3820156 w 12240039"/>
              <a:gd name="connsiteY28" fmla="*/ 6858000 h 6858000"/>
              <a:gd name="connsiteX29" fmla="*/ 2314294 w 12240039"/>
              <a:gd name="connsiteY29" fmla="*/ 6858000 h 6858000"/>
              <a:gd name="connsiteX30" fmla="*/ 3820156 w 12240039"/>
              <a:gd name="connsiteY30" fmla="*/ 3429000 h 6858000"/>
              <a:gd name="connsiteX31" fmla="*/ 0 w 12240039"/>
              <a:gd name="connsiteY31" fmla="*/ 0 h 6858000"/>
              <a:gd name="connsiteX32" fmla="*/ 1505862 w 12240039"/>
              <a:gd name="connsiteY32" fmla="*/ 0 h 6858000"/>
              <a:gd name="connsiteX33" fmla="*/ 3011723 w 12240039"/>
              <a:gd name="connsiteY33" fmla="*/ 3429000 h 6858000"/>
              <a:gd name="connsiteX34" fmla="*/ 1505862 w 12240039"/>
              <a:gd name="connsiteY34" fmla="*/ 6858000 h 6858000"/>
              <a:gd name="connsiteX35" fmla="*/ 0 w 12240039"/>
              <a:gd name="connsiteY35" fmla="*/ 6858000 h 6858000"/>
              <a:gd name="connsiteX36" fmla="*/ 1505862 w 12240039"/>
              <a:gd name="connsiteY36" fmla="*/ 3429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240039" h="6858000">
                <a:moveTo>
                  <a:pt x="12240039" y="5335596"/>
                </a:moveTo>
                <a:lnTo>
                  <a:pt x="12240039" y="6858000"/>
                </a:lnTo>
                <a:lnTo>
                  <a:pt x="11571468" y="6858000"/>
                </a:lnTo>
                <a:close/>
                <a:moveTo>
                  <a:pt x="11571468" y="1"/>
                </a:moveTo>
                <a:lnTo>
                  <a:pt x="12240039" y="1"/>
                </a:lnTo>
                <a:lnTo>
                  <a:pt x="12240039" y="1522405"/>
                </a:lnTo>
                <a:close/>
                <a:moveTo>
                  <a:pt x="9257174" y="1"/>
                </a:moveTo>
                <a:lnTo>
                  <a:pt x="10763036" y="1"/>
                </a:lnTo>
                <a:lnTo>
                  <a:pt x="12240039" y="3363290"/>
                </a:lnTo>
                <a:lnTo>
                  <a:pt x="12240039" y="3494711"/>
                </a:lnTo>
                <a:lnTo>
                  <a:pt x="10763036" y="6858000"/>
                </a:lnTo>
                <a:lnTo>
                  <a:pt x="9257174" y="6858000"/>
                </a:lnTo>
                <a:lnTo>
                  <a:pt x="10763036" y="3429000"/>
                </a:lnTo>
                <a:close/>
                <a:moveTo>
                  <a:pt x="6942881" y="0"/>
                </a:moveTo>
                <a:lnTo>
                  <a:pt x="8448742" y="0"/>
                </a:lnTo>
                <a:lnTo>
                  <a:pt x="9954603" y="3429000"/>
                </a:lnTo>
                <a:lnTo>
                  <a:pt x="8448742" y="6858000"/>
                </a:lnTo>
                <a:lnTo>
                  <a:pt x="6942881" y="6858000"/>
                </a:lnTo>
                <a:lnTo>
                  <a:pt x="8448742" y="3429000"/>
                </a:lnTo>
                <a:close/>
                <a:moveTo>
                  <a:pt x="4628587" y="0"/>
                </a:moveTo>
                <a:lnTo>
                  <a:pt x="6134449" y="0"/>
                </a:lnTo>
                <a:lnTo>
                  <a:pt x="7640310" y="3429000"/>
                </a:lnTo>
                <a:lnTo>
                  <a:pt x="6134449" y="6858000"/>
                </a:lnTo>
                <a:lnTo>
                  <a:pt x="4628587" y="6858000"/>
                </a:lnTo>
                <a:lnTo>
                  <a:pt x="6134449" y="3429000"/>
                </a:lnTo>
                <a:close/>
                <a:moveTo>
                  <a:pt x="2314294" y="0"/>
                </a:moveTo>
                <a:lnTo>
                  <a:pt x="3820156" y="0"/>
                </a:lnTo>
                <a:lnTo>
                  <a:pt x="5326016" y="3429000"/>
                </a:lnTo>
                <a:lnTo>
                  <a:pt x="3820156" y="6858000"/>
                </a:lnTo>
                <a:lnTo>
                  <a:pt x="2314294" y="6858000"/>
                </a:lnTo>
                <a:lnTo>
                  <a:pt x="3820156" y="3429000"/>
                </a:lnTo>
                <a:close/>
                <a:moveTo>
                  <a:pt x="0" y="0"/>
                </a:moveTo>
                <a:lnTo>
                  <a:pt x="1505862" y="0"/>
                </a:lnTo>
                <a:lnTo>
                  <a:pt x="3011723" y="3429000"/>
                </a:lnTo>
                <a:lnTo>
                  <a:pt x="1505862" y="6858000"/>
                </a:lnTo>
                <a:lnTo>
                  <a:pt x="0" y="6858000"/>
                </a:lnTo>
                <a:lnTo>
                  <a:pt x="1505862" y="3429000"/>
                </a:lnTo>
                <a:close/>
              </a:path>
            </a:pathLst>
          </a:custGeom>
          <a:solidFill>
            <a:schemeClr val="accent2">
              <a:alpha val="3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395023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ntents slide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972443" y="287255"/>
            <a:ext cx="11219558" cy="724247"/>
          </a:xfrm>
          <a:prstGeom prst="rect">
            <a:avLst/>
          </a:prstGeom>
        </p:spPr>
        <p:txBody>
          <a:bodyPr anchor="ctr"/>
          <a:lstStyle>
            <a:lvl1pPr marL="0" indent="0" algn="l">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
        <p:nvSpPr>
          <p:cNvPr id="9" name="Freeform: Shape 8">
            <a:extLst>
              <a:ext uri="{FF2B5EF4-FFF2-40B4-BE49-F238E27FC236}">
                <a16:creationId xmlns:a16="http://schemas.microsoft.com/office/drawing/2014/main" id="{FA710374-A0D0-4639-B013-35A506CD37E6}"/>
              </a:ext>
            </a:extLst>
          </p:cNvPr>
          <p:cNvSpPr>
            <a:spLocks/>
          </p:cNvSpPr>
          <p:nvPr userDrawn="1"/>
        </p:nvSpPr>
        <p:spPr bwMode="auto">
          <a:xfrm>
            <a:off x="9125380" y="6274754"/>
            <a:ext cx="3066619" cy="488403"/>
          </a:xfrm>
          <a:custGeom>
            <a:avLst/>
            <a:gdLst>
              <a:gd name="connsiteX0" fmla="*/ 5307865 w 12192148"/>
              <a:gd name="connsiteY0" fmla="*/ 0 h 1941773"/>
              <a:gd name="connsiteX1" fmla="*/ 5817217 w 12192148"/>
              <a:gd name="connsiteY1" fmla="*/ 0 h 1941773"/>
              <a:gd name="connsiteX2" fmla="*/ 5817217 w 12192148"/>
              <a:gd name="connsiteY2" fmla="*/ 697113 h 1941773"/>
              <a:gd name="connsiteX3" fmla="*/ 6190042 w 12192148"/>
              <a:gd name="connsiteY3" fmla="*/ 697113 h 1941773"/>
              <a:gd name="connsiteX4" fmla="*/ 6190042 w 12192148"/>
              <a:gd name="connsiteY4" fmla="*/ 1325570 h 1941773"/>
              <a:gd name="connsiteX5" fmla="*/ 6489353 w 12192148"/>
              <a:gd name="connsiteY5" fmla="*/ 1325570 h 1941773"/>
              <a:gd name="connsiteX6" fmla="*/ 6489353 w 12192148"/>
              <a:gd name="connsiteY6" fmla="*/ 1114324 h 1941773"/>
              <a:gd name="connsiteX7" fmla="*/ 6898935 w 12192148"/>
              <a:gd name="connsiteY7" fmla="*/ 1114324 h 1941773"/>
              <a:gd name="connsiteX8" fmla="*/ 6898935 w 12192148"/>
              <a:gd name="connsiteY8" fmla="*/ 348556 h 1941773"/>
              <a:gd name="connsiteX9" fmla="*/ 7219249 w 12192148"/>
              <a:gd name="connsiteY9" fmla="*/ 348556 h 1941773"/>
              <a:gd name="connsiteX10" fmla="*/ 7219249 w 12192148"/>
              <a:gd name="connsiteY10" fmla="*/ 1093199 h 1941773"/>
              <a:gd name="connsiteX11" fmla="*/ 7413539 w 12192148"/>
              <a:gd name="connsiteY11" fmla="*/ 1093199 h 1941773"/>
              <a:gd name="connsiteX12" fmla="*/ 7413539 w 12192148"/>
              <a:gd name="connsiteY12" fmla="*/ 517553 h 1941773"/>
              <a:gd name="connsiteX13" fmla="*/ 7875631 w 12192148"/>
              <a:gd name="connsiteY13" fmla="*/ 517553 h 1941773"/>
              <a:gd name="connsiteX14" fmla="*/ 7875631 w 12192148"/>
              <a:gd name="connsiteY14" fmla="*/ 1103761 h 1941773"/>
              <a:gd name="connsiteX15" fmla="*/ 8342975 w 12192148"/>
              <a:gd name="connsiteY15" fmla="*/ 1103761 h 1941773"/>
              <a:gd name="connsiteX16" fmla="*/ 8342975 w 12192148"/>
              <a:gd name="connsiteY16" fmla="*/ 739362 h 1941773"/>
              <a:gd name="connsiteX17" fmla="*/ 8852328 w 12192148"/>
              <a:gd name="connsiteY17" fmla="*/ 739362 h 1941773"/>
              <a:gd name="connsiteX18" fmla="*/ 8852328 w 12192148"/>
              <a:gd name="connsiteY18" fmla="*/ 1093199 h 1941773"/>
              <a:gd name="connsiteX19" fmla="*/ 9240906 w 12192148"/>
              <a:gd name="connsiteY19" fmla="*/ 1093199 h 1941773"/>
              <a:gd name="connsiteX20" fmla="*/ 9240906 w 12192148"/>
              <a:gd name="connsiteY20" fmla="*/ 924202 h 1941773"/>
              <a:gd name="connsiteX21" fmla="*/ 9503459 w 12192148"/>
              <a:gd name="connsiteY21" fmla="*/ 929483 h 1941773"/>
              <a:gd name="connsiteX22" fmla="*/ 9503459 w 12192148"/>
              <a:gd name="connsiteY22" fmla="*/ 781611 h 1941773"/>
              <a:gd name="connsiteX23" fmla="*/ 9771263 w 12192148"/>
              <a:gd name="connsiteY23" fmla="*/ 781611 h 1941773"/>
              <a:gd name="connsiteX24" fmla="*/ 9771263 w 12192148"/>
              <a:gd name="connsiteY24" fmla="*/ 918921 h 1941773"/>
              <a:gd name="connsiteX25" fmla="*/ 10028565 w 12192148"/>
              <a:gd name="connsiteY25" fmla="*/ 918921 h 1941773"/>
              <a:gd name="connsiteX26" fmla="*/ 10028565 w 12192148"/>
              <a:gd name="connsiteY26" fmla="*/ 765768 h 1941773"/>
              <a:gd name="connsiteX27" fmla="*/ 10280615 w 12192148"/>
              <a:gd name="connsiteY27" fmla="*/ 771049 h 1941773"/>
              <a:gd name="connsiteX28" fmla="*/ 10280615 w 12192148"/>
              <a:gd name="connsiteY28" fmla="*/ 190122 h 1941773"/>
              <a:gd name="connsiteX29" fmla="*/ 10789968 w 12192148"/>
              <a:gd name="connsiteY29" fmla="*/ 190122 h 1941773"/>
              <a:gd name="connsiteX30" fmla="*/ 10789968 w 12192148"/>
              <a:gd name="connsiteY30" fmla="*/ 697113 h 1941773"/>
              <a:gd name="connsiteX31" fmla="*/ 11168044 w 12192148"/>
              <a:gd name="connsiteY31" fmla="*/ 697113 h 1941773"/>
              <a:gd name="connsiteX32" fmla="*/ 11168044 w 12192148"/>
              <a:gd name="connsiteY32" fmla="*/ 1621315 h 1941773"/>
              <a:gd name="connsiteX33" fmla="*/ 11467354 w 12192148"/>
              <a:gd name="connsiteY33" fmla="*/ 1621315 h 1941773"/>
              <a:gd name="connsiteX34" fmla="*/ 11467354 w 12192148"/>
              <a:gd name="connsiteY34" fmla="*/ 1114324 h 1941773"/>
              <a:gd name="connsiteX35" fmla="*/ 11871686 w 12192148"/>
              <a:gd name="connsiteY35" fmla="*/ 1114324 h 1941773"/>
              <a:gd name="connsiteX36" fmla="*/ 11871686 w 12192148"/>
              <a:gd name="connsiteY36" fmla="*/ 348556 h 1941773"/>
              <a:gd name="connsiteX37" fmla="*/ 12192000 w 12192148"/>
              <a:gd name="connsiteY37" fmla="*/ 348556 h 1941773"/>
              <a:gd name="connsiteX38" fmla="*/ 12192000 w 12192148"/>
              <a:gd name="connsiteY38" fmla="*/ 1754103 h 1941773"/>
              <a:gd name="connsiteX39" fmla="*/ 12192000 w 12192148"/>
              <a:gd name="connsiteY39" fmla="*/ 1896676 h 1941773"/>
              <a:gd name="connsiteX40" fmla="*/ 12192148 w 12192148"/>
              <a:gd name="connsiteY40" fmla="*/ 1896676 h 1941773"/>
              <a:gd name="connsiteX41" fmla="*/ 12192148 w 12192148"/>
              <a:gd name="connsiteY41" fmla="*/ 1941773 h 1941773"/>
              <a:gd name="connsiteX42" fmla="*/ 0 w 12192148"/>
              <a:gd name="connsiteY42" fmla="*/ 1941773 h 1941773"/>
              <a:gd name="connsiteX43" fmla="*/ 0 w 12192148"/>
              <a:gd name="connsiteY43" fmla="*/ 1896676 h 1941773"/>
              <a:gd name="connsiteX44" fmla="*/ 0 w 12192148"/>
              <a:gd name="connsiteY44" fmla="*/ 1573784 h 1941773"/>
              <a:gd name="connsiteX45" fmla="*/ 112847 w 12192148"/>
              <a:gd name="connsiteY45" fmla="*/ 1573784 h 1941773"/>
              <a:gd name="connsiteX46" fmla="*/ 293106 w 12192148"/>
              <a:gd name="connsiteY46" fmla="*/ 1573784 h 1941773"/>
              <a:gd name="connsiteX47" fmla="*/ 293106 w 12192148"/>
              <a:gd name="connsiteY47" fmla="*/ 411930 h 1941773"/>
              <a:gd name="connsiteX48" fmla="*/ 655428 w 12192148"/>
              <a:gd name="connsiteY48" fmla="*/ 411930 h 1941773"/>
              <a:gd name="connsiteX49" fmla="*/ 655428 w 12192148"/>
              <a:gd name="connsiteY49" fmla="*/ 1373100 h 1941773"/>
              <a:gd name="connsiteX50" fmla="*/ 791956 w 12192148"/>
              <a:gd name="connsiteY50" fmla="*/ 1188260 h 1941773"/>
              <a:gd name="connsiteX51" fmla="*/ 954739 w 12192148"/>
              <a:gd name="connsiteY51" fmla="*/ 1399506 h 1941773"/>
              <a:gd name="connsiteX52" fmla="*/ 1101768 w 12192148"/>
              <a:gd name="connsiteY52" fmla="*/ 1188260 h 1941773"/>
              <a:gd name="connsiteX53" fmla="*/ 1264551 w 12192148"/>
              <a:gd name="connsiteY53" fmla="*/ 1399506 h 1941773"/>
              <a:gd name="connsiteX54" fmla="*/ 1411580 w 12192148"/>
              <a:gd name="connsiteY54" fmla="*/ 1188260 h 1941773"/>
              <a:gd name="connsiteX55" fmla="*/ 1574363 w 12192148"/>
              <a:gd name="connsiteY55" fmla="*/ 1399506 h 1941773"/>
              <a:gd name="connsiteX56" fmla="*/ 1574363 w 12192148"/>
              <a:gd name="connsiteY56" fmla="*/ 1447036 h 1941773"/>
              <a:gd name="connsiteX57" fmla="*/ 1721393 w 12192148"/>
              <a:gd name="connsiteY57" fmla="*/ 1447036 h 1941773"/>
              <a:gd name="connsiteX58" fmla="*/ 1721393 w 12192148"/>
              <a:gd name="connsiteY58" fmla="*/ 1299164 h 1941773"/>
              <a:gd name="connsiteX59" fmla="*/ 1537606 w 12192148"/>
              <a:gd name="connsiteY59" fmla="*/ 1072074 h 1941773"/>
              <a:gd name="connsiteX60" fmla="*/ 1721393 w 12192148"/>
              <a:gd name="connsiteY60" fmla="*/ 844985 h 1941773"/>
              <a:gd name="connsiteX61" fmla="*/ 1721393 w 12192148"/>
              <a:gd name="connsiteY61" fmla="*/ 586208 h 1941773"/>
              <a:gd name="connsiteX62" fmla="*/ 1815912 w 12192148"/>
              <a:gd name="connsiteY62" fmla="*/ 586208 h 1941773"/>
              <a:gd name="connsiteX63" fmla="*/ 1815912 w 12192148"/>
              <a:gd name="connsiteY63" fmla="*/ 844985 h 1941773"/>
              <a:gd name="connsiteX64" fmla="*/ 1999699 w 12192148"/>
              <a:gd name="connsiteY64" fmla="*/ 1072074 h 1941773"/>
              <a:gd name="connsiteX65" fmla="*/ 1815912 w 12192148"/>
              <a:gd name="connsiteY65" fmla="*/ 1299164 h 1941773"/>
              <a:gd name="connsiteX66" fmla="*/ 1815912 w 12192148"/>
              <a:gd name="connsiteY66" fmla="*/ 1447036 h 1941773"/>
              <a:gd name="connsiteX67" fmla="*/ 1941937 w 12192148"/>
              <a:gd name="connsiteY67" fmla="*/ 1447036 h 1941773"/>
              <a:gd name="connsiteX68" fmla="*/ 1941937 w 12192148"/>
              <a:gd name="connsiteY68" fmla="*/ 1293883 h 1941773"/>
              <a:gd name="connsiteX69" fmla="*/ 2099469 w 12192148"/>
              <a:gd name="connsiteY69" fmla="*/ 1293883 h 1941773"/>
              <a:gd name="connsiteX70" fmla="*/ 2099469 w 12192148"/>
              <a:gd name="connsiteY70" fmla="*/ 1093199 h 1941773"/>
              <a:gd name="connsiteX71" fmla="*/ 2440788 w 12192148"/>
              <a:gd name="connsiteY71" fmla="*/ 1093199 h 1941773"/>
              <a:gd name="connsiteX72" fmla="*/ 2440788 w 12192148"/>
              <a:gd name="connsiteY72" fmla="*/ 517553 h 1941773"/>
              <a:gd name="connsiteX73" fmla="*/ 2897630 w 12192148"/>
              <a:gd name="connsiteY73" fmla="*/ 517553 h 1941773"/>
              <a:gd name="connsiteX74" fmla="*/ 2897630 w 12192148"/>
              <a:gd name="connsiteY74" fmla="*/ 1103761 h 1941773"/>
              <a:gd name="connsiteX75" fmla="*/ 3364974 w 12192148"/>
              <a:gd name="connsiteY75" fmla="*/ 1103761 h 1941773"/>
              <a:gd name="connsiteX76" fmla="*/ 3364974 w 12192148"/>
              <a:gd name="connsiteY76" fmla="*/ 739362 h 1941773"/>
              <a:gd name="connsiteX77" fmla="*/ 3879577 w 12192148"/>
              <a:gd name="connsiteY77" fmla="*/ 739362 h 1941773"/>
              <a:gd name="connsiteX78" fmla="*/ 3879577 w 12192148"/>
              <a:gd name="connsiteY78" fmla="*/ 1093199 h 1941773"/>
              <a:gd name="connsiteX79" fmla="*/ 4268157 w 12192148"/>
              <a:gd name="connsiteY79" fmla="*/ 1093199 h 1941773"/>
              <a:gd name="connsiteX80" fmla="*/ 4268157 w 12192148"/>
              <a:gd name="connsiteY80" fmla="*/ 924202 h 1941773"/>
              <a:gd name="connsiteX81" fmla="*/ 4530710 w 12192148"/>
              <a:gd name="connsiteY81" fmla="*/ 929483 h 1941773"/>
              <a:gd name="connsiteX82" fmla="*/ 4530710 w 12192148"/>
              <a:gd name="connsiteY82" fmla="*/ 781611 h 1941773"/>
              <a:gd name="connsiteX83" fmla="*/ 4798513 w 12192148"/>
              <a:gd name="connsiteY83" fmla="*/ 781611 h 1941773"/>
              <a:gd name="connsiteX84" fmla="*/ 4798513 w 12192148"/>
              <a:gd name="connsiteY84" fmla="*/ 918921 h 1941773"/>
              <a:gd name="connsiteX85" fmla="*/ 5055815 w 12192148"/>
              <a:gd name="connsiteY85" fmla="*/ 918921 h 1941773"/>
              <a:gd name="connsiteX86" fmla="*/ 5055815 w 12192148"/>
              <a:gd name="connsiteY86" fmla="*/ 765768 h 1941773"/>
              <a:gd name="connsiteX87" fmla="*/ 5307865 w 12192148"/>
              <a:gd name="connsiteY87" fmla="*/ 771049 h 1941773"/>
              <a:gd name="connsiteX88" fmla="*/ 5307865 w 12192148"/>
              <a:gd name="connsiteY88" fmla="*/ 0 h 1941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12192148" h="1941773">
                <a:moveTo>
                  <a:pt x="5307865" y="0"/>
                </a:moveTo>
                <a:cubicBezTo>
                  <a:pt x="5307865" y="0"/>
                  <a:pt x="5307865" y="0"/>
                  <a:pt x="5817217" y="0"/>
                </a:cubicBezTo>
                <a:cubicBezTo>
                  <a:pt x="5817217" y="0"/>
                  <a:pt x="5817217" y="0"/>
                  <a:pt x="5817217" y="697113"/>
                </a:cubicBezTo>
                <a:cubicBezTo>
                  <a:pt x="5817217" y="697113"/>
                  <a:pt x="5817217" y="697113"/>
                  <a:pt x="6190042" y="697113"/>
                </a:cubicBezTo>
                <a:cubicBezTo>
                  <a:pt x="6190042" y="697113"/>
                  <a:pt x="6190042" y="697113"/>
                  <a:pt x="6190042" y="1325570"/>
                </a:cubicBezTo>
                <a:cubicBezTo>
                  <a:pt x="6190042" y="1325570"/>
                  <a:pt x="6190042" y="1325570"/>
                  <a:pt x="6489353" y="1325570"/>
                </a:cubicBezTo>
                <a:cubicBezTo>
                  <a:pt x="6489353" y="1325570"/>
                  <a:pt x="6489353" y="1325570"/>
                  <a:pt x="6489353" y="1114324"/>
                </a:cubicBezTo>
                <a:cubicBezTo>
                  <a:pt x="6489353" y="1114324"/>
                  <a:pt x="6489353" y="1114324"/>
                  <a:pt x="6898935" y="1114324"/>
                </a:cubicBezTo>
                <a:cubicBezTo>
                  <a:pt x="6898935" y="1114324"/>
                  <a:pt x="6898935" y="1114324"/>
                  <a:pt x="6898935" y="348556"/>
                </a:cubicBezTo>
                <a:cubicBezTo>
                  <a:pt x="6898935" y="348556"/>
                  <a:pt x="6898935" y="348556"/>
                  <a:pt x="7219249" y="348556"/>
                </a:cubicBezTo>
                <a:cubicBezTo>
                  <a:pt x="7219249" y="348556"/>
                  <a:pt x="7219249" y="348556"/>
                  <a:pt x="7219249" y="1093199"/>
                </a:cubicBezTo>
                <a:cubicBezTo>
                  <a:pt x="7219249" y="1093199"/>
                  <a:pt x="7219249" y="1093199"/>
                  <a:pt x="7413539" y="1093199"/>
                </a:cubicBezTo>
                <a:cubicBezTo>
                  <a:pt x="7413539" y="1093199"/>
                  <a:pt x="7413539" y="1093199"/>
                  <a:pt x="7413539" y="517553"/>
                </a:cubicBezTo>
                <a:cubicBezTo>
                  <a:pt x="7413539" y="517553"/>
                  <a:pt x="7413539" y="517553"/>
                  <a:pt x="7875631" y="517553"/>
                </a:cubicBezTo>
                <a:cubicBezTo>
                  <a:pt x="7875631" y="517553"/>
                  <a:pt x="7875631" y="517553"/>
                  <a:pt x="7875631" y="1103761"/>
                </a:cubicBezTo>
                <a:cubicBezTo>
                  <a:pt x="7875631" y="1103761"/>
                  <a:pt x="7875631" y="1103761"/>
                  <a:pt x="8342975" y="1103761"/>
                </a:cubicBezTo>
                <a:cubicBezTo>
                  <a:pt x="8342975" y="1103761"/>
                  <a:pt x="8342975" y="1103761"/>
                  <a:pt x="8342975" y="739362"/>
                </a:cubicBezTo>
                <a:cubicBezTo>
                  <a:pt x="8342975" y="739362"/>
                  <a:pt x="8342975" y="739362"/>
                  <a:pt x="8852328" y="739362"/>
                </a:cubicBezTo>
                <a:cubicBezTo>
                  <a:pt x="8852328" y="739362"/>
                  <a:pt x="8852328" y="739362"/>
                  <a:pt x="8852328" y="1093199"/>
                </a:cubicBezTo>
                <a:cubicBezTo>
                  <a:pt x="8852328" y="1093199"/>
                  <a:pt x="8852328" y="1093199"/>
                  <a:pt x="9240906" y="1093199"/>
                </a:cubicBezTo>
                <a:cubicBezTo>
                  <a:pt x="9240906" y="1093199"/>
                  <a:pt x="9240906" y="1093199"/>
                  <a:pt x="9240906" y="924202"/>
                </a:cubicBezTo>
                <a:cubicBezTo>
                  <a:pt x="9240906" y="924202"/>
                  <a:pt x="9240906" y="924202"/>
                  <a:pt x="9503459" y="929483"/>
                </a:cubicBezTo>
                <a:cubicBezTo>
                  <a:pt x="9503459" y="929483"/>
                  <a:pt x="9503459" y="929483"/>
                  <a:pt x="9503459" y="781611"/>
                </a:cubicBezTo>
                <a:cubicBezTo>
                  <a:pt x="9503459" y="781611"/>
                  <a:pt x="9503459" y="781611"/>
                  <a:pt x="9771263" y="781611"/>
                </a:cubicBezTo>
                <a:cubicBezTo>
                  <a:pt x="9771263" y="781611"/>
                  <a:pt x="9771263" y="781611"/>
                  <a:pt x="9771263" y="918921"/>
                </a:cubicBezTo>
                <a:cubicBezTo>
                  <a:pt x="9771263" y="918921"/>
                  <a:pt x="9771263" y="918921"/>
                  <a:pt x="10028565" y="918921"/>
                </a:cubicBezTo>
                <a:cubicBezTo>
                  <a:pt x="10028565" y="918921"/>
                  <a:pt x="10028565" y="918921"/>
                  <a:pt x="10028565" y="765768"/>
                </a:cubicBezTo>
                <a:cubicBezTo>
                  <a:pt x="10028565" y="765768"/>
                  <a:pt x="10028565" y="765768"/>
                  <a:pt x="10280615" y="771049"/>
                </a:cubicBezTo>
                <a:cubicBezTo>
                  <a:pt x="10280615" y="771049"/>
                  <a:pt x="10280615" y="771049"/>
                  <a:pt x="10280615" y="190122"/>
                </a:cubicBezTo>
                <a:cubicBezTo>
                  <a:pt x="10280615" y="190122"/>
                  <a:pt x="10280615" y="190122"/>
                  <a:pt x="10789968" y="190122"/>
                </a:cubicBezTo>
                <a:cubicBezTo>
                  <a:pt x="10789968" y="190122"/>
                  <a:pt x="10789968" y="190122"/>
                  <a:pt x="10789968" y="697113"/>
                </a:cubicBezTo>
                <a:cubicBezTo>
                  <a:pt x="10789968" y="697113"/>
                  <a:pt x="10789968" y="697113"/>
                  <a:pt x="11168044" y="697113"/>
                </a:cubicBezTo>
                <a:cubicBezTo>
                  <a:pt x="11168044" y="697113"/>
                  <a:pt x="11168044" y="697113"/>
                  <a:pt x="11168044" y="1621315"/>
                </a:cubicBezTo>
                <a:cubicBezTo>
                  <a:pt x="11168044" y="1621315"/>
                  <a:pt x="11168044" y="1621315"/>
                  <a:pt x="11467354" y="1621315"/>
                </a:cubicBezTo>
                <a:cubicBezTo>
                  <a:pt x="11467354" y="1621315"/>
                  <a:pt x="11467354" y="1621315"/>
                  <a:pt x="11467354" y="1114324"/>
                </a:cubicBezTo>
                <a:cubicBezTo>
                  <a:pt x="11467354" y="1114324"/>
                  <a:pt x="11467354" y="1114324"/>
                  <a:pt x="11871686" y="1114324"/>
                </a:cubicBezTo>
                <a:cubicBezTo>
                  <a:pt x="11871686" y="1114324"/>
                  <a:pt x="11871686" y="1114324"/>
                  <a:pt x="11871686" y="348556"/>
                </a:cubicBezTo>
                <a:cubicBezTo>
                  <a:pt x="11871686" y="348556"/>
                  <a:pt x="11871686" y="348556"/>
                  <a:pt x="12192000" y="348556"/>
                </a:cubicBezTo>
                <a:cubicBezTo>
                  <a:pt x="12192000" y="348556"/>
                  <a:pt x="12192000" y="348556"/>
                  <a:pt x="12192000" y="1754103"/>
                </a:cubicBezTo>
                <a:lnTo>
                  <a:pt x="12192000" y="1896676"/>
                </a:lnTo>
                <a:lnTo>
                  <a:pt x="12192148" y="1896676"/>
                </a:lnTo>
                <a:lnTo>
                  <a:pt x="12192148" y="1941773"/>
                </a:lnTo>
                <a:lnTo>
                  <a:pt x="0" y="1941773"/>
                </a:lnTo>
                <a:lnTo>
                  <a:pt x="0" y="1896676"/>
                </a:lnTo>
                <a:lnTo>
                  <a:pt x="0" y="1573784"/>
                </a:lnTo>
                <a:lnTo>
                  <a:pt x="112847" y="1573784"/>
                </a:lnTo>
                <a:cubicBezTo>
                  <a:pt x="165111" y="1573784"/>
                  <a:pt x="224842" y="1573784"/>
                  <a:pt x="293106" y="1573784"/>
                </a:cubicBezTo>
                <a:cubicBezTo>
                  <a:pt x="293106" y="1573784"/>
                  <a:pt x="293106" y="1573784"/>
                  <a:pt x="293106" y="411930"/>
                </a:cubicBezTo>
                <a:cubicBezTo>
                  <a:pt x="293106" y="411930"/>
                  <a:pt x="293106" y="411930"/>
                  <a:pt x="655428" y="411930"/>
                </a:cubicBezTo>
                <a:cubicBezTo>
                  <a:pt x="655428" y="411930"/>
                  <a:pt x="655428" y="411930"/>
                  <a:pt x="655428" y="1373100"/>
                </a:cubicBezTo>
                <a:cubicBezTo>
                  <a:pt x="676433" y="1315008"/>
                  <a:pt x="734194" y="1188260"/>
                  <a:pt x="791956" y="1188260"/>
                </a:cubicBezTo>
                <a:cubicBezTo>
                  <a:pt x="875973" y="1188260"/>
                  <a:pt x="954739" y="1399506"/>
                  <a:pt x="954739" y="1399506"/>
                </a:cubicBezTo>
                <a:cubicBezTo>
                  <a:pt x="954739" y="1399506"/>
                  <a:pt x="1023002" y="1188260"/>
                  <a:pt x="1101768" y="1188260"/>
                </a:cubicBezTo>
                <a:cubicBezTo>
                  <a:pt x="1180534" y="1188260"/>
                  <a:pt x="1264551" y="1399506"/>
                  <a:pt x="1264551" y="1399506"/>
                </a:cubicBezTo>
                <a:cubicBezTo>
                  <a:pt x="1264551" y="1399506"/>
                  <a:pt x="1332815" y="1188260"/>
                  <a:pt x="1411580" y="1188260"/>
                </a:cubicBezTo>
                <a:cubicBezTo>
                  <a:pt x="1490347" y="1188260"/>
                  <a:pt x="1574363" y="1399506"/>
                  <a:pt x="1574363" y="1399506"/>
                </a:cubicBezTo>
                <a:cubicBezTo>
                  <a:pt x="1574363" y="1399506"/>
                  <a:pt x="1574363" y="1399506"/>
                  <a:pt x="1574363" y="1447036"/>
                </a:cubicBezTo>
                <a:cubicBezTo>
                  <a:pt x="1574363" y="1447036"/>
                  <a:pt x="1574363" y="1447036"/>
                  <a:pt x="1721393" y="1447036"/>
                </a:cubicBezTo>
                <a:cubicBezTo>
                  <a:pt x="1721393" y="1447036"/>
                  <a:pt x="1721393" y="1447036"/>
                  <a:pt x="1721393" y="1299164"/>
                </a:cubicBezTo>
                <a:cubicBezTo>
                  <a:pt x="1616372" y="1278040"/>
                  <a:pt x="1537606" y="1182979"/>
                  <a:pt x="1537606" y="1072074"/>
                </a:cubicBezTo>
                <a:cubicBezTo>
                  <a:pt x="1537606" y="961170"/>
                  <a:pt x="1616372" y="866110"/>
                  <a:pt x="1721393" y="844985"/>
                </a:cubicBezTo>
                <a:cubicBezTo>
                  <a:pt x="1721393" y="844985"/>
                  <a:pt x="1721393" y="844985"/>
                  <a:pt x="1721393" y="586208"/>
                </a:cubicBezTo>
                <a:cubicBezTo>
                  <a:pt x="1721393" y="586208"/>
                  <a:pt x="1721393" y="586208"/>
                  <a:pt x="1815912" y="586208"/>
                </a:cubicBezTo>
                <a:cubicBezTo>
                  <a:pt x="1815912" y="586208"/>
                  <a:pt x="1815912" y="586208"/>
                  <a:pt x="1815912" y="844985"/>
                </a:cubicBezTo>
                <a:cubicBezTo>
                  <a:pt x="1920933" y="866110"/>
                  <a:pt x="1999699" y="961170"/>
                  <a:pt x="1999699" y="1072074"/>
                </a:cubicBezTo>
                <a:cubicBezTo>
                  <a:pt x="1999699" y="1188260"/>
                  <a:pt x="1920933" y="1278040"/>
                  <a:pt x="1815912" y="1299164"/>
                </a:cubicBezTo>
                <a:cubicBezTo>
                  <a:pt x="1815912" y="1299164"/>
                  <a:pt x="1815912" y="1299164"/>
                  <a:pt x="1815912" y="1447036"/>
                </a:cubicBezTo>
                <a:cubicBezTo>
                  <a:pt x="1815912" y="1447036"/>
                  <a:pt x="1815912" y="1447036"/>
                  <a:pt x="1941937" y="1447036"/>
                </a:cubicBezTo>
                <a:cubicBezTo>
                  <a:pt x="1941937" y="1447036"/>
                  <a:pt x="1941937" y="1447036"/>
                  <a:pt x="1941937" y="1293883"/>
                </a:cubicBezTo>
                <a:cubicBezTo>
                  <a:pt x="1941937" y="1293883"/>
                  <a:pt x="1941937" y="1293883"/>
                  <a:pt x="2099469" y="1293883"/>
                </a:cubicBezTo>
                <a:cubicBezTo>
                  <a:pt x="2099469" y="1293883"/>
                  <a:pt x="2099469" y="1293883"/>
                  <a:pt x="2099469" y="1093199"/>
                </a:cubicBezTo>
                <a:cubicBezTo>
                  <a:pt x="2099469" y="1093199"/>
                  <a:pt x="2099469" y="1093199"/>
                  <a:pt x="2440788" y="1093199"/>
                </a:cubicBezTo>
                <a:cubicBezTo>
                  <a:pt x="2440788" y="1093199"/>
                  <a:pt x="2440788" y="1093199"/>
                  <a:pt x="2440788" y="517553"/>
                </a:cubicBezTo>
                <a:cubicBezTo>
                  <a:pt x="2440788" y="517553"/>
                  <a:pt x="2440788" y="517553"/>
                  <a:pt x="2897630" y="517553"/>
                </a:cubicBezTo>
                <a:cubicBezTo>
                  <a:pt x="2897630" y="517553"/>
                  <a:pt x="2897630" y="517553"/>
                  <a:pt x="2897630" y="1103761"/>
                </a:cubicBezTo>
                <a:cubicBezTo>
                  <a:pt x="2897630" y="1103761"/>
                  <a:pt x="2897630" y="1103761"/>
                  <a:pt x="3364974" y="1103761"/>
                </a:cubicBezTo>
                <a:cubicBezTo>
                  <a:pt x="3364974" y="1103761"/>
                  <a:pt x="3364974" y="1103761"/>
                  <a:pt x="3364974" y="739362"/>
                </a:cubicBezTo>
                <a:cubicBezTo>
                  <a:pt x="3364974" y="739362"/>
                  <a:pt x="3364974" y="739362"/>
                  <a:pt x="3879577" y="739362"/>
                </a:cubicBezTo>
                <a:cubicBezTo>
                  <a:pt x="3879577" y="739362"/>
                  <a:pt x="3879577" y="739362"/>
                  <a:pt x="3879577" y="1093199"/>
                </a:cubicBezTo>
                <a:cubicBezTo>
                  <a:pt x="3879577" y="1093199"/>
                  <a:pt x="3879577" y="1093199"/>
                  <a:pt x="4268157" y="1093199"/>
                </a:cubicBezTo>
                <a:cubicBezTo>
                  <a:pt x="4268157" y="1093199"/>
                  <a:pt x="4268157" y="1093199"/>
                  <a:pt x="4268157" y="924202"/>
                </a:cubicBezTo>
                <a:cubicBezTo>
                  <a:pt x="4268157" y="924202"/>
                  <a:pt x="4268157" y="924202"/>
                  <a:pt x="4530710" y="929483"/>
                </a:cubicBezTo>
                <a:cubicBezTo>
                  <a:pt x="4530710" y="929483"/>
                  <a:pt x="4530710" y="929483"/>
                  <a:pt x="4530710" y="781611"/>
                </a:cubicBezTo>
                <a:cubicBezTo>
                  <a:pt x="4530710" y="781611"/>
                  <a:pt x="4530710" y="781611"/>
                  <a:pt x="4798513" y="781611"/>
                </a:cubicBezTo>
                <a:cubicBezTo>
                  <a:pt x="4798513" y="781611"/>
                  <a:pt x="4798513" y="781611"/>
                  <a:pt x="4798513" y="918921"/>
                </a:cubicBezTo>
                <a:cubicBezTo>
                  <a:pt x="4798513" y="918921"/>
                  <a:pt x="4798513" y="918921"/>
                  <a:pt x="5055815" y="918921"/>
                </a:cubicBezTo>
                <a:cubicBezTo>
                  <a:pt x="5055815" y="918921"/>
                  <a:pt x="5055815" y="918921"/>
                  <a:pt x="5055815" y="765768"/>
                </a:cubicBezTo>
                <a:cubicBezTo>
                  <a:pt x="5055815" y="765768"/>
                  <a:pt x="5055815" y="765768"/>
                  <a:pt x="5307865" y="771049"/>
                </a:cubicBezTo>
                <a:cubicBezTo>
                  <a:pt x="5307865" y="771049"/>
                  <a:pt x="5307865" y="771049"/>
                  <a:pt x="5307865"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0" name="Rectangle 9">
            <a:extLst>
              <a:ext uri="{FF2B5EF4-FFF2-40B4-BE49-F238E27FC236}">
                <a16:creationId xmlns:a16="http://schemas.microsoft.com/office/drawing/2014/main" id="{D7DB0ECD-F65B-48DE-891A-862D5ACE45DD}"/>
              </a:ext>
            </a:extLst>
          </p:cNvPr>
          <p:cNvSpPr/>
          <p:nvPr userDrawn="1"/>
        </p:nvSpPr>
        <p:spPr>
          <a:xfrm>
            <a:off x="0" y="6730111"/>
            <a:ext cx="12192000" cy="1371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C4E7187E-67A8-49EF-8933-FEE04FEAF50C}"/>
              </a:ext>
            </a:extLst>
          </p:cNvPr>
          <p:cNvGrpSpPr/>
          <p:nvPr userDrawn="1"/>
        </p:nvGrpSpPr>
        <p:grpSpPr>
          <a:xfrm flipH="1">
            <a:off x="11178612" y="5759424"/>
            <a:ext cx="817770" cy="809183"/>
            <a:chOff x="3175" y="1588"/>
            <a:chExt cx="4686300" cy="4637087"/>
          </a:xfrm>
          <a:solidFill>
            <a:schemeClr val="accent1"/>
          </a:solidFill>
        </p:grpSpPr>
        <p:sp>
          <p:nvSpPr>
            <p:cNvPr id="12" name="Rectangle 5">
              <a:extLst>
                <a:ext uri="{FF2B5EF4-FFF2-40B4-BE49-F238E27FC236}">
                  <a16:creationId xmlns:a16="http://schemas.microsoft.com/office/drawing/2014/main" id="{1E0D8746-24E0-4548-8C4D-DD75A2E89387}"/>
                </a:ext>
              </a:extLst>
            </p:cNvPr>
            <p:cNvSpPr>
              <a:spLocks noChangeArrowheads="1"/>
            </p:cNvSpPr>
            <p:nvPr/>
          </p:nvSpPr>
          <p:spPr bwMode="auto">
            <a:xfrm>
              <a:off x="1106488" y="3094038"/>
              <a:ext cx="98425" cy="13366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Rectangle 6">
              <a:extLst>
                <a:ext uri="{FF2B5EF4-FFF2-40B4-BE49-F238E27FC236}">
                  <a16:creationId xmlns:a16="http://schemas.microsoft.com/office/drawing/2014/main" id="{36672466-A780-459C-AE15-37398D2D6018}"/>
                </a:ext>
              </a:extLst>
            </p:cNvPr>
            <p:cNvSpPr>
              <a:spLocks noChangeArrowheads="1"/>
            </p:cNvSpPr>
            <p:nvPr/>
          </p:nvSpPr>
          <p:spPr bwMode="auto">
            <a:xfrm>
              <a:off x="1450975" y="3094038"/>
              <a:ext cx="85725" cy="13366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Rectangle 7">
              <a:extLst>
                <a:ext uri="{FF2B5EF4-FFF2-40B4-BE49-F238E27FC236}">
                  <a16:creationId xmlns:a16="http://schemas.microsoft.com/office/drawing/2014/main" id="{29B98435-DD78-4523-A912-E2FFE0743C16}"/>
                </a:ext>
              </a:extLst>
            </p:cNvPr>
            <p:cNvSpPr>
              <a:spLocks noChangeArrowheads="1"/>
            </p:cNvSpPr>
            <p:nvPr/>
          </p:nvSpPr>
          <p:spPr bwMode="auto">
            <a:xfrm>
              <a:off x="1147763" y="3148013"/>
              <a:ext cx="357188" cy="635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8">
              <a:extLst>
                <a:ext uri="{FF2B5EF4-FFF2-40B4-BE49-F238E27FC236}">
                  <a16:creationId xmlns:a16="http://schemas.microsoft.com/office/drawing/2014/main" id="{FBBADD09-E087-4218-94AA-9A732C065A42}"/>
                </a:ext>
              </a:extLst>
            </p:cNvPr>
            <p:cNvSpPr>
              <a:spLocks/>
            </p:cNvSpPr>
            <p:nvPr/>
          </p:nvSpPr>
          <p:spPr bwMode="auto">
            <a:xfrm>
              <a:off x="1173163" y="3176588"/>
              <a:ext cx="306388" cy="306387"/>
            </a:xfrm>
            <a:custGeom>
              <a:avLst/>
              <a:gdLst>
                <a:gd name="T0" fmla="*/ 175 w 193"/>
                <a:gd name="T1" fmla="*/ 193 h 193"/>
                <a:gd name="T2" fmla="*/ 0 w 193"/>
                <a:gd name="T3" fmla="*/ 18 h 193"/>
                <a:gd name="T4" fmla="*/ 18 w 193"/>
                <a:gd name="T5" fmla="*/ 0 h 193"/>
                <a:gd name="T6" fmla="*/ 193 w 193"/>
                <a:gd name="T7" fmla="*/ 175 h 193"/>
                <a:gd name="T8" fmla="*/ 175 w 193"/>
                <a:gd name="T9" fmla="*/ 193 h 193"/>
              </a:gdLst>
              <a:ahLst/>
              <a:cxnLst>
                <a:cxn ang="0">
                  <a:pos x="T0" y="T1"/>
                </a:cxn>
                <a:cxn ang="0">
                  <a:pos x="T2" y="T3"/>
                </a:cxn>
                <a:cxn ang="0">
                  <a:pos x="T4" y="T5"/>
                </a:cxn>
                <a:cxn ang="0">
                  <a:pos x="T6" y="T7"/>
                </a:cxn>
                <a:cxn ang="0">
                  <a:pos x="T8" y="T9"/>
                </a:cxn>
              </a:cxnLst>
              <a:rect l="0" t="0" r="r" b="b"/>
              <a:pathLst>
                <a:path w="193" h="193">
                  <a:moveTo>
                    <a:pt x="175" y="193"/>
                  </a:moveTo>
                  <a:lnTo>
                    <a:pt x="0" y="18"/>
                  </a:lnTo>
                  <a:lnTo>
                    <a:pt x="18" y="0"/>
                  </a:lnTo>
                  <a:lnTo>
                    <a:pt x="193" y="175"/>
                  </a:lnTo>
                  <a:lnTo>
                    <a:pt x="175"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9">
              <a:extLst>
                <a:ext uri="{FF2B5EF4-FFF2-40B4-BE49-F238E27FC236}">
                  <a16:creationId xmlns:a16="http://schemas.microsoft.com/office/drawing/2014/main" id="{AD29BA87-8A6B-454A-870A-0930CAD32718}"/>
                </a:ext>
              </a:extLst>
            </p:cNvPr>
            <p:cNvSpPr>
              <a:spLocks/>
            </p:cNvSpPr>
            <p:nvPr/>
          </p:nvSpPr>
          <p:spPr bwMode="auto">
            <a:xfrm>
              <a:off x="1173163" y="3176588"/>
              <a:ext cx="306388" cy="306387"/>
            </a:xfrm>
            <a:custGeom>
              <a:avLst/>
              <a:gdLst>
                <a:gd name="T0" fmla="*/ 0 w 193"/>
                <a:gd name="T1" fmla="*/ 175 h 193"/>
                <a:gd name="T2" fmla="*/ 175 w 193"/>
                <a:gd name="T3" fmla="*/ 0 h 193"/>
                <a:gd name="T4" fmla="*/ 193 w 193"/>
                <a:gd name="T5" fmla="*/ 18 h 193"/>
                <a:gd name="T6" fmla="*/ 18 w 193"/>
                <a:gd name="T7" fmla="*/ 193 h 193"/>
                <a:gd name="T8" fmla="*/ 0 w 193"/>
                <a:gd name="T9" fmla="*/ 175 h 193"/>
              </a:gdLst>
              <a:ahLst/>
              <a:cxnLst>
                <a:cxn ang="0">
                  <a:pos x="T0" y="T1"/>
                </a:cxn>
                <a:cxn ang="0">
                  <a:pos x="T2" y="T3"/>
                </a:cxn>
                <a:cxn ang="0">
                  <a:pos x="T4" y="T5"/>
                </a:cxn>
                <a:cxn ang="0">
                  <a:pos x="T6" y="T7"/>
                </a:cxn>
                <a:cxn ang="0">
                  <a:pos x="T8" y="T9"/>
                </a:cxn>
              </a:cxnLst>
              <a:rect l="0" t="0" r="r" b="b"/>
              <a:pathLst>
                <a:path w="193" h="193">
                  <a:moveTo>
                    <a:pt x="0" y="175"/>
                  </a:moveTo>
                  <a:lnTo>
                    <a:pt x="175" y="0"/>
                  </a:lnTo>
                  <a:lnTo>
                    <a:pt x="193" y="18"/>
                  </a:lnTo>
                  <a:lnTo>
                    <a:pt x="18" y="193"/>
                  </a:lnTo>
                  <a:lnTo>
                    <a:pt x="0" y="1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Rectangle 10">
              <a:extLst>
                <a:ext uri="{FF2B5EF4-FFF2-40B4-BE49-F238E27FC236}">
                  <a16:creationId xmlns:a16="http://schemas.microsoft.com/office/drawing/2014/main" id="{123A592A-5A52-4664-A9ED-ACB125838036}"/>
                </a:ext>
              </a:extLst>
            </p:cNvPr>
            <p:cNvSpPr>
              <a:spLocks noChangeArrowheads="1"/>
            </p:cNvSpPr>
            <p:nvPr/>
          </p:nvSpPr>
          <p:spPr bwMode="auto">
            <a:xfrm>
              <a:off x="1147763" y="3441700"/>
              <a:ext cx="357188" cy="635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1">
              <a:extLst>
                <a:ext uri="{FF2B5EF4-FFF2-40B4-BE49-F238E27FC236}">
                  <a16:creationId xmlns:a16="http://schemas.microsoft.com/office/drawing/2014/main" id="{C81F600D-2C20-46EA-8051-63C37B9BEB90}"/>
                </a:ext>
              </a:extLst>
            </p:cNvPr>
            <p:cNvSpPr>
              <a:spLocks/>
            </p:cNvSpPr>
            <p:nvPr/>
          </p:nvSpPr>
          <p:spPr bwMode="auto">
            <a:xfrm>
              <a:off x="1173163" y="3470275"/>
              <a:ext cx="306388" cy="304800"/>
            </a:xfrm>
            <a:custGeom>
              <a:avLst/>
              <a:gdLst>
                <a:gd name="T0" fmla="*/ 175 w 193"/>
                <a:gd name="T1" fmla="*/ 192 h 192"/>
                <a:gd name="T2" fmla="*/ 0 w 193"/>
                <a:gd name="T3" fmla="*/ 18 h 192"/>
                <a:gd name="T4" fmla="*/ 18 w 193"/>
                <a:gd name="T5" fmla="*/ 0 h 192"/>
                <a:gd name="T6" fmla="*/ 193 w 193"/>
                <a:gd name="T7" fmla="*/ 174 h 192"/>
                <a:gd name="T8" fmla="*/ 175 w 193"/>
                <a:gd name="T9" fmla="*/ 192 h 192"/>
              </a:gdLst>
              <a:ahLst/>
              <a:cxnLst>
                <a:cxn ang="0">
                  <a:pos x="T0" y="T1"/>
                </a:cxn>
                <a:cxn ang="0">
                  <a:pos x="T2" y="T3"/>
                </a:cxn>
                <a:cxn ang="0">
                  <a:pos x="T4" y="T5"/>
                </a:cxn>
                <a:cxn ang="0">
                  <a:pos x="T6" y="T7"/>
                </a:cxn>
                <a:cxn ang="0">
                  <a:pos x="T8" y="T9"/>
                </a:cxn>
              </a:cxnLst>
              <a:rect l="0" t="0" r="r" b="b"/>
              <a:pathLst>
                <a:path w="193" h="192">
                  <a:moveTo>
                    <a:pt x="175" y="192"/>
                  </a:moveTo>
                  <a:lnTo>
                    <a:pt x="0" y="18"/>
                  </a:lnTo>
                  <a:lnTo>
                    <a:pt x="18" y="0"/>
                  </a:lnTo>
                  <a:lnTo>
                    <a:pt x="193" y="174"/>
                  </a:lnTo>
                  <a:lnTo>
                    <a:pt x="175"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2">
              <a:extLst>
                <a:ext uri="{FF2B5EF4-FFF2-40B4-BE49-F238E27FC236}">
                  <a16:creationId xmlns:a16="http://schemas.microsoft.com/office/drawing/2014/main" id="{899F243A-F661-4476-B974-A468A2C72C08}"/>
                </a:ext>
              </a:extLst>
            </p:cNvPr>
            <p:cNvSpPr>
              <a:spLocks/>
            </p:cNvSpPr>
            <p:nvPr/>
          </p:nvSpPr>
          <p:spPr bwMode="auto">
            <a:xfrm>
              <a:off x="1173163" y="3470275"/>
              <a:ext cx="306388" cy="304800"/>
            </a:xfrm>
            <a:custGeom>
              <a:avLst/>
              <a:gdLst>
                <a:gd name="T0" fmla="*/ 0 w 193"/>
                <a:gd name="T1" fmla="*/ 174 h 192"/>
                <a:gd name="T2" fmla="*/ 175 w 193"/>
                <a:gd name="T3" fmla="*/ 0 h 192"/>
                <a:gd name="T4" fmla="*/ 193 w 193"/>
                <a:gd name="T5" fmla="*/ 18 h 192"/>
                <a:gd name="T6" fmla="*/ 18 w 193"/>
                <a:gd name="T7" fmla="*/ 192 h 192"/>
                <a:gd name="T8" fmla="*/ 0 w 193"/>
                <a:gd name="T9" fmla="*/ 174 h 192"/>
              </a:gdLst>
              <a:ahLst/>
              <a:cxnLst>
                <a:cxn ang="0">
                  <a:pos x="T0" y="T1"/>
                </a:cxn>
                <a:cxn ang="0">
                  <a:pos x="T2" y="T3"/>
                </a:cxn>
                <a:cxn ang="0">
                  <a:pos x="T4" y="T5"/>
                </a:cxn>
                <a:cxn ang="0">
                  <a:pos x="T6" y="T7"/>
                </a:cxn>
                <a:cxn ang="0">
                  <a:pos x="T8" y="T9"/>
                </a:cxn>
              </a:cxnLst>
              <a:rect l="0" t="0" r="r" b="b"/>
              <a:pathLst>
                <a:path w="193" h="192">
                  <a:moveTo>
                    <a:pt x="0" y="174"/>
                  </a:moveTo>
                  <a:lnTo>
                    <a:pt x="175" y="0"/>
                  </a:lnTo>
                  <a:lnTo>
                    <a:pt x="193" y="18"/>
                  </a:lnTo>
                  <a:lnTo>
                    <a:pt x="18" y="192"/>
                  </a:lnTo>
                  <a:lnTo>
                    <a:pt x="0"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Rectangle 13">
              <a:extLst>
                <a:ext uri="{FF2B5EF4-FFF2-40B4-BE49-F238E27FC236}">
                  <a16:creationId xmlns:a16="http://schemas.microsoft.com/office/drawing/2014/main" id="{551C0F5B-D850-4F14-92ED-08B31C994BE4}"/>
                </a:ext>
              </a:extLst>
            </p:cNvPr>
            <p:cNvSpPr>
              <a:spLocks noChangeArrowheads="1"/>
            </p:cNvSpPr>
            <p:nvPr/>
          </p:nvSpPr>
          <p:spPr bwMode="auto">
            <a:xfrm>
              <a:off x="1147763" y="3733800"/>
              <a:ext cx="357188" cy="635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4">
              <a:extLst>
                <a:ext uri="{FF2B5EF4-FFF2-40B4-BE49-F238E27FC236}">
                  <a16:creationId xmlns:a16="http://schemas.microsoft.com/office/drawing/2014/main" id="{DDB35BF1-FC37-43C1-B5CB-9E8BD46BAA9D}"/>
                </a:ext>
              </a:extLst>
            </p:cNvPr>
            <p:cNvSpPr>
              <a:spLocks/>
            </p:cNvSpPr>
            <p:nvPr/>
          </p:nvSpPr>
          <p:spPr bwMode="auto">
            <a:xfrm>
              <a:off x="1173163" y="3762375"/>
              <a:ext cx="306388" cy="306387"/>
            </a:xfrm>
            <a:custGeom>
              <a:avLst/>
              <a:gdLst>
                <a:gd name="T0" fmla="*/ 175 w 193"/>
                <a:gd name="T1" fmla="*/ 193 h 193"/>
                <a:gd name="T2" fmla="*/ 0 w 193"/>
                <a:gd name="T3" fmla="*/ 18 h 193"/>
                <a:gd name="T4" fmla="*/ 18 w 193"/>
                <a:gd name="T5" fmla="*/ 0 h 193"/>
                <a:gd name="T6" fmla="*/ 193 w 193"/>
                <a:gd name="T7" fmla="*/ 175 h 193"/>
                <a:gd name="T8" fmla="*/ 175 w 193"/>
                <a:gd name="T9" fmla="*/ 193 h 193"/>
              </a:gdLst>
              <a:ahLst/>
              <a:cxnLst>
                <a:cxn ang="0">
                  <a:pos x="T0" y="T1"/>
                </a:cxn>
                <a:cxn ang="0">
                  <a:pos x="T2" y="T3"/>
                </a:cxn>
                <a:cxn ang="0">
                  <a:pos x="T4" y="T5"/>
                </a:cxn>
                <a:cxn ang="0">
                  <a:pos x="T6" y="T7"/>
                </a:cxn>
                <a:cxn ang="0">
                  <a:pos x="T8" y="T9"/>
                </a:cxn>
              </a:cxnLst>
              <a:rect l="0" t="0" r="r" b="b"/>
              <a:pathLst>
                <a:path w="193" h="193">
                  <a:moveTo>
                    <a:pt x="175" y="193"/>
                  </a:moveTo>
                  <a:lnTo>
                    <a:pt x="0" y="18"/>
                  </a:lnTo>
                  <a:lnTo>
                    <a:pt x="18" y="0"/>
                  </a:lnTo>
                  <a:lnTo>
                    <a:pt x="193" y="175"/>
                  </a:lnTo>
                  <a:lnTo>
                    <a:pt x="175"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5">
              <a:extLst>
                <a:ext uri="{FF2B5EF4-FFF2-40B4-BE49-F238E27FC236}">
                  <a16:creationId xmlns:a16="http://schemas.microsoft.com/office/drawing/2014/main" id="{24FA2821-2268-4EEC-BB62-C826BAA13F9E}"/>
                </a:ext>
              </a:extLst>
            </p:cNvPr>
            <p:cNvSpPr>
              <a:spLocks/>
            </p:cNvSpPr>
            <p:nvPr/>
          </p:nvSpPr>
          <p:spPr bwMode="auto">
            <a:xfrm>
              <a:off x="1173163" y="3762375"/>
              <a:ext cx="306388" cy="306387"/>
            </a:xfrm>
            <a:custGeom>
              <a:avLst/>
              <a:gdLst>
                <a:gd name="T0" fmla="*/ 0 w 193"/>
                <a:gd name="T1" fmla="*/ 175 h 193"/>
                <a:gd name="T2" fmla="*/ 175 w 193"/>
                <a:gd name="T3" fmla="*/ 0 h 193"/>
                <a:gd name="T4" fmla="*/ 193 w 193"/>
                <a:gd name="T5" fmla="*/ 18 h 193"/>
                <a:gd name="T6" fmla="*/ 18 w 193"/>
                <a:gd name="T7" fmla="*/ 193 h 193"/>
                <a:gd name="T8" fmla="*/ 0 w 193"/>
                <a:gd name="T9" fmla="*/ 175 h 193"/>
              </a:gdLst>
              <a:ahLst/>
              <a:cxnLst>
                <a:cxn ang="0">
                  <a:pos x="T0" y="T1"/>
                </a:cxn>
                <a:cxn ang="0">
                  <a:pos x="T2" y="T3"/>
                </a:cxn>
                <a:cxn ang="0">
                  <a:pos x="T4" y="T5"/>
                </a:cxn>
                <a:cxn ang="0">
                  <a:pos x="T6" y="T7"/>
                </a:cxn>
                <a:cxn ang="0">
                  <a:pos x="T8" y="T9"/>
                </a:cxn>
              </a:cxnLst>
              <a:rect l="0" t="0" r="r" b="b"/>
              <a:pathLst>
                <a:path w="193" h="193">
                  <a:moveTo>
                    <a:pt x="0" y="175"/>
                  </a:moveTo>
                  <a:lnTo>
                    <a:pt x="175" y="0"/>
                  </a:lnTo>
                  <a:lnTo>
                    <a:pt x="193" y="18"/>
                  </a:lnTo>
                  <a:lnTo>
                    <a:pt x="18" y="193"/>
                  </a:lnTo>
                  <a:lnTo>
                    <a:pt x="0" y="1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Rectangle 16">
              <a:extLst>
                <a:ext uri="{FF2B5EF4-FFF2-40B4-BE49-F238E27FC236}">
                  <a16:creationId xmlns:a16="http://schemas.microsoft.com/office/drawing/2014/main" id="{CD9D3E4B-0D89-4DC9-9BF3-1825125DE43D}"/>
                </a:ext>
              </a:extLst>
            </p:cNvPr>
            <p:cNvSpPr>
              <a:spLocks noChangeArrowheads="1"/>
            </p:cNvSpPr>
            <p:nvPr/>
          </p:nvSpPr>
          <p:spPr bwMode="auto">
            <a:xfrm>
              <a:off x="1147763" y="4027488"/>
              <a:ext cx="357188" cy="635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7">
              <a:extLst>
                <a:ext uri="{FF2B5EF4-FFF2-40B4-BE49-F238E27FC236}">
                  <a16:creationId xmlns:a16="http://schemas.microsoft.com/office/drawing/2014/main" id="{D396BA03-71DB-4A9E-A491-CC50B3E01583}"/>
                </a:ext>
              </a:extLst>
            </p:cNvPr>
            <p:cNvSpPr>
              <a:spLocks/>
            </p:cNvSpPr>
            <p:nvPr/>
          </p:nvSpPr>
          <p:spPr bwMode="auto">
            <a:xfrm>
              <a:off x="1173163" y="4056063"/>
              <a:ext cx="306388" cy="304800"/>
            </a:xfrm>
            <a:custGeom>
              <a:avLst/>
              <a:gdLst>
                <a:gd name="T0" fmla="*/ 175 w 193"/>
                <a:gd name="T1" fmla="*/ 192 h 192"/>
                <a:gd name="T2" fmla="*/ 0 w 193"/>
                <a:gd name="T3" fmla="*/ 18 h 192"/>
                <a:gd name="T4" fmla="*/ 18 w 193"/>
                <a:gd name="T5" fmla="*/ 0 h 192"/>
                <a:gd name="T6" fmla="*/ 193 w 193"/>
                <a:gd name="T7" fmla="*/ 174 h 192"/>
                <a:gd name="T8" fmla="*/ 175 w 193"/>
                <a:gd name="T9" fmla="*/ 192 h 192"/>
              </a:gdLst>
              <a:ahLst/>
              <a:cxnLst>
                <a:cxn ang="0">
                  <a:pos x="T0" y="T1"/>
                </a:cxn>
                <a:cxn ang="0">
                  <a:pos x="T2" y="T3"/>
                </a:cxn>
                <a:cxn ang="0">
                  <a:pos x="T4" y="T5"/>
                </a:cxn>
                <a:cxn ang="0">
                  <a:pos x="T6" y="T7"/>
                </a:cxn>
                <a:cxn ang="0">
                  <a:pos x="T8" y="T9"/>
                </a:cxn>
              </a:cxnLst>
              <a:rect l="0" t="0" r="r" b="b"/>
              <a:pathLst>
                <a:path w="193" h="192">
                  <a:moveTo>
                    <a:pt x="175" y="192"/>
                  </a:moveTo>
                  <a:lnTo>
                    <a:pt x="0" y="18"/>
                  </a:lnTo>
                  <a:lnTo>
                    <a:pt x="18" y="0"/>
                  </a:lnTo>
                  <a:lnTo>
                    <a:pt x="193" y="174"/>
                  </a:lnTo>
                  <a:lnTo>
                    <a:pt x="175"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8">
              <a:extLst>
                <a:ext uri="{FF2B5EF4-FFF2-40B4-BE49-F238E27FC236}">
                  <a16:creationId xmlns:a16="http://schemas.microsoft.com/office/drawing/2014/main" id="{89B117B3-FDE2-48F4-8E18-99B71391689E}"/>
                </a:ext>
              </a:extLst>
            </p:cNvPr>
            <p:cNvSpPr>
              <a:spLocks/>
            </p:cNvSpPr>
            <p:nvPr/>
          </p:nvSpPr>
          <p:spPr bwMode="auto">
            <a:xfrm>
              <a:off x="1173163" y="4056063"/>
              <a:ext cx="306388" cy="304800"/>
            </a:xfrm>
            <a:custGeom>
              <a:avLst/>
              <a:gdLst>
                <a:gd name="T0" fmla="*/ 0 w 193"/>
                <a:gd name="T1" fmla="*/ 174 h 192"/>
                <a:gd name="T2" fmla="*/ 175 w 193"/>
                <a:gd name="T3" fmla="*/ 0 h 192"/>
                <a:gd name="T4" fmla="*/ 193 w 193"/>
                <a:gd name="T5" fmla="*/ 18 h 192"/>
                <a:gd name="T6" fmla="*/ 18 w 193"/>
                <a:gd name="T7" fmla="*/ 192 h 192"/>
                <a:gd name="T8" fmla="*/ 0 w 193"/>
                <a:gd name="T9" fmla="*/ 174 h 192"/>
              </a:gdLst>
              <a:ahLst/>
              <a:cxnLst>
                <a:cxn ang="0">
                  <a:pos x="T0" y="T1"/>
                </a:cxn>
                <a:cxn ang="0">
                  <a:pos x="T2" y="T3"/>
                </a:cxn>
                <a:cxn ang="0">
                  <a:pos x="T4" y="T5"/>
                </a:cxn>
                <a:cxn ang="0">
                  <a:pos x="T6" y="T7"/>
                </a:cxn>
                <a:cxn ang="0">
                  <a:pos x="T8" y="T9"/>
                </a:cxn>
              </a:cxnLst>
              <a:rect l="0" t="0" r="r" b="b"/>
              <a:pathLst>
                <a:path w="193" h="192">
                  <a:moveTo>
                    <a:pt x="0" y="174"/>
                  </a:moveTo>
                  <a:lnTo>
                    <a:pt x="175" y="0"/>
                  </a:lnTo>
                  <a:lnTo>
                    <a:pt x="193" y="18"/>
                  </a:lnTo>
                  <a:lnTo>
                    <a:pt x="18" y="192"/>
                  </a:lnTo>
                  <a:lnTo>
                    <a:pt x="0"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Rectangle 19">
              <a:extLst>
                <a:ext uri="{FF2B5EF4-FFF2-40B4-BE49-F238E27FC236}">
                  <a16:creationId xmlns:a16="http://schemas.microsoft.com/office/drawing/2014/main" id="{4D15AB71-4C87-4F96-A6F1-334D55AADD61}"/>
                </a:ext>
              </a:extLst>
            </p:cNvPr>
            <p:cNvSpPr>
              <a:spLocks noChangeArrowheads="1"/>
            </p:cNvSpPr>
            <p:nvPr/>
          </p:nvSpPr>
          <p:spPr bwMode="auto">
            <a:xfrm>
              <a:off x="1106488" y="1897063"/>
              <a:ext cx="98425" cy="12827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Rectangle 20">
              <a:extLst>
                <a:ext uri="{FF2B5EF4-FFF2-40B4-BE49-F238E27FC236}">
                  <a16:creationId xmlns:a16="http://schemas.microsoft.com/office/drawing/2014/main" id="{248F0BE9-E11B-4028-814F-E2A724D173CD}"/>
                </a:ext>
              </a:extLst>
            </p:cNvPr>
            <p:cNvSpPr>
              <a:spLocks noChangeArrowheads="1"/>
            </p:cNvSpPr>
            <p:nvPr/>
          </p:nvSpPr>
          <p:spPr bwMode="auto">
            <a:xfrm>
              <a:off x="1450975" y="1897063"/>
              <a:ext cx="85725" cy="12827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Rectangle 21">
              <a:extLst>
                <a:ext uri="{FF2B5EF4-FFF2-40B4-BE49-F238E27FC236}">
                  <a16:creationId xmlns:a16="http://schemas.microsoft.com/office/drawing/2014/main" id="{DEB11266-49E8-4D24-8542-C4A048AF02C9}"/>
                </a:ext>
              </a:extLst>
            </p:cNvPr>
            <p:cNvSpPr>
              <a:spLocks noChangeArrowheads="1"/>
            </p:cNvSpPr>
            <p:nvPr/>
          </p:nvSpPr>
          <p:spPr bwMode="auto">
            <a:xfrm>
              <a:off x="1147763" y="1897063"/>
              <a:ext cx="357188" cy="635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22">
              <a:extLst>
                <a:ext uri="{FF2B5EF4-FFF2-40B4-BE49-F238E27FC236}">
                  <a16:creationId xmlns:a16="http://schemas.microsoft.com/office/drawing/2014/main" id="{D411A65D-2AF3-496C-83AD-506A50975E91}"/>
                </a:ext>
              </a:extLst>
            </p:cNvPr>
            <p:cNvSpPr>
              <a:spLocks/>
            </p:cNvSpPr>
            <p:nvPr/>
          </p:nvSpPr>
          <p:spPr bwMode="auto">
            <a:xfrm>
              <a:off x="1173163" y="1925638"/>
              <a:ext cx="306388" cy="304800"/>
            </a:xfrm>
            <a:custGeom>
              <a:avLst/>
              <a:gdLst>
                <a:gd name="T0" fmla="*/ 175 w 193"/>
                <a:gd name="T1" fmla="*/ 192 h 192"/>
                <a:gd name="T2" fmla="*/ 0 w 193"/>
                <a:gd name="T3" fmla="*/ 18 h 192"/>
                <a:gd name="T4" fmla="*/ 18 w 193"/>
                <a:gd name="T5" fmla="*/ 0 h 192"/>
                <a:gd name="T6" fmla="*/ 193 w 193"/>
                <a:gd name="T7" fmla="*/ 174 h 192"/>
                <a:gd name="T8" fmla="*/ 175 w 193"/>
                <a:gd name="T9" fmla="*/ 192 h 192"/>
              </a:gdLst>
              <a:ahLst/>
              <a:cxnLst>
                <a:cxn ang="0">
                  <a:pos x="T0" y="T1"/>
                </a:cxn>
                <a:cxn ang="0">
                  <a:pos x="T2" y="T3"/>
                </a:cxn>
                <a:cxn ang="0">
                  <a:pos x="T4" y="T5"/>
                </a:cxn>
                <a:cxn ang="0">
                  <a:pos x="T6" y="T7"/>
                </a:cxn>
                <a:cxn ang="0">
                  <a:pos x="T8" y="T9"/>
                </a:cxn>
              </a:cxnLst>
              <a:rect l="0" t="0" r="r" b="b"/>
              <a:pathLst>
                <a:path w="193" h="192">
                  <a:moveTo>
                    <a:pt x="175" y="192"/>
                  </a:moveTo>
                  <a:lnTo>
                    <a:pt x="0" y="18"/>
                  </a:lnTo>
                  <a:lnTo>
                    <a:pt x="18" y="0"/>
                  </a:lnTo>
                  <a:lnTo>
                    <a:pt x="193" y="174"/>
                  </a:lnTo>
                  <a:lnTo>
                    <a:pt x="175"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23">
              <a:extLst>
                <a:ext uri="{FF2B5EF4-FFF2-40B4-BE49-F238E27FC236}">
                  <a16:creationId xmlns:a16="http://schemas.microsoft.com/office/drawing/2014/main" id="{340303F8-CA51-4013-9A24-EEBF9EBC0B8E}"/>
                </a:ext>
              </a:extLst>
            </p:cNvPr>
            <p:cNvSpPr>
              <a:spLocks/>
            </p:cNvSpPr>
            <p:nvPr/>
          </p:nvSpPr>
          <p:spPr bwMode="auto">
            <a:xfrm>
              <a:off x="1173163" y="1925638"/>
              <a:ext cx="306388" cy="304800"/>
            </a:xfrm>
            <a:custGeom>
              <a:avLst/>
              <a:gdLst>
                <a:gd name="T0" fmla="*/ 0 w 193"/>
                <a:gd name="T1" fmla="*/ 174 h 192"/>
                <a:gd name="T2" fmla="*/ 175 w 193"/>
                <a:gd name="T3" fmla="*/ 0 h 192"/>
                <a:gd name="T4" fmla="*/ 193 w 193"/>
                <a:gd name="T5" fmla="*/ 18 h 192"/>
                <a:gd name="T6" fmla="*/ 18 w 193"/>
                <a:gd name="T7" fmla="*/ 192 h 192"/>
                <a:gd name="T8" fmla="*/ 0 w 193"/>
                <a:gd name="T9" fmla="*/ 174 h 192"/>
              </a:gdLst>
              <a:ahLst/>
              <a:cxnLst>
                <a:cxn ang="0">
                  <a:pos x="T0" y="T1"/>
                </a:cxn>
                <a:cxn ang="0">
                  <a:pos x="T2" y="T3"/>
                </a:cxn>
                <a:cxn ang="0">
                  <a:pos x="T4" y="T5"/>
                </a:cxn>
                <a:cxn ang="0">
                  <a:pos x="T6" y="T7"/>
                </a:cxn>
                <a:cxn ang="0">
                  <a:pos x="T8" y="T9"/>
                </a:cxn>
              </a:cxnLst>
              <a:rect l="0" t="0" r="r" b="b"/>
              <a:pathLst>
                <a:path w="193" h="192">
                  <a:moveTo>
                    <a:pt x="0" y="174"/>
                  </a:moveTo>
                  <a:lnTo>
                    <a:pt x="175" y="0"/>
                  </a:lnTo>
                  <a:lnTo>
                    <a:pt x="193" y="18"/>
                  </a:lnTo>
                  <a:lnTo>
                    <a:pt x="18" y="192"/>
                  </a:lnTo>
                  <a:lnTo>
                    <a:pt x="0"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Rectangle 24">
              <a:extLst>
                <a:ext uri="{FF2B5EF4-FFF2-40B4-BE49-F238E27FC236}">
                  <a16:creationId xmlns:a16="http://schemas.microsoft.com/office/drawing/2014/main" id="{34F8A7A6-DC0C-48BD-AB47-EA5A934ABE50}"/>
                </a:ext>
              </a:extLst>
            </p:cNvPr>
            <p:cNvSpPr>
              <a:spLocks noChangeArrowheads="1"/>
            </p:cNvSpPr>
            <p:nvPr/>
          </p:nvSpPr>
          <p:spPr bwMode="auto">
            <a:xfrm>
              <a:off x="1147763" y="2189163"/>
              <a:ext cx="357188" cy="635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25">
              <a:extLst>
                <a:ext uri="{FF2B5EF4-FFF2-40B4-BE49-F238E27FC236}">
                  <a16:creationId xmlns:a16="http://schemas.microsoft.com/office/drawing/2014/main" id="{96DEEB0A-E270-4DD9-9017-7926F8547ACE}"/>
                </a:ext>
              </a:extLst>
            </p:cNvPr>
            <p:cNvSpPr>
              <a:spLocks/>
            </p:cNvSpPr>
            <p:nvPr/>
          </p:nvSpPr>
          <p:spPr bwMode="auto">
            <a:xfrm>
              <a:off x="1173163" y="2217738"/>
              <a:ext cx="306388" cy="306387"/>
            </a:xfrm>
            <a:custGeom>
              <a:avLst/>
              <a:gdLst>
                <a:gd name="T0" fmla="*/ 175 w 193"/>
                <a:gd name="T1" fmla="*/ 193 h 193"/>
                <a:gd name="T2" fmla="*/ 0 w 193"/>
                <a:gd name="T3" fmla="*/ 18 h 193"/>
                <a:gd name="T4" fmla="*/ 18 w 193"/>
                <a:gd name="T5" fmla="*/ 0 h 193"/>
                <a:gd name="T6" fmla="*/ 193 w 193"/>
                <a:gd name="T7" fmla="*/ 175 h 193"/>
                <a:gd name="T8" fmla="*/ 175 w 193"/>
                <a:gd name="T9" fmla="*/ 193 h 193"/>
              </a:gdLst>
              <a:ahLst/>
              <a:cxnLst>
                <a:cxn ang="0">
                  <a:pos x="T0" y="T1"/>
                </a:cxn>
                <a:cxn ang="0">
                  <a:pos x="T2" y="T3"/>
                </a:cxn>
                <a:cxn ang="0">
                  <a:pos x="T4" y="T5"/>
                </a:cxn>
                <a:cxn ang="0">
                  <a:pos x="T6" y="T7"/>
                </a:cxn>
                <a:cxn ang="0">
                  <a:pos x="T8" y="T9"/>
                </a:cxn>
              </a:cxnLst>
              <a:rect l="0" t="0" r="r" b="b"/>
              <a:pathLst>
                <a:path w="193" h="193">
                  <a:moveTo>
                    <a:pt x="175" y="193"/>
                  </a:moveTo>
                  <a:lnTo>
                    <a:pt x="0" y="18"/>
                  </a:lnTo>
                  <a:lnTo>
                    <a:pt x="18" y="0"/>
                  </a:lnTo>
                  <a:lnTo>
                    <a:pt x="193" y="175"/>
                  </a:lnTo>
                  <a:lnTo>
                    <a:pt x="175"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26">
              <a:extLst>
                <a:ext uri="{FF2B5EF4-FFF2-40B4-BE49-F238E27FC236}">
                  <a16:creationId xmlns:a16="http://schemas.microsoft.com/office/drawing/2014/main" id="{B5AAD273-90EB-45E1-9BBE-8741FDB77206}"/>
                </a:ext>
              </a:extLst>
            </p:cNvPr>
            <p:cNvSpPr>
              <a:spLocks/>
            </p:cNvSpPr>
            <p:nvPr/>
          </p:nvSpPr>
          <p:spPr bwMode="auto">
            <a:xfrm>
              <a:off x="1173163" y="2217738"/>
              <a:ext cx="306388" cy="306387"/>
            </a:xfrm>
            <a:custGeom>
              <a:avLst/>
              <a:gdLst>
                <a:gd name="T0" fmla="*/ 0 w 193"/>
                <a:gd name="T1" fmla="*/ 175 h 193"/>
                <a:gd name="T2" fmla="*/ 175 w 193"/>
                <a:gd name="T3" fmla="*/ 0 h 193"/>
                <a:gd name="T4" fmla="*/ 193 w 193"/>
                <a:gd name="T5" fmla="*/ 18 h 193"/>
                <a:gd name="T6" fmla="*/ 18 w 193"/>
                <a:gd name="T7" fmla="*/ 193 h 193"/>
                <a:gd name="T8" fmla="*/ 0 w 193"/>
                <a:gd name="T9" fmla="*/ 175 h 193"/>
              </a:gdLst>
              <a:ahLst/>
              <a:cxnLst>
                <a:cxn ang="0">
                  <a:pos x="T0" y="T1"/>
                </a:cxn>
                <a:cxn ang="0">
                  <a:pos x="T2" y="T3"/>
                </a:cxn>
                <a:cxn ang="0">
                  <a:pos x="T4" y="T5"/>
                </a:cxn>
                <a:cxn ang="0">
                  <a:pos x="T6" y="T7"/>
                </a:cxn>
                <a:cxn ang="0">
                  <a:pos x="T8" y="T9"/>
                </a:cxn>
              </a:cxnLst>
              <a:rect l="0" t="0" r="r" b="b"/>
              <a:pathLst>
                <a:path w="193" h="193">
                  <a:moveTo>
                    <a:pt x="0" y="175"/>
                  </a:moveTo>
                  <a:lnTo>
                    <a:pt x="175" y="0"/>
                  </a:lnTo>
                  <a:lnTo>
                    <a:pt x="193" y="18"/>
                  </a:lnTo>
                  <a:lnTo>
                    <a:pt x="18" y="193"/>
                  </a:lnTo>
                  <a:lnTo>
                    <a:pt x="0" y="1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Rectangle 27">
              <a:extLst>
                <a:ext uri="{FF2B5EF4-FFF2-40B4-BE49-F238E27FC236}">
                  <a16:creationId xmlns:a16="http://schemas.microsoft.com/office/drawing/2014/main" id="{8DF0AAEB-1341-4548-A29D-7A9DC2A17F5A}"/>
                </a:ext>
              </a:extLst>
            </p:cNvPr>
            <p:cNvSpPr>
              <a:spLocks noChangeArrowheads="1"/>
            </p:cNvSpPr>
            <p:nvPr/>
          </p:nvSpPr>
          <p:spPr bwMode="auto">
            <a:xfrm>
              <a:off x="1147763" y="2482850"/>
              <a:ext cx="357188" cy="635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28">
              <a:extLst>
                <a:ext uri="{FF2B5EF4-FFF2-40B4-BE49-F238E27FC236}">
                  <a16:creationId xmlns:a16="http://schemas.microsoft.com/office/drawing/2014/main" id="{2CC3CCCD-AA24-440F-A0BE-897C9281D355}"/>
                </a:ext>
              </a:extLst>
            </p:cNvPr>
            <p:cNvSpPr>
              <a:spLocks/>
            </p:cNvSpPr>
            <p:nvPr/>
          </p:nvSpPr>
          <p:spPr bwMode="auto">
            <a:xfrm>
              <a:off x="1173163" y="2511425"/>
              <a:ext cx="306388" cy="304800"/>
            </a:xfrm>
            <a:custGeom>
              <a:avLst/>
              <a:gdLst>
                <a:gd name="T0" fmla="*/ 175 w 193"/>
                <a:gd name="T1" fmla="*/ 192 h 192"/>
                <a:gd name="T2" fmla="*/ 0 w 193"/>
                <a:gd name="T3" fmla="*/ 18 h 192"/>
                <a:gd name="T4" fmla="*/ 18 w 193"/>
                <a:gd name="T5" fmla="*/ 0 h 192"/>
                <a:gd name="T6" fmla="*/ 193 w 193"/>
                <a:gd name="T7" fmla="*/ 174 h 192"/>
                <a:gd name="T8" fmla="*/ 175 w 193"/>
                <a:gd name="T9" fmla="*/ 192 h 192"/>
              </a:gdLst>
              <a:ahLst/>
              <a:cxnLst>
                <a:cxn ang="0">
                  <a:pos x="T0" y="T1"/>
                </a:cxn>
                <a:cxn ang="0">
                  <a:pos x="T2" y="T3"/>
                </a:cxn>
                <a:cxn ang="0">
                  <a:pos x="T4" y="T5"/>
                </a:cxn>
                <a:cxn ang="0">
                  <a:pos x="T6" y="T7"/>
                </a:cxn>
                <a:cxn ang="0">
                  <a:pos x="T8" y="T9"/>
                </a:cxn>
              </a:cxnLst>
              <a:rect l="0" t="0" r="r" b="b"/>
              <a:pathLst>
                <a:path w="193" h="192">
                  <a:moveTo>
                    <a:pt x="175" y="192"/>
                  </a:moveTo>
                  <a:lnTo>
                    <a:pt x="0" y="18"/>
                  </a:lnTo>
                  <a:lnTo>
                    <a:pt x="18" y="0"/>
                  </a:lnTo>
                  <a:lnTo>
                    <a:pt x="193" y="174"/>
                  </a:lnTo>
                  <a:lnTo>
                    <a:pt x="175"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29">
              <a:extLst>
                <a:ext uri="{FF2B5EF4-FFF2-40B4-BE49-F238E27FC236}">
                  <a16:creationId xmlns:a16="http://schemas.microsoft.com/office/drawing/2014/main" id="{034501E6-BB13-484D-861F-D4CFA91A5D7D}"/>
                </a:ext>
              </a:extLst>
            </p:cNvPr>
            <p:cNvSpPr>
              <a:spLocks/>
            </p:cNvSpPr>
            <p:nvPr/>
          </p:nvSpPr>
          <p:spPr bwMode="auto">
            <a:xfrm>
              <a:off x="1173163" y="2511425"/>
              <a:ext cx="306388" cy="304800"/>
            </a:xfrm>
            <a:custGeom>
              <a:avLst/>
              <a:gdLst>
                <a:gd name="T0" fmla="*/ 0 w 193"/>
                <a:gd name="T1" fmla="*/ 174 h 192"/>
                <a:gd name="T2" fmla="*/ 175 w 193"/>
                <a:gd name="T3" fmla="*/ 0 h 192"/>
                <a:gd name="T4" fmla="*/ 193 w 193"/>
                <a:gd name="T5" fmla="*/ 18 h 192"/>
                <a:gd name="T6" fmla="*/ 18 w 193"/>
                <a:gd name="T7" fmla="*/ 192 h 192"/>
                <a:gd name="T8" fmla="*/ 0 w 193"/>
                <a:gd name="T9" fmla="*/ 174 h 192"/>
              </a:gdLst>
              <a:ahLst/>
              <a:cxnLst>
                <a:cxn ang="0">
                  <a:pos x="T0" y="T1"/>
                </a:cxn>
                <a:cxn ang="0">
                  <a:pos x="T2" y="T3"/>
                </a:cxn>
                <a:cxn ang="0">
                  <a:pos x="T4" y="T5"/>
                </a:cxn>
                <a:cxn ang="0">
                  <a:pos x="T6" y="T7"/>
                </a:cxn>
                <a:cxn ang="0">
                  <a:pos x="T8" y="T9"/>
                </a:cxn>
              </a:cxnLst>
              <a:rect l="0" t="0" r="r" b="b"/>
              <a:pathLst>
                <a:path w="193" h="192">
                  <a:moveTo>
                    <a:pt x="0" y="174"/>
                  </a:moveTo>
                  <a:lnTo>
                    <a:pt x="175" y="0"/>
                  </a:lnTo>
                  <a:lnTo>
                    <a:pt x="193" y="18"/>
                  </a:lnTo>
                  <a:lnTo>
                    <a:pt x="18" y="192"/>
                  </a:lnTo>
                  <a:lnTo>
                    <a:pt x="0"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Rectangle 30">
              <a:extLst>
                <a:ext uri="{FF2B5EF4-FFF2-40B4-BE49-F238E27FC236}">
                  <a16:creationId xmlns:a16="http://schemas.microsoft.com/office/drawing/2014/main" id="{0D67A953-9F89-4360-9C0B-AD7C57905AB1}"/>
                </a:ext>
              </a:extLst>
            </p:cNvPr>
            <p:cNvSpPr>
              <a:spLocks noChangeArrowheads="1"/>
            </p:cNvSpPr>
            <p:nvPr/>
          </p:nvSpPr>
          <p:spPr bwMode="auto">
            <a:xfrm>
              <a:off x="1147763" y="2774950"/>
              <a:ext cx="357188" cy="635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31">
              <a:extLst>
                <a:ext uri="{FF2B5EF4-FFF2-40B4-BE49-F238E27FC236}">
                  <a16:creationId xmlns:a16="http://schemas.microsoft.com/office/drawing/2014/main" id="{959C6397-6B14-4BF1-939F-1CEBB2C9267F}"/>
                </a:ext>
              </a:extLst>
            </p:cNvPr>
            <p:cNvSpPr>
              <a:spLocks/>
            </p:cNvSpPr>
            <p:nvPr/>
          </p:nvSpPr>
          <p:spPr bwMode="auto">
            <a:xfrm>
              <a:off x="1173163" y="2803525"/>
              <a:ext cx="306388" cy="306387"/>
            </a:xfrm>
            <a:custGeom>
              <a:avLst/>
              <a:gdLst>
                <a:gd name="T0" fmla="*/ 175 w 193"/>
                <a:gd name="T1" fmla="*/ 193 h 193"/>
                <a:gd name="T2" fmla="*/ 0 w 193"/>
                <a:gd name="T3" fmla="*/ 18 h 193"/>
                <a:gd name="T4" fmla="*/ 18 w 193"/>
                <a:gd name="T5" fmla="*/ 0 h 193"/>
                <a:gd name="T6" fmla="*/ 193 w 193"/>
                <a:gd name="T7" fmla="*/ 175 h 193"/>
                <a:gd name="T8" fmla="*/ 175 w 193"/>
                <a:gd name="T9" fmla="*/ 193 h 193"/>
              </a:gdLst>
              <a:ahLst/>
              <a:cxnLst>
                <a:cxn ang="0">
                  <a:pos x="T0" y="T1"/>
                </a:cxn>
                <a:cxn ang="0">
                  <a:pos x="T2" y="T3"/>
                </a:cxn>
                <a:cxn ang="0">
                  <a:pos x="T4" y="T5"/>
                </a:cxn>
                <a:cxn ang="0">
                  <a:pos x="T6" y="T7"/>
                </a:cxn>
                <a:cxn ang="0">
                  <a:pos x="T8" y="T9"/>
                </a:cxn>
              </a:cxnLst>
              <a:rect l="0" t="0" r="r" b="b"/>
              <a:pathLst>
                <a:path w="193" h="193">
                  <a:moveTo>
                    <a:pt x="175" y="193"/>
                  </a:moveTo>
                  <a:lnTo>
                    <a:pt x="0" y="18"/>
                  </a:lnTo>
                  <a:lnTo>
                    <a:pt x="18" y="0"/>
                  </a:lnTo>
                  <a:lnTo>
                    <a:pt x="193" y="175"/>
                  </a:lnTo>
                  <a:lnTo>
                    <a:pt x="175"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32">
              <a:extLst>
                <a:ext uri="{FF2B5EF4-FFF2-40B4-BE49-F238E27FC236}">
                  <a16:creationId xmlns:a16="http://schemas.microsoft.com/office/drawing/2014/main" id="{086DEA11-5A0F-41A0-9E58-93A548D404C8}"/>
                </a:ext>
              </a:extLst>
            </p:cNvPr>
            <p:cNvSpPr>
              <a:spLocks/>
            </p:cNvSpPr>
            <p:nvPr/>
          </p:nvSpPr>
          <p:spPr bwMode="auto">
            <a:xfrm>
              <a:off x="1173163" y="2803525"/>
              <a:ext cx="306388" cy="306387"/>
            </a:xfrm>
            <a:custGeom>
              <a:avLst/>
              <a:gdLst>
                <a:gd name="T0" fmla="*/ 0 w 193"/>
                <a:gd name="T1" fmla="*/ 175 h 193"/>
                <a:gd name="T2" fmla="*/ 175 w 193"/>
                <a:gd name="T3" fmla="*/ 0 h 193"/>
                <a:gd name="T4" fmla="*/ 193 w 193"/>
                <a:gd name="T5" fmla="*/ 18 h 193"/>
                <a:gd name="T6" fmla="*/ 18 w 193"/>
                <a:gd name="T7" fmla="*/ 193 h 193"/>
                <a:gd name="T8" fmla="*/ 0 w 193"/>
                <a:gd name="T9" fmla="*/ 175 h 193"/>
              </a:gdLst>
              <a:ahLst/>
              <a:cxnLst>
                <a:cxn ang="0">
                  <a:pos x="T0" y="T1"/>
                </a:cxn>
                <a:cxn ang="0">
                  <a:pos x="T2" y="T3"/>
                </a:cxn>
                <a:cxn ang="0">
                  <a:pos x="T4" y="T5"/>
                </a:cxn>
                <a:cxn ang="0">
                  <a:pos x="T6" y="T7"/>
                </a:cxn>
                <a:cxn ang="0">
                  <a:pos x="T8" y="T9"/>
                </a:cxn>
              </a:cxnLst>
              <a:rect l="0" t="0" r="r" b="b"/>
              <a:pathLst>
                <a:path w="193" h="193">
                  <a:moveTo>
                    <a:pt x="0" y="175"/>
                  </a:moveTo>
                  <a:lnTo>
                    <a:pt x="175" y="0"/>
                  </a:lnTo>
                  <a:lnTo>
                    <a:pt x="193" y="18"/>
                  </a:lnTo>
                  <a:lnTo>
                    <a:pt x="18" y="193"/>
                  </a:lnTo>
                  <a:lnTo>
                    <a:pt x="0" y="1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Rectangle 33">
              <a:extLst>
                <a:ext uri="{FF2B5EF4-FFF2-40B4-BE49-F238E27FC236}">
                  <a16:creationId xmlns:a16="http://schemas.microsoft.com/office/drawing/2014/main" id="{95EF28D8-427E-4E48-8227-A39E83E63756}"/>
                </a:ext>
              </a:extLst>
            </p:cNvPr>
            <p:cNvSpPr>
              <a:spLocks noChangeArrowheads="1"/>
            </p:cNvSpPr>
            <p:nvPr/>
          </p:nvSpPr>
          <p:spPr bwMode="auto">
            <a:xfrm>
              <a:off x="1179513" y="919163"/>
              <a:ext cx="44450" cy="9810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Rectangle 34">
              <a:extLst>
                <a:ext uri="{FF2B5EF4-FFF2-40B4-BE49-F238E27FC236}">
                  <a16:creationId xmlns:a16="http://schemas.microsoft.com/office/drawing/2014/main" id="{8AB2938F-B634-4E8A-B393-1E4DB0460B8D}"/>
                </a:ext>
              </a:extLst>
            </p:cNvPr>
            <p:cNvSpPr>
              <a:spLocks noChangeArrowheads="1"/>
            </p:cNvSpPr>
            <p:nvPr/>
          </p:nvSpPr>
          <p:spPr bwMode="auto">
            <a:xfrm>
              <a:off x="1412875" y="919163"/>
              <a:ext cx="53975" cy="9810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Rectangle 35">
              <a:extLst>
                <a:ext uri="{FF2B5EF4-FFF2-40B4-BE49-F238E27FC236}">
                  <a16:creationId xmlns:a16="http://schemas.microsoft.com/office/drawing/2014/main" id="{7AC677A7-BB8A-491C-A45F-A59C133CF522}"/>
                </a:ext>
              </a:extLst>
            </p:cNvPr>
            <p:cNvSpPr>
              <a:spLocks noChangeArrowheads="1"/>
            </p:cNvSpPr>
            <p:nvPr/>
          </p:nvSpPr>
          <p:spPr bwMode="auto">
            <a:xfrm>
              <a:off x="1179513" y="915988"/>
              <a:ext cx="2746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36">
              <a:extLst>
                <a:ext uri="{FF2B5EF4-FFF2-40B4-BE49-F238E27FC236}">
                  <a16:creationId xmlns:a16="http://schemas.microsoft.com/office/drawing/2014/main" id="{0BF19144-EB5A-46F2-A7B5-9BFF79F927E3}"/>
                </a:ext>
              </a:extLst>
            </p:cNvPr>
            <p:cNvSpPr>
              <a:spLocks/>
            </p:cNvSpPr>
            <p:nvPr/>
          </p:nvSpPr>
          <p:spPr bwMode="auto">
            <a:xfrm>
              <a:off x="1198563" y="938213"/>
              <a:ext cx="236538" cy="234950"/>
            </a:xfrm>
            <a:custGeom>
              <a:avLst/>
              <a:gdLst>
                <a:gd name="T0" fmla="*/ 135 w 149"/>
                <a:gd name="T1" fmla="*/ 148 h 148"/>
                <a:gd name="T2" fmla="*/ 0 w 149"/>
                <a:gd name="T3" fmla="*/ 14 h 148"/>
                <a:gd name="T4" fmla="*/ 14 w 149"/>
                <a:gd name="T5" fmla="*/ 0 h 148"/>
                <a:gd name="T6" fmla="*/ 149 w 149"/>
                <a:gd name="T7" fmla="*/ 134 h 148"/>
                <a:gd name="T8" fmla="*/ 135 w 149"/>
                <a:gd name="T9" fmla="*/ 148 h 148"/>
              </a:gdLst>
              <a:ahLst/>
              <a:cxnLst>
                <a:cxn ang="0">
                  <a:pos x="T0" y="T1"/>
                </a:cxn>
                <a:cxn ang="0">
                  <a:pos x="T2" y="T3"/>
                </a:cxn>
                <a:cxn ang="0">
                  <a:pos x="T4" y="T5"/>
                </a:cxn>
                <a:cxn ang="0">
                  <a:pos x="T6" y="T7"/>
                </a:cxn>
                <a:cxn ang="0">
                  <a:pos x="T8" y="T9"/>
                </a:cxn>
              </a:cxnLst>
              <a:rect l="0" t="0" r="r" b="b"/>
              <a:pathLst>
                <a:path w="149" h="148">
                  <a:moveTo>
                    <a:pt x="135" y="148"/>
                  </a:moveTo>
                  <a:lnTo>
                    <a:pt x="0" y="14"/>
                  </a:lnTo>
                  <a:lnTo>
                    <a:pt x="14" y="0"/>
                  </a:lnTo>
                  <a:lnTo>
                    <a:pt x="149" y="134"/>
                  </a:lnTo>
                  <a:lnTo>
                    <a:pt x="135" y="1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37">
              <a:extLst>
                <a:ext uri="{FF2B5EF4-FFF2-40B4-BE49-F238E27FC236}">
                  <a16:creationId xmlns:a16="http://schemas.microsoft.com/office/drawing/2014/main" id="{3DE460ED-F9F1-4390-B1B1-E1F0AAB4F677}"/>
                </a:ext>
              </a:extLst>
            </p:cNvPr>
            <p:cNvSpPr>
              <a:spLocks/>
            </p:cNvSpPr>
            <p:nvPr/>
          </p:nvSpPr>
          <p:spPr bwMode="auto">
            <a:xfrm>
              <a:off x="1198563" y="938213"/>
              <a:ext cx="236538" cy="234950"/>
            </a:xfrm>
            <a:custGeom>
              <a:avLst/>
              <a:gdLst>
                <a:gd name="T0" fmla="*/ 0 w 149"/>
                <a:gd name="T1" fmla="*/ 134 h 148"/>
                <a:gd name="T2" fmla="*/ 135 w 149"/>
                <a:gd name="T3" fmla="*/ 0 h 148"/>
                <a:gd name="T4" fmla="*/ 149 w 149"/>
                <a:gd name="T5" fmla="*/ 14 h 148"/>
                <a:gd name="T6" fmla="*/ 14 w 149"/>
                <a:gd name="T7" fmla="*/ 148 h 148"/>
                <a:gd name="T8" fmla="*/ 0 w 149"/>
                <a:gd name="T9" fmla="*/ 134 h 148"/>
              </a:gdLst>
              <a:ahLst/>
              <a:cxnLst>
                <a:cxn ang="0">
                  <a:pos x="T0" y="T1"/>
                </a:cxn>
                <a:cxn ang="0">
                  <a:pos x="T2" y="T3"/>
                </a:cxn>
                <a:cxn ang="0">
                  <a:pos x="T4" y="T5"/>
                </a:cxn>
                <a:cxn ang="0">
                  <a:pos x="T6" y="T7"/>
                </a:cxn>
                <a:cxn ang="0">
                  <a:pos x="T8" y="T9"/>
                </a:cxn>
              </a:cxnLst>
              <a:rect l="0" t="0" r="r" b="b"/>
              <a:pathLst>
                <a:path w="149" h="148">
                  <a:moveTo>
                    <a:pt x="0" y="134"/>
                  </a:moveTo>
                  <a:lnTo>
                    <a:pt x="135" y="0"/>
                  </a:lnTo>
                  <a:lnTo>
                    <a:pt x="149" y="14"/>
                  </a:lnTo>
                  <a:lnTo>
                    <a:pt x="14" y="148"/>
                  </a:lnTo>
                  <a:lnTo>
                    <a:pt x="0" y="1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Rectangle 38">
              <a:extLst>
                <a:ext uri="{FF2B5EF4-FFF2-40B4-BE49-F238E27FC236}">
                  <a16:creationId xmlns:a16="http://schemas.microsoft.com/office/drawing/2014/main" id="{A0875147-4462-4486-A8D9-B5FBD6147DCE}"/>
                </a:ext>
              </a:extLst>
            </p:cNvPr>
            <p:cNvSpPr>
              <a:spLocks noChangeArrowheads="1"/>
            </p:cNvSpPr>
            <p:nvPr/>
          </p:nvSpPr>
          <p:spPr bwMode="auto">
            <a:xfrm>
              <a:off x="1179513" y="1141413"/>
              <a:ext cx="2746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39">
              <a:extLst>
                <a:ext uri="{FF2B5EF4-FFF2-40B4-BE49-F238E27FC236}">
                  <a16:creationId xmlns:a16="http://schemas.microsoft.com/office/drawing/2014/main" id="{F9D2850E-CADF-4A4F-9B9D-93A82DE33BF6}"/>
                </a:ext>
              </a:extLst>
            </p:cNvPr>
            <p:cNvSpPr>
              <a:spLocks/>
            </p:cNvSpPr>
            <p:nvPr/>
          </p:nvSpPr>
          <p:spPr bwMode="auto">
            <a:xfrm>
              <a:off x="1198563" y="1160463"/>
              <a:ext cx="236538" cy="236537"/>
            </a:xfrm>
            <a:custGeom>
              <a:avLst/>
              <a:gdLst>
                <a:gd name="T0" fmla="*/ 135 w 149"/>
                <a:gd name="T1" fmla="*/ 149 h 149"/>
                <a:gd name="T2" fmla="*/ 0 w 149"/>
                <a:gd name="T3" fmla="*/ 14 h 149"/>
                <a:gd name="T4" fmla="*/ 14 w 149"/>
                <a:gd name="T5" fmla="*/ 0 h 149"/>
                <a:gd name="T6" fmla="*/ 149 w 149"/>
                <a:gd name="T7" fmla="*/ 135 h 149"/>
                <a:gd name="T8" fmla="*/ 135 w 149"/>
                <a:gd name="T9" fmla="*/ 149 h 149"/>
              </a:gdLst>
              <a:ahLst/>
              <a:cxnLst>
                <a:cxn ang="0">
                  <a:pos x="T0" y="T1"/>
                </a:cxn>
                <a:cxn ang="0">
                  <a:pos x="T2" y="T3"/>
                </a:cxn>
                <a:cxn ang="0">
                  <a:pos x="T4" y="T5"/>
                </a:cxn>
                <a:cxn ang="0">
                  <a:pos x="T6" y="T7"/>
                </a:cxn>
                <a:cxn ang="0">
                  <a:pos x="T8" y="T9"/>
                </a:cxn>
              </a:cxnLst>
              <a:rect l="0" t="0" r="r" b="b"/>
              <a:pathLst>
                <a:path w="149" h="149">
                  <a:moveTo>
                    <a:pt x="135" y="149"/>
                  </a:moveTo>
                  <a:lnTo>
                    <a:pt x="0" y="14"/>
                  </a:lnTo>
                  <a:lnTo>
                    <a:pt x="14" y="0"/>
                  </a:lnTo>
                  <a:lnTo>
                    <a:pt x="149" y="135"/>
                  </a:lnTo>
                  <a:lnTo>
                    <a:pt x="135" y="1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40">
              <a:extLst>
                <a:ext uri="{FF2B5EF4-FFF2-40B4-BE49-F238E27FC236}">
                  <a16:creationId xmlns:a16="http://schemas.microsoft.com/office/drawing/2014/main" id="{FEEF3CDA-2F3C-4EF7-A0D3-8A4AA9FD7275}"/>
                </a:ext>
              </a:extLst>
            </p:cNvPr>
            <p:cNvSpPr>
              <a:spLocks/>
            </p:cNvSpPr>
            <p:nvPr/>
          </p:nvSpPr>
          <p:spPr bwMode="auto">
            <a:xfrm>
              <a:off x="1198563" y="1160463"/>
              <a:ext cx="236538" cy="236537"/>
            </a:xfrm>
            <a:custGeom>
              <a:avLst/>
              <a:gdLst>
                <a:gd name="T0" fmla="*/ 0 w 149"/>
                <a:gd name="T1" fmla="*/ 135 h 149"/>
                <a:gd name="T2" fmla="*/ 135 w 149"/>
                <a:gd name="T3" fmla="*/ 0 h 149"/>
                <a:gd name="T4" fmla="*/ 149 w 149"/>
                <a:gd name="T5" fmla="*/ 14 h 149"/>
                <a:gd name="T6" fmla="*/ 14 w 149"/>
                <a:gd name="T7" fmla="*/ 149 h 149"/>
                <a:gd name="T8" fmla="*/ 0 w 149"/>
                <a:gd name="T9" fmla="*/ 135 h 149"/>
              </a:gdLst>
              <a:ahLst/>
              <a:cxnLst>
                <a:cxn ang="0">
                  <a:pos x="T0" y="T1"/>
                </a:cxn>
                <a:cxn ang="0">
                  <a:pos x="T2" y="T3"/>
                </a:cxn>
                <a:cxn ang="0">
                  <a:pos x="T4" y="T5"/>
                </a:cxn>
                <a:cxn ang="0">
                  <a:pos x="T6" y="T7"/>
                </a:cxn>
                <a:cxn ang="0">
                  <a:pos x="T8" y="T9"/>
                </a:cxn>
              </a:cxnLst>
              <a:rect l="0" t="0" r="r" b="b"/>
              <a:pathLst>
                <a:path w="149" h="149">
                  <a:moveTo>
                    <a:pt x="0" y="135"/>
                  </a:moveTo>
                  <a:lnTo>
                    <a:pt x="135" y="0"/>
                  </a:lnTo>
                  <a:lnTo>
                    <a:pt x="149" y="14"/>
                  </a:lnTo>
                  <a:lnTo>
                    <a:pt x="14" y="149"/>
                  </a:lnTo>
                  <a:lnTo>
                    <a:pt x="0" y="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Rectangle 41">
              <a:extLst>
                <a:ext uri="{FF2B5EF4-FFF2-40B4-BE49-F238E27FC236}">
                  <a16:creationId xmlns:a16="http://schemas.microsoft.com/office/drawing/2014/main" id="{3342AED6-93BC-4255-97D4-E231A10A42FC}"/>
                </a:ext>
              </a:extLst>
            </p:cNvPr>
            <p:cNvSpPr>
              <a:spLocks noChangeArrowheads="1"/>
            </p:cNvSpPr>
            <p:nvPr/>
          </p:nvSpPr>
          <p:spPr bwMode="auto">
            <a:xfrm>
              <a:off x="1179513" y="1365250"/>
              <a:ext cx="2746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42">
              <a:extLst>
                <a:ext uri="{FF2B5EF4-FFF2-40B4-BE49-F238E27FC236}">
                  <a16:creationId xmlns:a16="http://schemas.microsoft.com/office/drawing/2014/main" id="{5D5E12A5-7039-45EB-8E89-848972235FC5}"/>
                </a:ext>
              </a:extLst>
            </p:cNvPr>
            <p:cNvSpPr>
              <a:spLocks/>
            </p:cNvSpPr>
            <p:nvPr/>
          </p:nvSpPr>
          <p:spPr bwMode="auto">
            <a:xfrm>
              <a:off x="1198563" y="1387475"/>
              <a:ext cx="236538" cy="231775"/>
            </a:xfrm>
            <a:custGeom>
              <a:avLst/>
              <a:gdLst>
                <a:gd name="T0" fmla="*/ 135 w 149"/>
                <a:gd name="T1" fmla="*/ 146 h 146"/>
                <a:gd name="T2" fmla="*/ 0 w 149"/>
                <a:gd name="T3" fmla="*/ 12 h 146"/>
                <a:gd name="T4" fmla="*/ 14 w 149"/>
                <a:gd name="T5" fmla="*/ 0 h 146"/>
                <a:gd name="T6" fmla="*/ 149 w 149"/>
                <a:gd name="T7" fmla="*/ 134 h 146"/>
                <a:gd name="T8" fmla="*/ 135 w 149"/>
                <a:gd name="T9" fmla="*/ 146 h 146"/>
              </a:gdLst>
              <a:ahLst/>
              <a:cxnLst>
                <a:cxn ang="0">
                  <a:pos x="T0" y="T1"/>
                </a:cxn>
                <a:cxn ang="0">
                  <a:pos x="T2" y="T3"/>
                </a:cxn>
                <a:cxn ang="0">
                  <a:pos x="T4" y="T5"/>
                </a:cxn>
                <a:cxn ang="0">
                  <a:pos x="T6" y="T7"/>
                </a:cxn>
                <a:cxn ang="0">
                  <a:pos x="T8" y="T9"/>
                </a:cxn>
              </a:cxnLst>
              <a:rect l="0" t="0" r="r" b="b"/>
              <a:pathLst>
                <a:path w="149" h="146">
                  <a:moveTo>
                    <a:pt x="135" y="146"/>
                  </a:moveTo>
                  <a:lnTo>
                    <a:pt x="0" y="12"/>
                  </a:lnTo>
                  <a:lnTo>
                    <a:pt x="14" y="0"/>
                  </a:lnTo>
                  <a:lnTo>
                    <a:pt x="149" y="134"/>
                  </a:lnTo>
                  <a:lnTo>
                    <a:pt x="135" y="1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43">
              <a:extLst>
                <a:ext uri="{FF2B5EF4-FFF2-40B4-BE49-F238E27FC236}">
                  <a16:creationId xmlns:a16="http://schemas.microsoft.com/office/drawing/2014/main" id="{4E825686-FC6B-43A0-9C18-8B370A8DEC37}"/>
                </a:ext>
              </a:extLst>
            </p:cNvPr>
            <p:cNvSpPr>
              <a:spLocks/>
            </p:cNvSpPr>
            <p:nvPr/>
          </p:nvSpPr>
          <p:spPr bwMode="auto">
            <a:xfrm>
              <a:off x="1198563" y="1387475"/>
              <a:ext cx="236538" cy="231775"/>
            </a:xfrm>
            <a:custGeom>
              <a:avLst/>
              <a:gdLst>
                <a:gd name="T0" fmla="*/ 0 w 149"/>
                <a:gd name="T1" fmla="*/ 134 h 146"/>
                <a:gd name="T2" fmla="*/ 135 w 149"/>
                <a:gd name="T3" fmla="*/ 0 h 146"/>
                <a:gd name="T4" fmla="*/ 149 w 149"/>
                <a:gd name="T5" fmla="*/ 12 h 146"/>
                <a:gd name="T6" fmla="*/ 14 w 149"/>
                <a:gd name="T7" fmla="*/ 146 h 146"/>
                <a:gd name="T8" fmla="*/ 0 w 149"/>
                <a:gd name="T9" fmla="*/ 134 h 146"/>
              </a:gdLst>
              <a:ahLst/>
              <a:cxnLst>
                <a:cxn ang="0">
                  <a:pos x="T0" y="T1"/>
                </a:cxn>
                <a:cxn ang="0">
                  <a:pos x="T2" y="T3"/>
                </a:cxn>
                <a:cxn ang="0">
                  <a:pos x="T4" y="T5"/>
                </a:cxn>
                <a:cxn ang="0">
                  <a:pos x="T6" y="T7"/>
                </a:cxn>
                <a:cxn ang="0">
                  <a:pos x="T8" y="T9"/>
                </a:cxn>
              </a:cxnLst>
              <a:rect l="0" t="0" r="r" b="b"/>
              <a:pathLst>
                <a:path w="149" h="146">
                  <a:moveTo>
                    <a:pt x="0" y="134"/>
                  </a:moveTo>
                  <a:lnTo>
                    <a:pt x="135" y="0"/>
                  </a:lnTo>
                  <a:lnTo>
                    <a:pt x="149" y="12"/>
                  </a:lnTo>
                  <a:lnTo>
                    <a:pt x="14" y="146"/>
                  </a:lnTo>
                  <a:lnTo>
                    <a:pt x="0" y="1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Rectangle 44">
              <a:extLst>
                <a:ext uri="{FF2B5EF4-FFF2-40B4-BE49-F238E27FC236}">
                  <a16:creationId xmlns:a16="http://schemas.microsoft.com/office/drawing/2014/main" id="{571F6FA0-0ACD-47F0-A6EA-23366BFFB77F}"/>
                </a:ext>
              </a:extLst>
            </p:cNvPr>
            <p:cNvSpPr>
              <a:spLocks noChangeArrowheads="1"/>
            </p:cNvSpPr>
            <p:nvPr/>
          </p:nvSpPr>
          <p:spPr bwMode="auto">
            <a:xfrm>
              <a:off x="1179513" y="1590675"/>
              <a:ext cx="27463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45">
              <a:extLst>
                <a:ext uri="{FF2B5EF4-FFF2-40B4-BE49-F238E27FC236}">
                  <a16:creationId xmlns:a16="http://schemas.microsoft.com/office/drawing/2014/main" id="{3782179F-EDD5-45A3-AEBF-F5BC4E4E623A}"/>
                </a:ext>
              </a:extLst>
            </p:cNvPr>
            <p:cNvSpPr>
              <a:spLocks/>
            </p:cNvSpPr>
            <p:nvPr/>
          </p:nvSpPr>
          <p:spPr bwMode="auto">
            <a:xfrm>
              <a:off x="1198563" y="1609725"/>
              <a:ext cx="236538" cy="236537"/>
            </a:xfrm>
            <a:custGeom>
              <a:avLst/>
              <a:gdLst>
                <a:gd name="T0" fmla="*/ 135 w 149"/>
                <a:gd name="T1" fmla="*/ 149 h 149"/>
                <a:gd name="T2" fmla="*/ 0 w 149"/>
                <a:gd name="T3" fmla="*/ 14 h 149"/>
                <a:gd name="T4" fmla="*/ 14 w 149"/>
                <a:gd name="T5" fmla="*/ 0 h 149"/>
                <a:gd name="T6" fmla="*/ 149 w 149"/>
                <a:gd name="T7" fmla="*/ 135 h 149"/>
                <a:gd name="T8" fmla="*/ 135 w 149"/>
                <a:gd name="T9" fmla="*/ 149 h 149"/>
              </a:gdLst>
              <a:ahLst/>
              <a:cxnLst>
                <a:cxn ang="0">
                  <a:pos x="T0" y="T1"/>
                </a:cxn>
                <a:cxn ang="0">
                  <a:pos x="T2" y="T3"/>
                </a:cxn>
                <a:cxn ang="0">
                  <a:pos x="T4" y="T5"/>
                </a:cxn>
                <a:cxn ang="0">
                  <a:pos x="T6" y="T7"/>
                </a:cxn>
                <a:cxn ang="0">
                  <a:pos x="T8" y="T9"/>
                </a:cxn>
              </a:cxnLst>
              <a:rect l="0" t="0" r="r" b="b"/>
              <a:pathLst>
                <a:path w="149" h="149">
                  <a:moveTo>
                    <a:pt x="135" y="149"/>
                  </a:moveTo>
                  <a:lnTo>
                    <a:pt x="0" y="14"/>
                  </a:lnTo>
                  <a:lnTo>
                    <a:pt x="14" y="0"/>
                  </a:lnTo>
                  <a:lnTo>
                    <a:pt x="149" y="135"/>
                  </a:lnTo>
                  <a:lnTo>
                    <a:pt x="135" y="1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46">
              <a:extLst>
                <a:ext uri="{FF2B5EF4-FFF2-40B4-BE49-F238E27FC236}">
                  <a16:creationId xmlns:a16="http://schemas.microsoft.com/office/drawing/2014/main" id="{36C073D7-7EAF-488F-9E76-4B3037D0B66B}"/>
                </a:ext>
              </a:extLst>
            </p:cNvPr>
            <p:cNvSpPr>
              <a:spLocks/>
            </p:cNvSpPr>
            <p:nvPr/>
          </p:nvSpPr>
          <p:spPr bwMode="auto">
            <a:xfrm>
              <a:off x="1198563" y="1609725"/>
              <a:ext cx="236538" cy="236537"/>
            </a:xfrm>
            <a:custGeom>
              <a:avLst/>
              <a:gdLst>
                <a:gd name="T0" fmla="*/ 0 w 149"/>
                <a:gd name="T1" fmla="*/ 135 h 149"/>
                <a:gd name="T2" fmla="*/ 135 w 149"/>
                <a:gd name="T3" fmla="*/ 0 h 149"/>
                <a:gd name="T4" fmla="*/ 149 w 149"/>
                <a:gd name="T5" fmla="*/ 14 h 149"/>
                <a:gd name="T6" fmla="*/ 14 w 149"/>
                <a:gd name="T7" fmla="*/ 149 h 149"/>
                <a:gd name="T8" fmla="*/ 0 w 149"/>
                <a:gd name="T9" fmla="*/ 135 h 149"/>
              </a:gdLst>
              <a:ahLst/>
              <a:cxnLst>
                <a:cxn ang="0">
                  <a:pos x="T0" y="T1"/>
                </a:cxn>
                <a:cxn ang="0">
                  <a:pos x="T2" y="T3"/>
                </a:cxn>
                <a:cxn ang="0">
                  <a:pos x="T4" y="T5"/>
                </a:cxn>
                <a:cxn ang="0">
                  <a:pos x="T6" y="T7"/>
                </a:cxn>
                <a:cxn ang="0">
                  <a:pos x="T8" y="T9"/>
                </a:cxn>
              </a:cxnLst>
              <a:rect l="0" t="0" r="r" b="b"/>
              <a:pathLst>
                <a:path w="149" h="149">
                  <a:moveTo>
                    <a:pt x="0" y="135"/>
                  </a:moveTo>
                  <a:lnTo>
                    <a:pt x="135" y="0"/>
                  </a:lnTo>
                  <a:lnTo>
                    <a:pt x="149" y="14"/>
                  </a:lnTo>
                  <a:lnTo>
                    <a:pt x="14" y="149"/>
                  </a:lnTo>
                  <a:lnTo>
                    <a:pt x="0" y="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Rectangle 47">
              <a:extLst>
                <a:ext uri="{FF2B5EF4-FFF2-40B4-BE49-F238E27FC236}">
                  <a16:creationId xmlns:a16="http://schemas.microsoft.com/office/drawing/2014/main" id="{CEC5BC9B-46ED-4261-A6E9-E4203D254E07}"/>
                </a:ext>
              </a:extLst>
            </p:cNvPr>
            <p:cNvSpPr>
              <a:spLocks noChangeArrowheads="1"/>
            </p:cNvSpPr>
            <p:nvPr/>
          </p:nvSpPr>
          <p:spPr bwMode="auto">
            <a:xfrm>
              <a:off x="1182688" y="217488"/>
              <a:ext cx="44450" cy="7461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Rectangle 48">
              <a:extLst>
                <a:ext uri="{FF2B5EF4-FFF2-40B4-BE49-F238E27FC236}">
                  <a16:creationId xmlns:a16="http://schemas.microsoft.com/office/drawing/2014/main" id="{3475CBE3-E77C-485B-8A25-FF8E3B7D953A}"/>
                </a:ext>
              </a:extLst>
            </p:cNvPr>
            <p:cNvSpPr>
              <a:spLocks noChangeArrowheads="1"/>
            </p:cNvSpPr>
            <p:nvPr/>
          </p:nvSpPr>
          <p:spPr bwMode="auto">
            <a:xfrm>
              <a:off x="1416050" y="217488"/>
              <a:ext cx="53975" cy="7461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49">
              <a:extLst>
                <a:ext uri="{FF2B5EF4-FFF2-40B4-BE49-F238E27FC236}">
                  <a16:creationId xmlns:a16="http://schemas.microsoft.com/office/drawing/2014/main" id="{8C3A17A5-6EF4-473C-863E-6500240DC91E}"/>
                </a:ext>
              </a:extLst>
            </p:cNvPr>
            <p:cNvSpPr>
              <a:spLocks/>
            </p:cNvSpPr>
            <p:nvPr/>
          </p:nvSpPr>
          <p:spPr bwMode="auto">
            <a:xfrm>
              <a:off x="1182688" y="65088"/>
              <a:ext cx="287338" cy="188912"/>
            </a:xfrm>
            <a:custGeom>
              <a:avLst/>
              <a:gdLst>
                <a:gd name="T0" fmla="*/ 181 w 181"/>
                <a:gd name="T1" fmla="*/ 119 h 119"/>
                <a:gd name="T2" fmla="*/ 0 w 181"/>
                <a:gd name="T3" fmla="*/ 119 h 119"/>
                <a:gd name="T4" fmla="*/ 0 w 181"/>
                <a:gd name="T5" fmla="*/ 80 h 119"/>
                <a:gd name="T6" fmla="*/ 86 w 181"/>
                <a:gd name="T7" fmla="*/ 0 h 119"/>
                <a:gd name="T8" fmla="*/ 181 w 181"/>
                <a:gd name="T9" fmla="*/ 26 h 119"/>
                <a:gd name="T10" fmla="*/ 181 w 181"/>
                <a:gd name="T11" fmla="*/ 119 h 119"/>
              </a:gdLst>
              <a:ahLst/>
              <a:cxnLst>
                <a:cxn ang="0">
                  <a:pos x="T0" y="T1"/>
                </a:cxn>
                <a:cxn ang="0">
                  <a:pos x="T2" y="T3"/>
                </a:cxn>
                <a:cxn ang="0">
                  <a:pos x="T4" y="T5"/>
                </a:cxn>
                <a:cxn ang="0">
                  <a:pos x="T6" y="T7"/>
                </a:cxn>
                <a:cxn ang="0">
                  <a:pos x="T8" y="T9"/>
                </a:cxn>
                <a:cxn ang="0">
                  <a:pos x="T10" y="T11"/>
                </a:cxn>
              </a:cxnLst>
              <a:rect l="0" t="0" r="r" b="b"/>
              <a:pathLst>
                <a:path w="181" h="119">
                  <a:moveTo>
                    <a:pt x="181" y="119"/>
                  </a:moveTo>
                  <a:lnTo>
                    <a:pt x="0" y="119"/>
                  </a:lnTo>
                  <a:lnTo>
                    <a:pt x="0" y="80"/>
                  </a:lnTo>
                  <a:lnTo>
                    <a:pt x="86" y="0"/>
                  </a:lnTo>
                  <a:lnTo>
                    <a:pt x="181" y="26"/>
                  </a:lnTo>
                  <a:lnTo>
                    <a:pt x="181" y="1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50">
              <a:extLst>
                <a:ext uri="{FF2B5EF4-FFF2-40B4-BE49-F238E27FC236}">
                  <a16:creationId xmlns:a16="http://schemas.microsoft.com/office/drawing/2014/main" id="{0063378E-9B99-4EA3-ACB8-B2242D59D609}"/>
                </a:ext>
              </a:extLst>
            </p:cNvPr>
            <p:cNvSpPr>
              <a:spLocks/>
            </p:cNvSpPr>
            <p:nvPr/>
          </p:nvSpPr>
          <p:spPr bwMode="auto">
            <a:xfrm>
              <a:off x="1201738" y="227013"/>
              <a:ext cx="236538" cy="236537"/>
            </a:xfrm>
            <a:custGeom>
              <a:avLst/>
              <a:gdLst>
                <a:gd name="T0" fmla="*/ 135 w 149"/>
                <a:gd name="T1" fmla="*/ 149 h 149"/>
                <a:gd name="T2" fmla="*/ 0 w 149"/>
                <a:gd name="T3" fmla="*/ 15 h 149"/>
                <a:gd name="T4" fmla="*/ 14 w 149"/>
                <a:gd name="T5" fmla="*/ 0 h 149"/>
                <a:gd name="T6" fmla="*/ 149 w 149"/>
                <a:gd name="T7" fmla="*/ 135 h 149"/>
                <a:gd name="T8" fmla="*/ 135 w 149"/>
                <a:gd name="T9" fmla="*/ 149 h 149"/>
              </a:gdLst>
              <a:ahLst/>
              <a:cxnLst>
                <a:cxn ang="0">
                  <a:pos x="T0" y="T1"/>
                </a:cxn>
                <a:cxn ang="0">
                  <a:pos x="T2" y="T3"/>
                </a:cxn>
                <a:cxn ang="0">
                  <a:pos x="T4" y="T5"/>
                </a:cxn>
                <a:cxn ang="0">
                  <a:pos x="T6" y="T7"/>
                </a:cxn>
                <a:cxn ang="0">
                  <a:pos x="T8" y="T9"/>
                </a:cxn>
              </a:cxnLst>
              <a:rect l="0" t="0" r="r" b="b"/>
              <a:pathLst>
                <a:path w="149" h="149">
                  <a:moveTo>
                    <a:pt x="135" y="149"/>
                  </a:moveTo>
                  <a:lnTo>
                    <a:pt x="0" y="15"/>
                  </a:lnTo>
                  <a:lnTo>
                    <a:pt x="14" y="0"/>
                  </a:lnTo>
                  <a:lnTo>
                    <a:pt x="149" y="135"/>
                  </a:lnTo>
                  <a:lnTo>
                    <a:pt x="135" y="1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51">
              <a:extLst>
                <a:ext uri="{FF2B5EF4-FFF2-40B4-BE49-F238E27FC236}">
                  <a16:creationId xmlns:a16="http://schemas.microsoft.com/office/drawing/2014/main" id="{264A3ADE-6E13-4D56-BB2D-CA6A43E4E3C6}"/>
                </a:ext>
              </a:extLst>
            </p:cNvPr>
            <p:cNvSpPr>
              <a:spLocks/>
            </p:cNvSpPr>
            <p:nvPr/>
          </p:nvSpPr>
          <p:spPr bwMode="auto">
            <a:xfrm>
              <a:off x="1201738" y="227013"/>
              <a:ext cx="236538" cy="236537"/>
            </a:xfrm>
            <a:custGeom>
              <a:avLst/>
              <a:gdLst>
                <a:gd name="T0" fmla="*/ 0 w 149"/>
                <a:gd name="T1" fmla="*/ 135 h 149"/>
                <a:gd name="T2" fmla="*/ 135 w 149"/>
                <a:gd name="T3" fmla="*/ 0 h 149"/>
                <a:gd name="T4" fmla="*/ 149 w 149"/>
                <a:gd name="T5" fmla="*/ 15 h 149"/>
                <a:gd name="T6" fmla="*/ 14 w 149"/>
                <a:gd name="T7" fmla="*/ 149 h 149"/>
                <a:gd name="T8" fmla="*/ 0 w 149"/>
                <a:gd name="T9" fmla="*/ 135 h 149"/>
              </a:gdLst>
              <a:ahLst/>
              <a:cxnLst>
                <a:cxn ang="0">
                  <a:pos x="T0" y="T1"/>
                </a:cxn>
                <a:cxn ang="0">
                  <a:pos x="T2" y="T3"/>
                </a:cxn>
                <a:cxn ang="0">
                  <a:pos x="T4" y="T5"/>
                </a:cxn>
                <a:cxn ang="0">
                  <a:pos x="T6" y="T7"/>
                </a:cxn>
                <a:cxn ang="0">
                  <a:pos x="T8" y="T9"/>
                </a:cxn>
              </a:cxnLst>
              <a:rect l="0" t="0" r="r" b="b"/>
              <a:pathLst>
                <a:path w="149" h="149">
                  <a:moveTo>
                    <a:pt x="0" y="135"/>
                  </a:moveTo>
                  <a:lnTo>
                    <a:pt x="135" y="0"/>
                  </a:lnTo>
                  <a:lnTo>
                    <a:pt x="149" y="15"/>
                  </a:lnTo>
                  <a:lnTo>
                    <a:pt x="14" y="149"/>
                  </a:lnTo>
                  <a:lnTo>
                    <a:pt x="0" y="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Rectangle 52">
              <a:extLst>
                <a:ext uri="{FF2B5EF4-FFF2-40B4-BE49-F238E27FC236}">
                  <a16:creationId xmlns:a16="http://schemas.microsoft.com/office/drawing/2014/main" id="{DF6F7D2C-77EC-4870-9A63-A758BD09FFA7}"/>
                </a:ext>
              </a:extLst>
            </p:cNvPr>
            <p:cNvSpPr>
              <a:spLocks noChangeArrowheads="1"/>
            </p:cNvSpPr>
            <p:nvPr/>
          </p:nvSpPr>
          <p:spPr bwMode="auto">
            <a:xfrm>
              <a:off x="1182688" y="431800"/>
              <a:ext cx="2746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53">
              <a:extLst>
                <a:ext uri="{FF2B5EF4-FFF2-40B4-BE49-F238E27FC236}">
                  <a16:creationId xmlns:a16="http://schemas.microsoft.com/office/drawing/2014/main" id="{20DB3045-3E2E-4C75-ACDE-E0F938FF3CF1}"/>
                </a:ext>
              </a:extLst>
            </p:cNvPr>
            <p:cNvSpPr>
              <a:spLocks/>
            </p:cNvSpPr>
            <p:nvPr/>
          </p:nvSpPr>
          <p:spPr bwMode="auto">
            <a:xfrm>
              <a:off x="1201738" y="450850"/>
              <a:ext cx="236538" cy="234950"/>
            </a:xfrm>
            <a:custGeom>
              <a:avLst/>
              <a:gdLst>
                <a:gd name="T0" fmla="*/ 135 w 149"/>
                <a:gd name="T1" fmla="*/ 148 h 148"/>
                <a:gd name="T2" fmla="*/ 0 w 149"/>
                <a:gd name="T3" fmla="*/ 14 h 148"/>
                <a:gd name="T4" fmla="*/ 14 w 149"/>
                <a:gd name="T5" fmla="*/ 0 h 148"/>
                <a:gd name="T6" fmla="*/ 149 w 149"/>
                <a:gd name="T7" fmla="*/ 134 h 148"/>
                <a:gd name="T8" fmla="*/ 135 w 149"/>
                <a:gd name="T9" fmla="*/ 148 h 148"/>
              </a:gdLst>
              <a:ahLst/>
              <a:cxnLst>
                <a:cxn ang="0">
                  <a:pos x="T0" y="T1"/>
                </a:cxn>
                <a:cxn ang="0">
                  <a:pos x="T2" y="T3"/>
                </a:cxn>
                <a:cxn ang="0">
                  <a:pos x="T4" y="T5"/>
                </a:cxn>
                <a:cxn ang="0">
                  <a:pos x="T6" y="T7"/>
                </a:cxn>
                <a:cxn ang="0">
                  <a:pos x="T8" y="T9"/>
                </a:cxn>
              </a:cxnLst>
              <a:rect l="0" t="0" r="r" b="b"/>
              <a:pathLst>
                <a:path w="149" h="148">
                  <a:moveTo>
                    <a:pt x="135" y="148"/>
                  </a:moveTo>
                  <a:lnTo>
                    <a:pt x="0" y="14"/>
                  </a:lnTo>
                  <a:lnTo>
                    <a:pt x="14" y="0"/>
                  </a:lnTo>
                  <a:lnTo>
                    <a:pt x="149" y="134"/>
                  </a:lnTo>
                  <a:lnTo>
                    <a:pt x="135" y="1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54">
              <a:extLst>
                <a:ext uri="{FF2B5EF4-FFF2-40B4-BE49-F238E27FC236}">
                  <a16:creationId xmlns:a16="http://schemas.microsoft.com/office/drawing/2014/main" id="{B9EFB335-10CA-4102-8059-BD9F952E0AA6}"/>
                </a:ext>
              </a:extLst>
            </p:cNvPr>
            <p:cNvSpPr>
              <a:spLocks/>
            </p:cNvSpPr>
            <p:nvPr/>
          </p:nvSpPr>
          <p:spPr bwMode="auto">
            <a:xfrm>
              <a:off x="1201738" y="450850"/>
              <a:ext cx="236538" cy="234950"/>
            </a:xfrm>
            <a:custGeom>
              <a:avLst/>
              <a:gdLst>
                <a:gd name="T0" fmla="*/ 0 w 149"/>
                <a:gd name="T1" fmla="*/ 134 h 148"/>
                <a:gd name="T2" fmla="*/ 135 w 149"/>
                <a:gd name="T3" fmla="*/ 0 h 148"/>
                <a:gd name="T4" fmla="*/ 149 w 149"/>
                <a:gd name="T5" fmla="*/ 14 h 148"/>
                <a:gd name="T6" fmla="*/ 14 w 149"/>
                <a:gd name="T7" fmla="*/ 148 h 148"/>
                <a:gd name="T8" fmla="*/ 0 w 149"/>
                <a:gd name="T9" fmla="*/ 134 h 148"/>
              </a:gdLst>
              <a:ahLst/>
              <a:cxnLst>
                <a:cxn ang="0">
                  <a:pos x="T0" y="T1"/>
                </a:cxn>
                <a:cxn ang="0">
                  <a:pos x="T2" y="T3"/>
                </a:cxn>
                <a:cxn ang="0">
                  <a:pos x="T4" y="T5"/>
                </a:cxn>
                <a:cxn ang="0">
                  <a:pos x="T6" y="T7"/>
                </a:cxn>
                <a:cxn ang="0">
                  <a:pos x="T8" y="T9"/>
                </a:cxn>
              </a:cxnLst>
              <a:rect l="0" t="0" r="r" b="b"/>
              <a:pathLst>
                <a:path w="149" h="148">
                  <a:moveTo>
                    <a:pt x="0" y="134"/>
                  </a:moveTo>
                  <a:lnTo>
                    <a:pt x="135" y="0"/>
                  </a:lnTo>
                  <a:lnTo>
                    <a:pt x="149" y="14"/>
                  </a:lnTo>
                  <a:lnTo>
                    <a:pt x="14" y="148"/>
                  </a:lnTo>
                  <a:lnTo>
                    <a:pt x="0" y="1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Rectangle 55">
              <a:extLst>
                <a:ext uri="{FF2B5EF4-FFF2-40B4-BE49-F238E27FC236}">
                  <a16:creationId xmlns:a16="http://schemas.microsoft.com/office/drawing/2014/main" id="{0F3D9485-861F-4A13-84FC-B39976B478AF}"/>
                </a:ext>
              </a:extLst>
            </p:cNvPr>
            <p:cNvSpPr>
              <a:spLocks noChangeArrowheads="1"/>
            </p:cNvSpPr>
            <p:nvPr/>
          </p:nvSpPr>
          <p:spPr bwMode="auto">
            <a:xfrm>
              <a:off x="1182688" y="654050"/>
              <a:ext cx="2746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56">
              <a:extLst>
                <a:ext uri="{FF2B5EF4-FFF2-40B4-BE49-F238E27FC236}">
                  <a16:creationId xmlns:a16="http://schemas.microsoft.com/office/drawing/2014/main" id="{530011E5-173C-43DE-8839-B1A6E99F97CA}"/>
                </a:ext>
              </a:extLst>
            </p:cNvPr>
            <p:cNvSpPr>
              <a:spLocks/>
            </p:cNvSpPr>
            <p:nvPr/>
          </p:nvSpPr>
          <p:spPr bwMode="auto">
            <a:xfrm>
              <a:off x="1201738" y="676275"/>
              <a:ext cx="236538" cy="233362"/>
            </a:xfrm>
            <a:custGeom>
              <a:avLst/>
              <a:gdLst>
                <a:gd name="T0" fmla="*/ 135 w 149"/>
                <a:gd name="T1" fmla="*/ 147 h 147"/>
                <a:gd name="T2" fmla="*/ 0 w 149"/>
                <a:gd name="T3" fmla="*/ 12 h 147"/>
                <a:gd name="T4" fmla="*/ 14 w 149"/>
                <a:gd name="T5" fmla="*/ 0 h 147"/>
                <a:gd name="T6" fmla="*/ 149 w 149"/>
                <a:gd name="T7" fmla="*/ 135 h 147"/>
                <a:gd name="T8" fmla="*/ 135 w 149"/>
                <a:gd name="T9" fmla="*/ 147 h 147"/>
              </a:gdLst>
              <a:ahLst/>
              <a:cxnLst>
                <a:cxn ang="0">
                  <a:pos x="T0" y="T1"/>
                </a:cxn>
                <a:cxn ang="0">
                  <a:pos x="T2" y="T3"/>
                </a:cxn>
                <a:cxn ang="0">
                  <a:pos x="T4" y="T5"/>
                </a:cxn>
                <a:cxn ang="0">
                  <a:pos x="T6" y="T7"/>
                </a:cxn>
                <a:cxn ang="0">
                  <a:pos x="T8" y="T9"/>
                </a:cxn>
              </a:cxnLst>
              <a:rect l="0" t="0" r="r" b="b"/>
              <a:pathLst>
                <a:path w="149" h="147">
                  <a:moveTo>
                    <a:pt x="135" y="147"/>
                  </a:moveTo>
                  <a:lnTo>
                    <a:pt x="0" y="12"/>
                  </a:lnTo>
                  <a:lnTo>
                    <a:pt x="14" y="0"/>
                  </a:lnTo>
                  <a:lnTo>
                    <a:pt x="149" y="135"/>
                  </a:lnTo>
                  <a:lnTo>
                    <a:pt x="135" y="1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57">
              <a:extLst>
                <a:ext uri="{FF2B5EF4-FFF2-40B4-BE49-F238E27FC236}">
                  <a16:creationId xmlns:a16="http://schemas.microsoft.com/office/drawing/2014/main" id="{38A46E3E-5647-4CC0-AD60-1BB3273743D9}"/>
                </a:ext>
              </a:extLst>
            </p:cNvPr>
            <p:cNvSpPr>
              <a:spLocks/>
            </p:cNvSpPr>
            <p:nvPr/>
          </p:nvSpPr>
          <p:spPr bwMode="auto">
            <a:xfrm>
              <a:off x="1201738" y="676275"/>
              <a:ext cx="236538" cy="233362"/>
            </a:xfrm>
            <a:custGeom>
              <a:avLst/>
              <a:gdLst>
                <a:gd name="T0" fmla="*/ 0 w 149"/>
                <a:gd name="T1" fmla="*/ 135 h 147"/>
                <a:gd name="T2" fmla="*/ 135 w 149"/>
                <a:gd name="T3" fmla="*/ 0 h 147"/>
                <a:gd name="T4" fmla="*/ 149 w 149"/>
                <a:gd name="T5" fmla="*/ 12 h 147"/>
                <a:gd name="T6" fmla="*/ 14 w 149"/>
                <a:gd name="T7" fmla="*/ 147 h 147"/>
                <a:gd name="T8" fmla="*/ 0 w 149"/>
                <a:gd name="T9" fmla="*/ 135 h 147"/>
              </a:gdLst>
              <a:ahLst/>
              <a:cxnLst>
                <a:cxn ang="0">
                  <a:pos x="T0" y="T1"/>
                </a:cxn>
                <a:cxn ang="0">
                  <a:pos x="T2" y="T3"/>
                </a:cxn>
                <a:cxn ang="0">
                  <a:pos x="T4" y="T5"/>
                </a:cxn>
                <a:cxn ang="0">
                  <a:pos x="T6" y="T7"/>
                </a:cxn>
                <a:cxn ang="0">
                  <a:pos x="T8" y="T9"/>
                </a:cxn>
              </a:cxnLst>
              <a:rect l="0" t="0" r="r" b="b"/>
              <a:pathLst>
                <a:path w="149" h="147">
                  <a:moveTo>
                    <a:pt x="0" y="135"/>
                  </a:moveTo>
                  <a:lnTo>
                    <a:pt x="135" y="0"/>
                  </a:lnTo>
                  <a:lnTo>
                    <a:pt x="149" y="12"/>
                  </a:lnTo>
                  <a:lnTo>
                    <a:pt x="14" y="147"/>
                  </a:lnTo>
                  <a:lnTo>
                    <a:pt x="0" y="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Rectangle 58">
              <a:extLst>
                <a:ext uri="{FF2B5EF4-FFF2-40B4-BE49-F238E27FC236}">
                  <a16:creationId xmlns:a16="http://schemas.microsoft.com/office/drawing/2014/main" id="{9528AC6C-7139-48C1-AB49-EC660854FD3D}"/>
                </a:ext>
              </a:extLst>
            </p:cNvPr>
            <p:cNvSpPr>
              <a:spLocks noChangeArrowheads="1"/>
            </p:cNvSpPr>
            <p:nvPr/>
          </p:nvSpPr>
          <p:spPr bwMode="auto">
            <a:xfrm>
              <a:off x="398463" y="755650"/>
              <a:ext cx="825500" cy="396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Rectangle 59">
              <a:extLst>
                <a:ext uri="{FF2B5EF4-FFF2-40B4-BE49-F238E27FC236}">
                  <a16:creationId xmlns:a16="http://schemas.microsoft.com/office/drawing/2014/main" id="{A94F4C58-E881-472F-830C-BCC5166579CC}"/>
                </a:ext>
              </a:extLst>
            </p:cNvPr>
            <p:cNvSpPr>
              <a:spLocks noChangeArrowheads="1"/>
            </p:cNvSpPr>
            <p:nvPr/>
          </p:nvSpPr>
          <p:spPr bwMode="auto">
            <a:xfrm>
              <a:off x="398463" y="950913"/>
              <a:ext cx="825500"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Rectangle 60">
              <a:extLst>
                <a:ext uri="{FF2B5EF4-FFF2-40B4-BE49-F238E27FC236}">
                  <a16:creationId xmlns:a16="http://schemas.microsoft.com/office/drawing/2014/main" id="{7DA10DC5-CC43-4070-9024-F49F7E85B6EF}"/>
                </a:ext>
              </a:extLst>
            </p:cNvPr>
            <p:cNvSpPr>
              <a:spLocks noChangeArrowheads="1"/>
            </p:cNvSpPr>
            <p:nvPr/>
          </p:nvSpPr>
          <p:spPr bwMode="auto">
            <a:xfrm>
              <a:off x="1185863" y="755650"/>
              <a:ext cx="38100" cy="230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61">
              <a:extLst>
                <a:ext uri="{FF2B5EF4-FFF2-40B4-BE49-F238E27FC236}">
                  <a16:creationId xmlns:a16="http://schemas.microsoft.com/office/drawing/2014/main" id="{D8CD0BFC-6C12-40AE-B5C7-492CB2A52FE2}"/>
                </a:ext>
              </a:extLst>
            </p:cNvPr>
            <p:cNvSpPr>
              <a:spLocks/>
            </p:cNvSpPr>
            <p:nvPr/>
          </p:nvSpPr>
          <p:spPr bwMode="auto">
            <a:xfrm>
              <a:off x="1009650" y="773113"/>
              <a:ext cx="198438" cy="196850"/>
            </a:xfrm>
            <a:custGeom>
              <a:avLst/>
              <a:gdLst>
                <a:gd name="T0" fmla="*/ 0 w 125"/>
                <a:gd name="T1" fmla="*/ 112 h 124"/>
                <a:gd name="T2" fmla="*/ 113 w 125"/>
                <a:gd name="T3" fmla="*/ 0 h 124"/>
                <a:gd name="T4" fmla="*/ 125 w 125"/>
                <a:gd name="T5" fmla="*/ 12 h 124"/>
                <a:gd name="T6" fmla="*/ 11 w 125"/>
                <a:gd name="T7" fmla="*/ 124 h 124"/>
                <a:gd name="T8" fmla="*/ 0 w 125"/>
                <a:gd name="T9" fmla="*/ 112 h 124"/>
              </a:gdLst>
              <a:ahLst/>
              <a:cxnLst>
                <a:cxn ang="0">
                  <a:pos x="T0" y="T1"/>
                </a:cxn>
                <a:cxn ang="0">
                  <a:pos x="T2" y="T3"/>
                </a:cxn>
                <a:cxn ang="0">
                  <a:pos x="T4" y="T5"/>
                </a:cxn>
                <a:cxn ang="0">
                  <a:pos x="T6" y="T7"/>
                </a:cxn>
                <a:cxn ang="0">
                  <a:pos x="T8" y="T9"/>
                </a:cxn>
              </a:cxnLst>
              <a:rect l="0" t="0" r="r" b="b"/>
              <a:pathLst>
                <a:path w="125" h="124">
                  <a:moveTo>
                    <a:pt x="0" y="112"/>
                  </a:moveTo>
                  <a:lnTo>
                    <a:pt x="113" y="0"/>
                  </a:lnTo>
                  <a:lnTo>
                    <a:pt x="125" y="12"/>
                  </a:lnTo>
                  <a:lnTo>
                    <a:pt x="11" y="124"/>
                  </a:lnTo>
                  <a:lnTo>
                    <a:pt x="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62">
              <a:extLst>
                <a:ext uri="{FF2B5EF4-FFF2-40B4-BE49-F238E27FC236}">
                  <a16:creationId xmlns:a16="http://schemas.microsoft.com/office/drawing/2014/main" id="{2CC1BB5F-BB0B-41AB-BB77-D7ECAD374562}"/>
                </a:ext>
              </a:extLst>
            </p:cNvPr>
            <p:cNvSpPr>
              <a:spLocks/>
            </p:cNvSpPr>
            <p:nvPr/>
          </p:nvSpPr>
          <p:spPr bwMode="auto">
            <a:xfrm>
              <a:off x="1009650" y="773113"/>
              <a:ext cx="198438" cy="196850"/>
            </a:xfrm>
            <a:custGeom>
              <a:avLst/>
              <a:gdLst>
                <a:gd name="T0" fmla="*/ 11 w 125"/>
                <a:gd name="T1" fmla="*/ 0 h 124"/>
                <a:gd name="T2" fmla="*/ 125 w 125"/>
                <a:gd name="T3" fmla="*/ 112 h 124"/>
                <a:gd name="T4" fmla="*/ 113 w 125"/>
                <a:gd name="T5" fmla="*/ 124 h 124"/>
                <a:gd name="T6" fmla="*/ 0 w 125"/>
                <a:gd name="T7" fmla="*/ 12 h 124"/>
                <a:gd name="T8" fmla="*/ 11 w 125"/>
                <a:gd name="T9" fmla="*/ 0 h 124"/>
              </a:gdLst>
              <a:ahLst/>
              <a:cxnLst>
                <a:cxn ang="0">
                  <a:pos x="T0" y="T1"/>
                </a:cxn>
                <a:cxn ang="0">
                  <a:pos x="T2" y="T3"/>
                </a:cxn>
                <a:cxn ang="0">
                  <a:pos x="T4" y="T5"/>
                </a:cxn>
                <a:cxn ang="0">
                  <a:pos x="T6" y="T7"/>
                </a:cxn>
                <a:cxn ang="0">
                  <a:pos x="T8" y="T9"/>
                </a:cxn>
              </a:cxnLst>
              <a:rect l="0" t="0" r="r" b="b"/>
              <a:pathLst>
                <a:path w="125" h="124">
                  <a:moveTo>
                    <a:pt x="11" y="0"/>
                  </a:moveTo>
                  <a:lnTo>
                    <a:pt x="125" y="112"/>
                  </a:lnTo>
                  <a:lnTo>
                    <a:pt x="113" y="124"/>
                  </a:lnTo>
                  <a:lnTo>
                    <a:pt x="0" y="12"/>
                  </a:lnTo>
                  <a:lnTo>
                    <a:pt x="1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Rectangle 63">
              <a:extLst>
                <a:ext uri="{FF2B5EF4-FFF2-40B4-BE49-F238E27FC236}">
                  <a16:creationId xmlns:a16="http://schemas.microsoft.com/office/drawing/2014/main" id="{8B044195-3D8A-4717-A65B-411CBC1CC130}"/>
                </a:ext>
              </a:extLst>
            </p:cNvPr>
            <p:cNvSpPr>
              <a:spLocks noChangeArrowheads="1"/>
            </p:cNvSpPr>
            <p:nvPr/>
          </p:nvSpPr>
          <p:spPr bwMode="auto">
            <a:xfrm>
              <a:off x="996950" y="755650"/>
              <a:ext cx="39688" cy="230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64">
              <a:extLst>
                <a:ext uri="{FF2B5EF4-FFF2-40B4-BE49-F238E27FC236}">
                  <a16:creationId xmlns:a16="http://schemas.microsoft.com/office/drawing/2014/main" id="{99110873-6B02-4A29-B252-A6014B83A5C7}"/>
                </a:ext>
              </a:extLst>
            </p:cNvPr>
            <p:cNvSpPr>
              <a:spLocks/>
            </p:cNvSpPr>
            <p:nvPr/>
          </p:nvSpPr>
          <p:spPr bwMode="auto">
            <a:xfrm>
              <a:off x="819150" y="773113"/>
              <a:ext cx="201613" cy="196850"/>
            </a:xfrm>
            <a:custGeom>
              <a:avLst/>
              <a:gdLst>
                <a:gd name="T0" fmla="*/ 0 w 127"/>
                <a:gd name="T1" fmla="*/ 112 h 124"/>
                <a:gd name="T2" fmla="*/ 114 w 127"/>
                <a:gd name="T3" fmla="*/ 0 h 124"/>
                <a:gd name="T4" fmla="*/ 127 w 127"/>
                <a:gd name="T5" fmla="*/ 12 h 124"/>
                <a:gd name="T6" fmla="*/ 12 w 127"/>
                <a:gd name="T7" fmla="*/ 124 h 124"/>
                <a:gd name="T8" fmla="*/ 0 w 127"/>
                <a:gd name="T9" fmla="*/ 112 h 124"/>
              </a:gdLst>
              <a:ahLst/>
              <a:cxnLst>
                <a:cxn ang="0">
                  <a:pos x="T0" y="T1"/>
                </a:cxn>
                <a:cxn ang="0">
                  <a:pos x="T2" y="T3"/>
                </a:cxn>
                <a:cxn ang="0">
                  <a:pos x="T4" y="T5"/>
                </a:cxn>
                <a:cxn ang="0">
                  <a:pos x="T6" y="T7"/>
                </a:cxn>
                <a:cxn ang="0">
                  <a:pos x="T8" y="T9"/>
                </a:cxn>
              </a:cxnLst>
              <a:rect l="0" t="0" r="r" b="b"/>
              <a:pathLst>
                <a:path w="127" h="124">
                  <a:moveTo>
                    <a:pt x="0" y="112"/>
                  </a:moveTo>
                  <a:lnTo>
                    <a:pt x="114" y="0"/>
                  </a:lnTo>
                  <a:lnTo>
                    <a:pt x="127" y="12"/>
                  </a:lnTo>
                  <a:lnTo>
                    <a:pt x="12" y="124"/>
                  </a:lnTo>
                  <a:lnTo>
                    <a:pt x="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65">
              <a:extLst>
                <a:ext uri="{FF2B5EF4-FFF2-40B4-BE49-F238E27FC236}">
                  <a16:creationId xmlns:a16="http://schemas.microsoft.com/office/drawing/2014/main" id="{536F628D-3077-400E-BB6E-77C2B335FCEB}"/>
                </a:ext>
              </a:extLst>
            </p:cNvPr>
            <p:cNvSpPr>
              <a:spLocks/>
            </p:cNvSpPr>
            <p:nvPr/>
          </p:nvSpPr>
          <p:spPr bwMode="auto">
            <a:xfrm>
              <a:off x="819150" y="773113"/>
              <a:ext cx="201613" cy="196850"/>
            </a:xfrm>
            <a:custGeom>
              <a:avLst/>
              <a:gdLst>
                <a:gd name="T0" fmla="*/ 12 w 127"/>
                <a:gd name="T1" fmla="*/ 0 h 124"/>
                <a:gd name="T2" fmla="*/ 127 w 127"/>
                <a:gd name="T3" fmla="*/ 112 h 124"/>
                <a:gd name="T4" fmla="*/ 114 w 127"/>
                <a:gd name="T5" fmla="*/ 124 h 124"/>
                <a:gd name="T6" fmla="*/ 0 w 127"/>
                <a:gd name="T7" fmla="*/ 12 h 124"/>
                <a:gd name="T8" fmla="*/ 12 w 127"/>
                <a:gd name="T9" fmla="*/ 0 h 124"/>
              </a:gdLst>
              <a:ahLst/>
              <a:cxnLst>
                <a:cxn ang="0">
                  <a:pos x="T0" y="T1"/>
                </a:cxn>
                <a:cxn ang="0">
                  <a:pos x="T2" y="T3"/>
                </a:cxn>
                <a:cxn ang="0">
                  <a:pos x="T4" y="T5"/>
                </a:cxn>
                <a:cxn ang="0">
                  <a:pos x="T6" y="T7"/>
                </a:cxn>
                <a:cxn ang="0">
                  <a:pos x="T8" y="T9"/>
                </a:cxn>
              </a:cxnLst>
              <a:rect l="0" t="0" r="r" b="b"/>
              <a:pathLst>
                <a:path w="127" h="124">
                  <a:moveTo>
                    <a:pt x="12" y="0"/>
                  </a:moveTo>
                  <a:lnTo>
                    <a:pt x="127" y="112"/>
                  </a:lnTo>
                  <a:lnTo>
                    <a:pt x="114" y="124"/>
                  </a:lnTo>
                  <a:lnTo>
                    <a:pt x="0" y="12"/>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Rectangle 66">
              <a:extLst>
                <a:ext uri="{FF2B5EF4-FFF2-40B4-BE49-F238E27FC236}">
                  <a16:creationId xmlns:a16="http://schemas.microsoft.com/office/drawing/2014/main" id="{19EC0686-2643-4C52-9039-7BEB2A3F0CBB}"/>
                </a:ext>
              </a:extLst>
            </p:cNvPr>
            <p:cNvSpPr>
              <a:spLocks noChangeArrowheads="1"/>
            </p:cNvSpPr>
            <p:nvPr/>
          </p:nvSpPr>
          <p:spPr bwMode="auto">
            <a:xfrm>
              <a:off x="806450" y="755650"/>
              <a:ext cx="41275" cy="230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67">
              <a:extLst>
                <a:ext uri="{FF2B5EF4-FFF2-40B4-BE49-F238E27FC236}">
                  <a16:creationId xmlns:a16="http://schemas.microsoft.com/office/drawing/2014/main" id="{AF361B49-917E-40EF-A48C-E8A2C129F0A5}"/>
                </a:ext>
              </a:extLst>
            </p:cNvPr>
            <p:cNvSpPr>
              <a:spLocks/>
            </p:cNvSpPr>
            <p:nvPr/>
          </p:nvSpPr>
          <p:spPr bwMode="auto">
            <a:xfrm>
              <a:off x="631825" y="773113"/>
              <a:ext cx="196850" cy="196850"/>
            </a:xfrm>
            <a:custGeom>
              <a:avLst/>
              <a:gdLst>
                <a:gd name="T0" fmla="*/ 0 w 124"/>
                <a:gd name="T1" fmla="*/ 112 h 124"/>
                <a:gd name="T2" fmla="*/ 114 w 124"/>
                <a:gd name="T3" fmla="*/ 0 h 124"/>
                <a:gd name="T4" fmla="*/ 124 w 124"/>
                <a:gd name="T5" fmla="*/ 12 h 124"/>
                <a:gd name="T6" fmla="*/ 12 w 124"/>
                <a:gd name="T7" fmla="*/ 124 h 124"/>
                <a:gd name="T8" fmla="*/ 0 w 124"/>
                <a:gd name="T9" fmla="*/ 112 h 124"/>
              </a:gdLst>
              <a:ahLst/>
              <a:cxnLst>
                <a:cxn ang="0">
                  <a:pos x="T0" y="T1"/>
                </a:cxn>
                <a:cxn ang="0">
                  <a:pos x="T2" y="T3"/>
                </a:cxn>
                <a:cxn ang="0">
                  <a:pos x="T4" y="T5"/>
                </a:cxn>
                <a:cxn ang="0">
                  <a:pos x="T6" y="T7"/>
                </a:cxn>
                <a:cxn ang="0">
                  <a:pos x="T8" y="T9"/>
                </a:cxn>
              </a:cxnLst>
              <a:rect l="0" t="0" r="r" b="b"/>
              <a:pathLst>
                <a:path w="124" h="124">
                  <a:moveTo>
                    <a:pt x="0" y="112"/>
                  </a:moveTo>
                  <a:lnTo>
                    <a:pt x="114" y="0"/>
                  </a:lnTo>
                  <a:lnTo>
                    <a:pt x="124" y="12"/>
                  </a:lnTo>
                  <a:lnTo>
                    <a:pt x="12" y="124"/>
                  </a:lnTo>
                  <a:lnTo>
                    <a:pt x="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68">
              <a:extLst>
                <a:ext uri="{FF2B5EF4-FFF2-40B4-BE49-F238E27FC236}">
                  <a16:creationId xmlns:a16="http://schemas.microsoft.com/office/drawing/2014/main" id="{F2386B9C-2A16-4947-A66F-111CBE3F9413}"/>
                </a:ext>
              </a:extLst>
            </p:cNvPr>
            <p:cNvSpPr>
              <a:spLocks/>
            </p:cNvSpPr>
            <p:nvPr/>
          </p:nvSpPr>
          <p:spPr bwMode="auto">
            <a:xfrm>
              <a:off x="631825" y="773113"/>
              <a:ext cx="196850" cy="196850"/>
            </a:xfrm>
            <a:custGeom>
              <a:avLst/>
              <a:gdLst>
                <a:gd name="T0" fmla="*/ 12 w 124"/>
                <a:gd name="T1" fmla="*/ 0 h 124"/>
                <a:gd name="T2" fmla="*/ 124 w 124"/>
                <a:gd name="T3" fmla="*/ 112 h 124"/>
                <a:gd name="T4" fmla="*/ 114 w 124"/>
                <a:gd name="T5" fmla="*/ 124 h 124"/>
                <a:gd name="T6" fmla="*/ 0 w 124"/>
                <a:gd name="T7" fmla="*/ 12 h 124"/>
                <a:gd name="T8" fmla="*/ 12 w 124"/>
                <a:gd name="T9" fmla="*/ 0 h 124"/>
              </a:gdLst>
              <a:ahLst/>
              <a:cxnLst>
                <a:cxn ang="0">
                  <a:pos x="T0" y="T1"/>
                </a:cxn>
                <a:cxn ang="0">
                  <a:pos x="T2" y="T3"/>
                </a:cxn>
                <a:cxn ang="0">
                  <a:pos x="T4" y="T5"/>
                </a:cxn>
                <a:cxn ang="0">
                  <a:pos x="T6" y="T7"/>
                </a:cxn>
                <a:cxn ang="0">
                  <a:pos x="T8" y="T9"/>
                </a:cxn>
              </a:cxnLst>
              <a:rect l="0" t="0" r="r" b="b"/>
              <a:pathLst>
                <a:path w="124" h="124">
                  <a:moveTo>
                    <a:pt x="12" y="0"/>
                  </a:moveTo>
                  <a:lnTo>
                    <a:pt x="124" y="112"/>
                  </a:lnTo>
                  <a:lnTo>
                    <a:pt x="114" y="124"/>
                  </a:lnTo>
                  <a:lnTo>
                    <a:pt x="0" y="12"/>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Rectangle 69">
              <a:extLst>
                <a:ext uri="{FF2B5EF4-FFF2-40B4-BE49-F238E27FC236}">
                  <a16:creationId xmlns:a16="http://schemas.microsoft.com/office/drawing/2014/main" id="{89A66264-8C16-459D-8B6B-2F535825CB43}"/>
                </a:ext>
              </a:extLst>
            </p:cNvPr>
            <p:cNvSpPr>
              <a:spLocks noChangeArrowheads="1"/>
            </p:cNvSpPr>
            <p:nvPr/>
          </p:nvSpPr>
          <p:spPr bwMode="auto">
            <a:xfrm>
              <a:off x="617538" y="755650"/>
              <a:ext cx="42863" cy="230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70">
              <a:extLst>
                <a:ext uri="{FF2B5EF4-FFF2-40B4-BE49-F238E27FC236}">
                  <a16:creationId xmlns:a16="http://schemas.microsoft.com/office/drawing/2014/main" id="{0F75974E-275A-463A-9F84-A7FE6C3B66C0}"/>
                </a:ext>
              </a:extLst>
            </p:cNvPr>
            <p:cNvSpPr>
              <a:spLocks/>
            </p:cNvSpPr>
            <p:nvPr/>
          </p:nvSpPr>
          <p:spPr bwMode="auto">
            <a:xfrm>
              <a:off x="442913" y="773113"/>
              <a:ext cx="198438" cy="196850"/>
            </a:xfrm>
            <a:custGeom>
              <a:avLst/>
              <a:gdLst>
                <a:gd name="T0" fmla="*/ 0 w 125"/>
                <a:gd name="T1" fmla="*/ 112 h 124"/>
                <a:gd name="T2" fmla="*/ 112 w 125"/>
                <a:gd name="T3" fmla="*/ 0 h 124"/>
                <a:gd name="T4" fmla="*/ 125 w 125"/>
                <a:gd name="T5" fmla="*/ 12 h 124"/>
                <a:gd name="T6" fmla="*/ 12 w 125"/>
                <a:gd name="T7" fmla="*/ 124 h 124"/>
                <a:gd name="T8" fmla="*/ 0 w 125"/>
                <a:gd name="T9" fmla="*/ 112 h 124"/>
              </a:gdLst>
              <a:ahLst/>
              <a:cxnLst>
                <a:cxn ang="0">
                  <a:pos x="T0" y="T1"/>
                </a:cxn>
                <a:cxn ang="0">
                  <a:pos x="T2" y="T3"/>
                </a:cxn>
                <a:cxn ang="0">
                  <a:pos x="T4" y="T5"/>
                </a:cxn>
                <a:cxn ang="0">
                  <a:pos x="T6" y="T7"/>
                </a:cxn>
                <a:cxn ang="0">
                  <a:pos x="T8" y="T9"/>
                </a:cxn>
              </a:cxnLst>
              <a:rect l="0" t="0" r="r" b="b"/>
              <a:pathLst>
                <a:path w="125" h="124">
                  <a:moveTo>
                    <a:pt x="0" y="112"/>
                  </a:moveTo>
                  <a:lnTo>
                    <a:pt x="112" y="0"/>
                  </a:lnTo>
                  <a:lnTo>
                    <a:pt x="125" y="12"/>
                  </a:lnTo>
                  <a:lnTo>
                    <a:pt x="12" y="124"/>
                  </a:lnTo>
                  <a:lnTo>
                    <a:pt x="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71">
              <a:extLst>
                <a:ext uri="{FF2B5EF4-FFF2-40B4-BE49-F238E27FC236}">
                  <a16:creationId xmlns:a16="http://schemas.microsoft.com/office/drawing/2014/main" id="{FB9D0761-B16F-466E-9440-D35C3836B4F7}"/>
                </a:ext>
              </a:extLst>
            </p:cNvPr>
            <p:cNvSpPr>
              <a:spLocks/>
            </p:cNvSpPr>
            <p:nvPr/>
          </p:nvSpPr>
          <p:spPr bwMode="auto">
            <a:xfrm>
              <a:off x="442913" y="773113"/>
              <a:ext cx="198438" cy="196850"/>
            </a:xfrm>
            <a:custGeom>
              <a:avLst/>
              <a:gdLst>
                <a:gd name="T0" fmla="*/ 12 w 125"/>
                <a:gd name="T1" fmla="*/ 0 h 124"/>
                <a:gd name="T2" fmla="*/ 125 w 125"/>
                <a:gd name="T3" fmla="*/ 112 h 124"/>
                <a:gd name="T4" fmla="*/ 112 w 125"/>
                <a:gd name="T5" fmla="*/ 124 h 124"/>
                <a:gd name="T6" fmla="*/ 0 w 125"/>
                <a:gd name="T7" fmla="*/ 12 h 124"/>
                <a:gd name="T8" fmla="*/ 12 w 125"/>
                <a:gd name="T9" fmla="*/ 0 h 124"/>
              </a:gdLst>
              <a:ahLst/>
              <a:cxnLst>
                <a:cxn ang="0">
                  <a:pos x="T0" y="T1"/>
                </a:cxn>
                <a:cxn ang="0">
                  <a:pos x="T2" y="T3"/>
                </a:cxn>
                <a:cxn ang="0">
                  <a:pos x="T4" y="T5"/>
                </a:cxn>
                <a:cxn ang="0">
                  <a:pos x="T6" y="T7"/>
                </a:cxn>
                <a:cxn ang="0">
                  <a:pos x="T8" y="T9"/>
                </a:cxn>
              </a:cxnLst>
              <a:rect l="0" t="0" r="r" b="b"/>
              <a:pathLst>
                <a:path w="125" h="124">
                  <a:moveTo>
                    <a:pt x="12" y="0"/>
                  </a:moveTo>
                  <a:lnTo>
                    <a:pt x="125" y="112"/>
                  </a:lnTo>
                  <a:lnTo>
                    <a:pt x="112" y="124"/>
                  </a:lnTo>
                  <a:lnTo>
                    <a:pt x="0" y="12"/>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Rectangle 72">
              <a:extLst>
                <a:ext uri="{FF2B5EF4-FFF2-40B4-BE49-F238E27FC236}">
                  <a16:creationId xmlns:a16="http://schemas.microsoft.com/office/drawing/2014/main" id="{2F4DDCAA-8B21-40A7-A4F2-818DB7A59C9F}"/>
                </a:ext>
              </a:extLst>
            </p:cNvPr>
            <p:cNvSpPr>
              <a:spLocks noChangeArrowheads="1"/>
            </p:cNvSpPr>
            <p:nvPr/>
          </p:nvSpPr>
          <p:spPr bwMode="auto">
            <a:xfrm>
              <a:off x="1504950" y="755650"/>
              <a:ext cx="822325" cy="396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Rectangle 73">
              <a:extLst>
                <a:ext uri="{FF2B5EF4-FFF2-40B4-BE49-F238E27FC236}">
                  <a16:creationId xmlns:a16="http://schemas.microsoft.com/office/drawing/2014/main" id="{FAE48D6E-6C59-4853-B04B-3EAC1422FDA7}"/>
                </a:ext>
              </a:extLst>
            </p:cNvPr>
            <p:cNvSpPr>
              <a:spLocks noChangeArrowheads="1"/>
            </p:cNvSpPr>
            <p:nvPr/>
          </p:nvSpPr>
          <p:spPr bwMode="auto">
            <a:xfrm>
              <a:off x="1504950" y="950913"/>
              <a:ext cx="822325"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Rectangle 74">
              <a:extLst>
                <a:ext uri="{FF2B5EF4-FFF2-40B4-BE49-F238E27FC236}">
                  <a16:creationId xmlns:a16="http://schemas.microsoft.com/office/drawing/2014/main" id="{575E3495-B0B2-48FA-B96B-D03ECD9890B8}"/>
                </a:ext>
              </a:extLst>
            </p:cNvPr>
            <p:cNvSpPr>
              <a:spLocks noChangeArrowheads="1"/>
            </p:cNvSpPr>
            <p:nvPr/>
          </p:nvSpPr>
          <p:spPr bwMode="auto">
            <a:xfrm>
              <a:off x="2292350" y="755650"/>
              <a:ext cx="38100" cy="230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75">
              <a:extLst>
                <a:ext uri="{FF2B5EF4-FFF2-40B4-BE49-F238E27FC236}">
                  <a16:creationId xmlns:a16="http://schemas.microsoft.com/office/drawing/2014/main" id="{864E45C2-270E-4612-A8F0-CB5A9F98DE8C}"/>
                </a:ext>
              </a:extLst>
            </p:cNvPr>
            <p:cNvSpPr>
              <a:spLocks/>
            </p:cNvSpPr>
            <p:nvPr/>
          </p:nvSpPr>
          <p:spPr bwMode="auto">
            <a:xfrm>
              <a:off x="2116138" y="773113"/>
              <a:ext cx="198438" cy="196850"/>
            </a:xfrm>
            <a:custGeom>
              <a:avLst/>
              <a:gdLst>
                <a:gd name="T0" fmla="*/ 0 w 125"/>
                <a:gd name="T1" fmla="*/ 112 h 124"/>
                <a:gd name="T2" fmla="*/ 113 w 125"/>
                <a:gd name="T3" fmla="*/ 0 h 124"/>
                <a:gd name="T4" fmla="*/ 125 w 125"/>
                <a:gd name="T5" fmla="*/ 12 h 124"/>
                <a:gd name="T6" fmla="*/ 10 w 125"/>
                <a:gd name="T7" fmla="*/ 124 h 124"/>
                <a:gd name="T8" fmla="*/ 0 w 125"/>
                <a:gd name="T9" fmla="*/ 112 h 124"/>
              </a:gdLst>
              <a:ahLst/>
              <a:cxnLst>
                <a:cxn ang="0">
                  <a:pos x="T0" y="T1"/>
                </a:cxn>
                <a:cxn ang="0">
                  <a:pos x="T2" y="T3"/>
                </a:cxn>
                <a:cxn ang="0">
                  <a:pos x="T4" y="T5"/>
                </a:cxn>
                <a:cxn ang="0">
                  <a:pos x="T6" y="T7"/>
                </a:cxn>
                <a:cxn ang="0">
                  <a:pos x="T8" y="T9"/>
                </a:cxn>
              </a:cxnLst>
              <a:rect l="0" t="0" r="r" b="b"/>
              <a:pathLst>
                <a:path w="125" h="124">
                  <a:moveTo>
                    <a:pt x="0" y="112"/>
                  </a:moveTo>
                  <a:lnTo>
                    <a:pt x="113" y="0"/>
                  </a:lnTo>
                  <a:lnTo>
                    <a:pt x="125" y="12"/>
                  </a:lnTo>
                  <a:lnTo>
                    <a:pt x="10" y="124"/>
                  </a:lnTo>
                  <a:lnTo>
                    <a:pt x="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Freeform 76">
              <a:extLst>
                <a:ext uri="{FF2B5EF4-FFF2-40B4-BE49-F238E27FC236}">
                  <a16:creationId xmlns:a16="http://schemas.microsoft.com/office/drawing/2014/main" id="{058042BC-3CD5-4BC7-82F3-1D172ED8B41A}"/>
                </a:ext>
              </a:extLst>
            </p:cNvPr>
            <p:cNvSpPr>
              <a:spLocks/>
            </p:cNvSpPr>
            <p:nvPr/>
          </p:nvSpPr>
          <p:spPr bwMode="auto">
            <a:xfrm>
              <a:off x="2116138" y="773113"/>
              <a:ext cx="198438" cy="196850"/>
            </a:xfrm>
            <a:custGeom>
              <a:avLst/>
              <a:gdLst>
                <a:gd name="T0" fmla="*/ 10 w 125"/>
                <a:gd name="T1" fmla="*/ 0 h 124"/>
                <a:gd name="T2" fmla="*/ 125 w 125"/>
                <a:gd name="T3" fmla="*/ 112 h 124"/>
                <a:gd name="T4" fmla="*/ 113 w 125"/>
                <a:gd name="T5" fmla="*/ 124 h 124"/>
                <a:gd name="T6" fmla="*/ 0 w 125"/>
                <a:gd name="T7" fmla="*/ 12 h 124"/>
                <a:gd name="T8" fmla="*/ 10 w 125"/>
                <a:gd name="T9" fmla="*/ 0 h 124"/>
              </a:gdLst>
              <a:ahLst/>
              <a:cxnLst>
                <a:cxn ang="0">
                  <a:pos x="T0" y="T1"/>
                </a:cxn>
                <a:cxn ang="0">
                  <a:pos x="T2" y="T3"/>
                </a:cxn>
                <a:cxn ang="0">
                  <a:pos x="T4" y="T5"/>
                </a:cxn>
                <a:cxn ang="0">
                  <a:pos x="T6" y="T7"/>
                </a:cxn>
                <a:cxn ang="0">
                  <a:pos x="T8" y="T9"/>
                </a:cxn>
              </a:cxnLst>
              <a:rect l="0" t="0" r="r" b="b"/>
              <a:pathLst>
                <a:path w="125" h="124">
                  <a:moveTo>
                    <a:pt x="10" y="0"/>
                  </a:moveTo>
                  <a:lnTo>
                    <a:pt x="125" y="112"/>
                  </a:lnTo>
                  <a:lnTo>
                    <a:pt x="113" y="124"/>
                  </a:lnTo>
                  <a:lnTo>
                    <a:pt x="0" y="12"/>
                  </a:lnTo>
                  <a:lnTo>
                    <a:pt x="1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Rectangle 77">
              <a:extLst>
                <a:ext uri="{FF2B5EF4-FFF2-40B4-BE49-F238E27FC236}">
                  <a16:creationId xmlns:a16="http://schemas.microsoft.com/office/drawing/2014/main" id="{FAE0007D-318F-478E-8970-751B2005F7FA}"/>
                </a:ext>
              </a:extLst>
            </p:cNvPr>
            <p:cNvSpPr>
              <a:spLocks noChangeArrowheads="1"/>
            </p:cNvSpPr>
            <p:nvPr/>
          </p:nvSpPr>
          <p:spPr bwMode="auto">
            <a:xfrm>
              <a:off x="2100263" y="755650"/>
              <a:ext cx="41275" cy="230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78">
              <a:extLst>
                <a:ext uri="{FF2B5EF4-FFF2-40B4-BE49-F238E27FC236}">
                  <a16:creationId xmlns:a16="http://schemas.microsoft.com/office/drawing/2014/main" id="{75E03023-2AD3-4C51-94FE-E01ED6BED5B9}"/>
                </a:ext>
              </a:extLst>
            </p:cNvPr>
            <p:cNvSpPr>
              <a:spLocks/>
            </p:cNvSpPr>
            <p:nvPr/>
          </p:nvSpPr>
          <p:spPr bwMode="auto">
            <a:xfrm>
              <a:off x="1925638" y="773113"/>
              <a:ext cx="200025" cy="196850"/>
            </a:xfrm>
            <a:custGeom>
              <a:avLst/>
              <a:gdLst>
                <a:gd name="T0" fmla="*/ 0 w 126"/>
                <a:gd name="T1" fmla="*/ 112 h 124"/>
                <a:gd name="T2" fmla="*/ 114 w 126"/>
                <a:gd name="T3" fmla="*/ 0 h 124"/>
                <a:gd name="T4" fmla="*/ 126 w 126"/>
                <a:gd name="T5" fmla="*/ 12 h 124"/>
                <a:gd name="T6" fmla="*/ 12 w 126"/>
                <a:gd name="T7" fmla="*/ 124 h 124"/>
                <a:gd name="T8" fmla="*/ 0 w 126"/>
                <a:gd name="T9" fmla="*/ 112 h 124"/>
              </a:gdLst>
              <a:ahLst/>
              <a:cxnLst>
                <a:cxn ang="0">
                  <a:pos x="T0" y="T1"/>
                </a:cxn>
                <a:cxn ang="0">
                  <a:pos x="T2" y="T3"/>
                </a:cxn>
                <a:cxn ang="0">
                  <a:pos x="T4" y="T5"/>
                </a:cxn>
                <a:cxn ang="0">
                  <a:pos x="T6" y="T7"/>
                </a:cxn>
                <a:cxn ang="0">
                  <a:pos x="T8" y="T9"/>
                </a:cxn>
              </a:cxnLst>
              <a:rect l="0" t="0" r="r" b="b"/>
              <a:pathLst>
                <a:path w="126" h="124">
                  <a:moveTo>
                    <a:pt x="0" y="112"/>
                  </a:moveTo>
                  <a:lnTo>
                    <a:pt x="114" y="0"/>
                  </a:lnTo>
                  <a:lnTo>
                    <a:pt x="126" y="12"/>
                  </a:lnTo>
                  <a:lnTo>
                    <a:pt x="12" y="124"/>
                  </a:lnTo>
                  <a:lnTo>
                    <a:pt x="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6" name="Freeform 79">
              <a:extLst>
                <a:ext uri="{FF2B5EF4-FFF2-40B4-BE49-F238E27FC236}">
                  <a16:creationId xmlns:a16="http://schemas.microsoft.com/office/drawing/2014/main" id="{301E4BA0-58B5-4D09-B28C-7562EB339241}"/>
                </a:ext>
              </a:extLst>
            </p:cNvPr>
            <p:cNvSpPr>
              <a:spLocks/>
            </p:cNvSpPr>
            <p:nvPr/>
          </p:nvSpPr>
          <p:spPr bwMode="auto">
            <a:xfrm>
              <a:off x="1925638" y="773113"/>
              <a:ext cx="200025" cy="196850"/>
            </a:xfrm>
            <a:custGeom>
              <a:avLst/>
              <a:gdLst>
                <a:gd name="T0" fmla="*/ 12 w 126"/>
                <a:gd name="T1" fmla="*/ 0 h 124"/>
                <a:gd name="T2" fmla="*/ 126 w 126"/>
                <a:gd name="T3" fmla="*/ 112 h 124"/>
                <a:gd name="T4" fmla="*/ 114 w 126"/>
                <a:gd name="T5" fmla="*/ 124 h 124"/>
                <a:gd name="T6" fmla="*/ 0 w 126"/>
                <a:gd name="T7" fmla="*/ 12 h 124"/>
                <a:gd name="T8" fmla="*/ 12 w 126"/>
                <a:gd name="T9" fmla="*/ 0 h 124"/>
              </a:gdLst>
              <a:ahLst/>
              <a:cxnLst>
                <a:cxn ang="0">
                  <a:pos x="T0" y="T1"/>
                </a:cxn>
                <a:cxn ang="0">
                  <a:pos x="T2" y="T3"/>
                </a:cxn>
                <a:cxn ang="0">
                  <a:pos x="T4" y="T5"/>
                </a:cxn>
                <a:cxn ang="0">
                  <a:pos x="T6" y="T7"/>
                </a:cxn>
                <a:cxn ang="0">
                  <a:pos x="T8" y="T9"/>
                </a:cxn>
              </a:cxnLst>
              <a:rect l="0" t="0" r="r" b="b"/>
              <a:pathLst>
                <a:path w="126" h="124">
                  <a:moveTo>
                    <a:pt x="12" y="0"/>
                  </a:moveTo>
                  <a:lnTo>
                    <a:pt x="126" y="112"/>
                  </a:lnTo>
                  <a:lnTo>
                    <a:pt x="114" y="124"/>
                  </a:lnTo>
                  <a:lnTo>
                    <a:pt x="0" y="12"/>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7" name="Rectangle 80">
              <a:extLst>
                <a:ext uri="{FF2B5EF4-FFF2-40B4-BE49-F238E27FC236}">
                  <a16:creationId xmlns:a16="http://schemas.microsoft.com/office/drawing/2014/main" id="{407B9C6A-DEF3-4DED-81FF-EEF028FEB1DC}"/>
                </a:ext>
              </a:extLst>
            </p:cNvPr>
            <p:cNvSpPr>
              <a:spLocks noChangeArrowheads="1"/>
            </p:cNvSpPr>
            <p:nvPr/>
          </p:nvSpPr>
          <p:spPr bwMode="auto">
            <a:xfrm>
              <a:off x="1912938" y="755650"/>
              <a:ext cx="41275" cy="230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 name="Freeform 81">
              <a:extLst>
                <a:ext uri="{FF2B5EF4-FFF2-40B4-BE49-F238E27FC236}">
                  <a16:creationId xmlns:a16="http://schemas.microsoft.com/office/drawing/2014/main" id="{671FA83C-C481-4D7C-A0F1-DDA57AD8CC49}"/>
                </a:ext>
              </a:extLst>
            </p:cNvPr>
            <p:cNvSpPr>
              <a:spLocks/>
            </p:cNvSpPr>
            <p:nvPr/>
          </p:nvSpPr>
          <p:spPr bwMode="auto">
            <a:xfrm>
              <a:off x="1736725" y="773113"/>
              <a:ext cx="198438" cy="196850"/>
            </a:xfrm>
            <a:custGeom>
              <a:avLst/>
              <a:gdLst>
                <a:gd name="T0" fmla="*/ 0 w 125"/>
                <a:gd name="T1" fmla="*/ 112 h 124"/>
                <a:gd name="T2" fmla="*/ 113 w 125"/>
                <a:gd name="T3" fmla="*/ 0 h 124"/>
                <a:gd name="T4" fmla="*/ 125 w 125"/>
                <a:gd name="T5" fmla="*/ 12 h 124"/>
                <a:gd name="T6" fmla="*/ 12 w 125"/>
                <a:gd name="T7" fmla="*/ 124 h 124"/>
                <a:gd name="T8" fmla="*/ 0 w 125"/>
                <a:gd name="T9" fmla="*/ 112 h 124"/>
              </a:gdLst>
              <a:ahLst/>
              <a:cxnLst>
                <a:cxn ang="0">
                  <a:pos x="T0" y="T1"/>
                </a:cxn>
                <a:cxn ang="0">
                  <a:pos x="T2" y="T3"/>
                </a:cxn>
                <a:cxn ang="0">
                  <a:pos x="T4" y="T5"/>
                </a:cxn>
                <a:cxn ang="0">
                  <a:pos x="T6" y="T7"/>
                </a:cxn>
                <a:cxn ang="0">
                  <a:pos x="T8" y="T9"/>
                </a:cxn>
              </a:cxnLst>
              <a:rect l="0" t="0" r="r" b="b"/>
              <a:pathLst>
                <a:path w="125" h="124">
                  <a:moveTo>
                    <a:pt x="0" y="112"/>
                  </a:moveTo>
                  <a:lnTo>
                    <a:pt x="113" y="0"/>
                  </a:lnTo>
                  <a:lnTo>
                    <a:pt x="125" y="12"/>
                  </a:lnTo>
                  <a:lnTo>
                    <a:pt x="12" y="124"/>
                  </a:lnTo>
                  <a:lnTo>
                    <a:pt x="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82">
              <a:extLst>
                <a:ext uri="{FF2B5EF4-FFF2-40B4-BE49-F238E27FC236}">
                  <a16:creationId xmlns:a16="http://schemas.microsoft.com/office/drawing/2014/main" id="{1BA1340D-632A-4776-B404-ECA74918E385}"/>
                </a:ext>
              </a:extLst>
            </p:cNvPr>
            <p:cNvSpPr>
              <a:spLocks/>
            </p:cNvSpPr>
            <p:nvPr/>
          </p:nvSpPr>
          <p:spPr bwMode="auto">
            <a:xfrm>
              <a:off x="1736725" y="773113"/>
              <a:ext cx="198438" cy="196850"/>
            </a:xfrm>
            <a:custGeom>
              <a:avLst/>
              <a:gdLst>
                <a:gd name="T0" fmla="*/ 12 w 125"/>
                <a:gd name="T1" fmla="*/ 0 h 124"/>
                <a:gd name="T2" fmla="*/ 125 w 125"/>
                <a:gd name="T3" fmla="*/ 112 h 124"/>
                <a:gd name="T4" fmla="*/ 113 w 125"/>
                <a:gd name="T5" fmla="*/ 124 h 124"/>
                <a:gd name="T6" fmla="*/ 0 w 125"/>
                <a:gd name="T7" fmla="*/ 12 h 124"/>
                <a:gd name="T8" fmla="*/ 12 w 125"/>
                <a:gd name="T9" fmla="*/ 0 h 124"/>
              </a:gdLst>
              <a:ahLst/>
              <a:cxnLst>
                <a:cxn ang="0">
                  <a:pos x="T0" y="T1"/>
                </a:cxn>
                <a:cxn ang="0">
                  <a:pos x="T2" y="T3"/>
                </a:cxn>
                <a:cxn ang="0">
                  <a:pos x="T4" y="T5"/>
                </a:cxn>
                <a:cxn ang="0">
                  <a:pos x="T6" y="T7"/>
                </a:cxn>
                <a:cxn ang="0">
                  <a:pos x="T8" y="T9"/>
                </a:cxn>
              </a:cxnLst>
              <a:rect l="0" t="0" r="r" b="b"/>
              <a:pathLst>
                <a:path w="125" h="124">
                  <a:moveTo>
                    <a:pt x="12" y="0"/>
                  </a:moveTo>
                  <a:lnTo>
                    <a:pt x="125" y="112"/>
                  </a:lnTo>
                  <a:lnTo>
                    <a:pt x="113" y="124"/>
                  </a:lnTo>
                  <a:lnTo>
                    <a:pt x="0" y="12"/>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Rectangle 83">
              <a:extLst>
                <a:ext uri="{FF2B5EF4-FFF2-40B4-BE49-F238E27FC236}">
                  <a16:creationId xmlns:a16="http://schemas.microsoft.com/office/drawing/2014/main" id="{414E7CCF-AFAE-4905-A104-FFE11AA51EFA}"/>
                </a:ext>
              </a:extLst>
            </p:cNvPr>
            <p:cNvSpPr>
              <a:spLocks noChangeArrowheads="1"/>
            </p:cNvSpPr>
            <p:nvPr/>
          </p:nvSpPr>
          <p:spPr bwMode="auto">
            <a:xfrm>
              <a:off x="1724025" y="755650"/>
              <a:ext cx="38100" cy="230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84">
              <a:extLst>
                <a:ext uri="{FF2B5EF4-FFF2-40B4-BE49-F238E27FC236}">
                  <a16:creationId xmlns:a16="http://schemas.microsoft.com/office/drawing/2014/main" id="{5DD1C2FB-B8CA-4518-AE75-01A531FDD990}"/>
                </a:ext>
              </a:extLst>
            </p:cNvPr>
            <p:cNvSpPr>
              <a:spLocks/>
            </p:cNvSpPr>
            <p:nvPr/>
          </p:nvSpPr>
          <p:spPr bwMode="auto">
            <a:xfrm>
              <a:off x="1549400" y="773113"/>
              <a:ext cx="196850" cy="196850"/>
            </a:xfrm>
            <a:custGeom>
              <a:avLst/>
              <a:gdLst>
                <a:gd name="T0" fmla="*/ 0 w 124"/>
                <a:gd name="T1" fmla="*/ 112 h 124"/>
                <a:gd name="T2" fmla="*/ 112 w 124"/>
                <a:gd name="T3" fmla="*/ 0 h 124"/>
                <a:gd name="T4" fmla="*/ 124 w 124"/>
                <a:gd name="T5" fmla="*/ 12 h 124"/>
                <a:gd name="T6" fmla="*/ 12 w 124"/>
                <a:gd name="T7" fmla="*/ 124 h 124"/>
                <a:gd name="T8" fmla="*/ 0 w 124"/>
                <a:gd name="T9" fmla="*/ 112 h 124"/>
              </a:gdLst>
              <a:ahLst/>
              <a:cxnLst>
                <a:cxn ang="0">
                  <a:pos x="T0" y="T1"/>
                </a:cxn>
                <a:cxn ang="0">
                  <a:pos x="T2" y="T3"/>
                </a:cxn>
                <a:cxn ang="0">
                  <a:pos x="T4" y="T5"/>
                </a:cxn>
                <a:cxn ang="0">
                  <a:pos x="T6" y="T7"/>
                </a:cxn>
                <a:cxn ang="0">
                  <a:pos x="T8" y="T9"/>
                </a:cxn>
              </a:cxnLst>
              <a:rect l="0" t="0" r="r" b="b"/>
              <a:pathLst>
                <a:path w="124" h="124">
                  <a:moveTo>
                    <a:pt x="0" y="112"/>
                  </a:moveTo>
                  <a:lnTo>
                    <a:pt x="112" y="0"/>
                  </a:lnTo>
                  <a:lnTo>
                    <a:pt x="124" y="12"/>
                  </a:lnTo>
                  <a:lnTo>
                    <a:pt x="12" y="124"/>
                  </a:lnTo>
                  <a:lnTo>
                    <a:pt x="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85">
              <a:extLst>
                <a:ext uri="{FF2B5EF4-FFF2-40B4-BE49-F238E27FC236}">
                  <a16:creationId xmlns:a16="http://schemas.microsoft.com/office/drawing/2014/main" id="{2399D9C8-657F-4B1E-9CA4-F36CC465D887}"/>
                </a:ext>
              </a:extLst>
            </p:cNvPr>
            <p:cNvSpPr>
              <a:spLocks/>
            </p:cNvSpPr>
            <p:nvPr/>
          </p:nvSpPr>
          <p:spPr bwMode="auto">
            <a:xfrm>
              <a:off x="1549400" y="773113"/>
              <a:ext cx="196850" cy="196850"/>
            </a:xfrm>
            <a:custGeom>
              <a:avLst/>
              <a:gdLst>
                <a:gd name="T0" fmla="*/ 12 w 124"/>
                <a:gd name="T1" fmla="*/ 0 h 124"/>
                <a:gd name="T2" fmla="*/ 124 w 124"/>
                <a:gd name="T3" fmla="*/ 112 h 124"/>
                <a:gd name="T4" fmla="*/ 112 w 124"/>
                <a:gd name="T5" fmla="*/ 124 h 124"/>
                <a:gd name="T6" fmla="*/ 0 w 124"/>
                <a:gd name="T7" fmla="*/ 12 h 124"/>
                <a:gd name="T8" fmla="*/ 12 w 124"/>
                <a:gd name="T9" fmla="*/ 0 h 124"/>
              </a:gdLst>
              <a:ahLst/>
              <a:cxnLst>
                <a:cxn ang="0">
                  <a:pos x="T0" y="T1"/>
                </a:cxn>
                <a:cxn ang="0">
                  <a:pos x="T2" y="T3"/>
                </a:cxn>
                <a:cxn ang="0">
                  <a:pos x="T4" y="T5"/>
                </a:cxn>
                <a:cxn ang="0">
                  <a:pos x="T6" y="T7"/>
                </a:cxn>
                <a:cxn ang="0">
                  <a:pos x="T8" y="T9"/>
                </a:cxn>
              </a:cxnLst>
              <a:rect l="0" t="0" r="r" b="b"/>
              <a:pathLst>
                <a:path w="124" h="124">
                  <a:moveTo>
                    <a:pt x="12" y="0"/>
                  </a:moveTo>
                  <a:lnTo>
                    <a:pt x="124" y="112"/>
                  </a:lnTo>
                  <a:lnTo>
                    <a:pt x="112" y="124"/>
                  </a:lnTo>
                  <a:lnTo>
                    <a:pt x="0" y="12"/>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Rectangle 86">
              <a:extLst>
                <a:ext uri="{FF2B5EF4-FFF2-40B4-BE49-F238E27FC236}">
                  <a16:creationId xmlns:a16="http://schemas.microsoft.com/office/drawing/2014/main" id="{88B31E9C-FA66-48FE-A7E7-3209284026B4}"/>
                </a:ext>
              </a:extLst>
            </p:cNvPr>
            <p:cNvSpPr>
              <a:spLocks noChangeArrowheads="1"/>
            </p:cNvSpPr>
            <p:nvPr/>
          </p:nvSpPr>
          <p:spPr bwMode="auto">
            <a:xfrm>
              <a:off x="2266950" y="755650"/>
              <a:ext cx="825500" cy="396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Freeform 87">
              <a:extLst>
                <a:ext uri="{FF2B5EF4-FFF2-40B4-BE49-F238E27FC236}">
                  <a16:creationId xmlns:a16="http://schemas.microsoft.com/office/drawing/2014/main" id="{9E3C5DE0-3191-448B-B860-24FF051FB35A}"/>
                </a:ext>
              </a:extLst>
            </p:cNvPr>
            <p:cNvSpPr>
              <a:spLocks/>
            </p:cNvSpPr>
            <p:nvPr/>
          </p:nvSpPr>
          <p:spPr bwMode="auto">
            <a:xfrm>
              <a:off x="2266950" y="950913"/>
              <a:ext cx="1379538" cy="44450"/>
            </a:xfrm>
            <a:custGeom>
              <a:avLst/>
              <a:gdLst>
                <a:gd name="T0" fmla="*/ 869 w 869"/>
                <a:gd name="T1" fmla="*/ 0 h 28"/>
                <a:gd name="T2" fmla="*/ 869 w 869"/>
                <a:gd name="T3" fmla="*/ 28 h 28"/>
                <a:gd name="T4" fmla="*/ 0 w 869"/>
                <a:gd name="T5" fmla="*/ 28 h 28"/>
                <a:gd name="T6" fmla="*/ 0 w 869"/>
                <a:gd name="T7" fmla="*/ 0 h 28"/>
                <a:gd name="T8" fmla="*/ 777 w 869"/>
                <a:gd name="T9" fmla="*/ 0 h 28"/>
                <a:gd name="T10" fmla="*/ 869 w 869"/>
                <a:gd name="T11" fmla="*/ 0 h 28"/>
              </a:gdLst>
              <a:ahLst/>
              <a:cxnLst>
                <a:cxn ang="0">
                  <a:pos x="T0" y="T1"/>
                </a:cxn>
                <a:cxn ang="0">
                  <a:pos x="T2" y="T3"/>
                </a:cxn>
                <a:cxn ang="0">
                  <a:pos x="T4" y="T5"/>
                </a:cxn>
                <a:cxn ang="0">
                  <a:pos x="T6" y="T7"/>
                </a:cxn>
                <a:cxn ang="0">
                  <a:pos x="T8" y="T9"/>
                </a:cxn>
                <a:cxn ang="0">
                  <a:pos x="T10" y="T11"/>
                </a:cxn>
              </a:cxnLst>
              <a:rect l="0" t="0" r="r" b="b"/>
              <a:pathLst>
                <a:path w="869" h="28">
                  <a:moveTo>
                    <a:pt x="869" y="0"/>
                  </a:moveTo>
                  <a:lnTo>
                    <a:pt x="869" y="28"/>
                  </a:lnTo>
                  <a:lnTo>
                    <a:pt x="0" y="28"/>
                  </a:lnTo>
                  <a:lnTo>
                    <a:pt x="0" y="0"/>
                  </a:lnTo>
                  <a:lnTo>
                    <a:pt x="777" y="0"/>
                  </a:lnTo>
                  <a:lnTo>
                    <a:pt x="86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Freeform 88">
              <a:extLst>
                <a:ext uri="{FF2B5EF4-FFF2-40B4-BE49-F238E27FC236}">
                  <a16:creationId xmlns:a16="http://schemas.microsoft.com/office/drawing/2014/main" id="{58B0F1BA-54B2-4C66-BC47-5A58A2B26DB0}"/>
                </a:ext>
              </a:extLst>
            </p:cNvPr>
            <p:cNvSpPr>
              <a:spLocks/>
            </p:cNvSpPr>
            <p:nvPr/>
          </p:nvSpPr>
          <p:spPr bwMode="auto">
            <a:xfrm>
              <a:off x="2266950" y="950913"/>
              <a:ext cx="1379538" cy="44450"/>
            </a:xfrm>
            <a:custGeom>
              <a:avLst/>
              <a:gdLst>
                <a:gd name="T0" fmla="*/ 869 w 869"/>
                <a:gd name="T1" fmla="*/ 0 h 28"/>
                <a:gd name="T2" fmla="*/ 869 w 869"/>
                <a:gd name="T3" fmla="*/ 28 h 28"/>
                <a:gd name="T4" fmla="*/ 0 w 869"/>
                <a:gd name="T5" fmla="*/ 28 h 28"/>
                <a:gd name="T6" fmla="*/ 0 w 869"/>
                <a:gd name="T7" fmla="*/ 0 h 28"/>
                <a:gd name="T8" fmla="*/ 777 w 869"/>
                <a:gd name="T9" fmla="*/ 0 h 28"/>
              </a:gdLst>
              <a:ahLst/>
              <a:cxnLst>
                <a:cxn ang="0">
                  <a:pos x="T0" y="T1"/>
                </a:cxn>
                <a:cxn ang="0">
                  <a:pos x="T2" y="T3"/>
                </a:cxn>
                <a:cxn ang="0">
                  <a:pos x="T4" y="T5"/>
                </a:cxn>
                <a:cxn ang="0">
                  <a:pos x="T6" y="T7"/>
                </a:cxn>
                <a:cxn ang="0">
                  <a:pos x="T8" y="T9"/>
                </a:cxn>
              </a:cxnLst>
              <a:rect l="0" t="0" r="r" b="b"/>
              <a:pathLst>
                <a:path w="869" h="28">
                  <a:moveTo>
                    <a:pt x="869" y="0"/>
                  </a:moveTo>
                  <a:lnTo>
                    <a:pt x="869" y="28"/>
                  </a:lnTo>
                  <a:lnTo>
                    <a:pt x="0" y="28"/>
                  </a:lnTo>
                  <a:lnTo>
                    <a:pt x="0" y="0"/>
                  </a:lnTo>
                  <a:lnTo>
                    <a:pt x="777"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Rectangle 89">
              <a:extLst>
                <a:ext uri="{FF2B5EF4-FFF2-40B4-BE49-F238E27FC236}">
                  <a16:creationId xmlns:a16="http://schemas.microsoft.com/office/drawing/2014/main" id="{0E9F846D-48E5-4C10-9945-09829F82D27D}"/>
                </a:ext>
              </a:extLst>
            </p:cNvPr>
            <p:cNvSpPr>
              <a:spLocks noChangeArrowheads="1"/>
            </p:cNvSpPr>
            <p:nvPr/>
          </p:nvSpPr>
          <p:spPr bwMode="auto">
            <a:xfrm>
              <a:off x="3054350" y="755650"/>
              <a:ext cx="41275" cy="230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7" name="Freeform 90">
              <a:extLst>
                <a:ext uri="{FF2B5EF4-FFF2-40B4-BE49-F238E27FC236}">
                  <a16:creationId xmlns:a16="http://schemas.microsoft.com/office/drawing/2014/main" id="{AEB606BF-7785-4835-951E-2B9A4D376DA2}"/>
                </a:ext>
              </a:extLst>
            </p:cNvPr>
            <p:cNvSpPr>
              <a:spLocks/>
            </p:cNvSpPr>
            <p:nvPr/>
          </p:nvSpPr>
          <p:spPr bwMode="auto">
            <a:xfrm>
              <a:off x="2878138" y="773113"/>
              <a:ext cx="198438" cy="196850"/>
            </a:xfrm>
            <a:custGeom>
              <a:avLst/>
              <a:gdLst>
                <a:gd name="T0" fmla="*/ 0 w 125"/>
                <a:gd name="T1" fmla="*/ 112 h 124"/>
                <a:gd name="T2" fmla="*/ 113 w 125"/>
                <a:gd name="T3" fmla="*/ 0 h 124"/>
                <a:gd name="T4" fmla="*/ 125 w 125"/>
                <a:gd name="T5" fmla="*/ 12 h 124"/>
                <a:gd name="T6" fmla="*/ 12 w 125"/>
                <a:gd name="T7" fmla="*/ 124 h 124"/>
                <a:gd name="T8" fmla="*/ 0 w 125"/>
                <a:gd name="T9" fmla="*/ 112 h 124"/>
              </a:gdLst>
              <a:ahLst/>
              <a:cxnLst>
                <a:cxn ang="0">
                  <a:pos x="T0" y="T1"/>
                </a:cxn>
                <a:cxn ang="0">
                  <a:pos x="T2" y="T3"/>
                </a:cxn>
                <a:cxn ang="0">
                  <a:pos x="T4" y="T5"/>
                </a:cxn>
                <a:cxn ang="0">
                  <a:pos x="T6" y="T7"/>
                </a:cxn>
                <a:cxn ang="0">
                  <a:pos x="T8" y="T9"/>
                </a:cxn>
              </a:cxnLst>
              <a:rect l="0" t="0" r="r" b="b"/>
              <a:pathLst>
                <a:path w="125" h="124">
                  <a:moveTo>
                    <a:pt x="0" y="112"/>
                  </a:moveTo>
                  <a:lnTo>
                    <a:pt x="113" y="0"/>
                  </a:lnTo>
                  <a:lnTo>
                    <a:pt x="125" y="12"/>
                  </a:lnTo>
                  <a:lnTo>
                    <a:pt x="12" y="124"/>
                  </a:lnTo>
                  <a:lnTo>
                    <a:pt x="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8" name="Freeform 91">
              <a:extLst>
                <a:ext uri="{FF2B5EF4-FFF2-40B4-BE49-F238E27FC236}">
                  <a16:creationId xmlns:a16="http://schemas.microsoft.com/office/drawing/2014/main" id="{347555F6-1022-4B04-AB6B-C7318068040C}"/>
                </a:ext>
              </a:extLst>
            </p:cNvPr>
            <p:cNvSpPr>
              <a:spLocks/>
            </p:cNvSpPr>
            <p:nvPr/>
          </p:nvSpPr>
          <p:spPr bwMode="auto">
            <a:xfrm>
              <a:off x="2878138" y="773113"/>
              <a:ext cx="198438" cy="196850"/>
            </a:xfrm>
            <a:custGeom>
              <a:avLst/>
              <a:gdLst>
                <a:gd name="T0" fmla="*/ 12 w 125"/>
                <a:gd name="T1" fmla="*/ 0 h 124"/>
                <a:gd name="T2" fmla="*/ 125 w 125"/>
                <a:gd name="T3" fmla="*/ 112 h 124"/>
                <a:gd name="T4" fmla="*/ 113 w 125"/>
                <a:gd name="T5" fmla="*/ 124 h 124"/>
                <a:gd name="T6" fmla="*/ 0 w 125"/>
                <a:gd name="T7" fmla="*/ 12 h 124"/>
                <a:gd name="T8" fmla="*/ 12 w 125"/>
                <a:gd name="T9" fmla="*/ 0 h 124"/>
              </a:gdLst>
              <a:ahLst/>
              <a:cxnLst>
                <a:cxn ang="0">
                  <a:pos x="T0" y="T1"/>
                </a:cxn>
                <a:cxn ang="0">
                  <a:pos x="T2" y="T3"/>
                </a:cxn>
                <a:cxn ang="0">
                  <a:pos x="T4" y="T5"/>
                </a:cxn>
                <a:cxn ang="0">
                  <a:pos x="T6" y="T7"/>
                </a:cxn>
                <a:cxn ang="0">
                  <a:pos x="T8" y="T9"/>
                </a:cxn>
              </a:cxnLst>
              <a:rect l="0" t="0" r="r" b="b"/>
              <a:pathLst>
                <a:path w="125" h="124">
                  <a:moveTo>
                    <a:pt x="12" y="0"/>
                  </a:moveTo>
                  <a:lnTo>
                    <a:pt x="125" y="112"/>
                  </a:lnTo>
                  <a:lnTo>
                    <a:pt x="113" y="124"/>
                  </a:lnTo>
                  <a:lnTo>
                    <a:pt x="0" y="12"/>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9" name="Rectangle 92">
              <a:extLst>
                <a:ext uri="{FF2B5EF4-FFF2-40B4-BE49-F238E27FC236}">
                  <a16:creationId xmlns:a16="http://schemas.microsoft.com/office/drawing/2014/main" id="{C17C0340-E51A-4F17-848E-91F461BEA6D9}"/>
                </a:ext>
              </a:extLst>
            </p:cNvPr>
            <p:cNvSpPr>
              <a:spLocks noChangeArrowheads="1"/>
            </p:cNvSpPr>
            <p:nvPr/>
          </p:nvSpPr>
          <p:spPr bwMode="auto">
            <a:xfrm>
              <a:off x="2865438" y="755650"/>
              <a:ext cx="38100" cy="230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Freeform 93">
              <a:extLst>
                <a:ext uri="{FF2B5EF4-FFF2-40B4-BE49-F238E27FC236}">
                  <a16:creationId xmlns:a16="http://schemas.microsoft.com/office/drawing/2014/main" id="{CB7564AF-0488-42C1-B10C-E3D26A118F32}"/>
                </a:ext>
              </a:extLst>
            </p:cNvPr>
            <p:cNvSpPr>
              <a:spLocks/>
            </p:cNvSpPr>
            <p:nvPr/>
          </p:nvSpPr>
          <p:spPr bwMode="auto">
            <a:xfrm>
              <a:off x="2690813" y="773113"/>
              <a:ext cx="196850" cy="196850"/>
            </a:xfrm>
            <a:custGeom>
              <a:avLst/>
              <a:gdLst>
                <a:gd name="T0" fmla="*/ 0 w 124"/>
                <a:gd name="T1" fmla="*/ 112 h 124"/>
                <a:gd name="T2" fmla="*/ 112 w 124"/>
                <a:gd name="T3" fmla="*/ 0 h 124"/>
                <a:gd name="T4" fmla="*/ 124 w 124"/>
                <a:gd name="T5" fmla="*/ 12 h 124"/>
                <a:gd name="T6" fmla="*/ 10 w 124"/>
                <a:gd name="T7" fmla="*/ 124 h 124"/>
                <a:gd name="T8" fmla="*/ 0 w 124"/>
                <a:gd name="T9" fmla="*/ 112 h 124"/>
              </a:gdLst>
              <a:ahLst/>
              <a:cxnLst>
                <a:cxn ang="0">
                  <a:pos x="T0" y="T1"/>
                </a:cxn>
                <a:cxn ang="0">
                  <a:pos x="T2" y="T3"/>
                </a:cxn>
                <a:cxn ang="0">
                  <a:pos x="T4" y="T5"/>
                </a:cxn>
                <a:cxn ang="0">
                  <a:pos x="T6" y="T7"/>
                </a:cxn>
                <a:cxn ang="0">
                  <a:pos x="T8" y="T9"/>
                </a:cxn>
              </a:cxnLst>
              <a:rect l="0" t="0" r="r" b="b"/>
              <a:pathLst>
                <a:path w="124" h="124">
                  <a:moveTo>
                    <a:pt x="0" y="112"/>
                  </a:moveTo>
                  <a:lnTo>
                    <a:pt x="112" y="0"/>
                  </a:lnTo>
                  <a:lnTo>
                    <a:pt x="124" y="12"/>
                  </a:lnTo>
                  <a:lnTo>
                    <a:pt x="10" y="124"/>
                  </a:lnTo>
                  <a:lnTo>
                    <a:pt x="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Freeform 94">
              <a:extLst>
                <a:ext uri="{FF2B5EF4-FFF2-40B4-BE49-F238E27FC236}">
                  <a16:creationId xmlns:a16="http://schemas.microsoft.com/office/drawing/2014/main" id="{EB558EA9-4E02-4D7F-8E10-2B43F8AB1B88}"/>
                </a:ext>
              </a:extLst>
            </p:cNvPr>
            <p:cNvSpPr>
              <a:spLocks/>
            </p:cNvSpPr>
            <p:nvPr/>
          </p:nvSpPr>
          <p:spPr bwMode="auto">
            <a:xfrm>
              <a:off x="2690813" y="773113"/>
              <a:ext cx="196850" cy="196850"/>
            </a:xfrm>
            <a:custGeom>
              <a:avLst/>
              <a:gdLst>
                <a:gd name="T0" fmla="*/ 10 w 124"/>
                <a:gd name="T1" fmla="*/ 0 h 124"/>
                <a:gd name="T2" fmla="*/ 124 w 124"/>
                <a:gd name="T3" fmla="*/ 112 h 124"/>
                <a:gd name="T4" fmla="*/ 112 w 124"/>
                <a:gd name="T5" fmla="*/ 124 h 124"/>
                <a:gd name="T6" fmla="*/ 0 w 124"/>
                <a:gd name="T7" fmla="*/ 12 h 124"/>
                <a:gd name="T8" fmla="*/ 10 w 124"/>
                <a:gd name="T9" fmla="*/ 0 h 124"/>
              </a:gdLst>
              <a:ahLst/>
              <a:cxnLst>
                <a:cxn ang="0">
                  <a:pos x="T0" y="T1"/>
                </a:cxn>
                <a:cxn ang="0">
                  <a:pos x="T2" y="T3"/>
                </a:cxn>
                <a:cxn ang="0">
                  <a:pos x="T4" y="T5"/>
                </a:cxn>
                <a:cxn ang="0">
                  <a:pos x="T6" y="T7"/>
                </a:cxn>
                <a:cxn ang="0">
                  <a:pos x="T8" y="T9"/>
                </a:cxn>
              </a:cxnLst>
              <a:rect l="0" t="0" r="r" b="b"/>
              <a:pathLst>
                <a:path w="124" h="124">
                  <a:moveTo>
                    <a:pt x="10" y="0"/>
                  </a:moveTo>
                  <a:lnTo>
                    <a:pt x="124" y="112"/>
                  </a:lnTo>
                  <a:lnTo>
                    <a:pt x="112" y="124"/>
                  </a:lnTo>
                  <a:lnTo>
                    <a:pt x="0" y="12"/>
                  </a:lnTo>
                  <a:lnTo>
                    <a:pt x="1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Rectangle 95">
              <a:extLst>
                <a:ext uri="{FF2B5EF4-FFF2-40B4-BE49-F238E27FC236}">
                  <a16:creationId xmlns:a16="http://schemas.microsoft.com/office/drawing/2014/main" id="{BD079FCF-B5FD-4C73-BBCB-3CA2565BD6C0}"/>
                </a:ext>
              </a:extLst>
            </p:cNvPr>
            <p:cNvSpPr>
              <a:spLocks noChangeArrowheads="1"/>
            </p:cNvSpPr>
            <p:nvPr/>
          </p:nvSpPr>
          <p:spPr bwMode="auto">
            <a:xfrm>
              <a:off x="2674938" y="755650"/>
              <a:ext cx="41275" cy="230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Freeform 96">
              <a:extLst>
                <a:ext uri="{FF2B5EF4-FFF2-40B4-BE49-F238E27FC236}">
                  <a16:creationId xmlns:a16="http://schemas.microsoft.com/office/drawing/2014/main" id="{72531B99-93E9-49EB-8BDB-598751A8A92B}"/>
                </a:ext>
              </a:extLst>
            </p:cNvPr>
            <p:cNvSpPr>
              <a:spLocks/>
            </p:cNvSpPr>
            <p:nvPr/>
          </p:nvSpPr>
          <p:spPr bwMode="auto">
            <a:xfrm>
              <a:off x="2498725" y="773113"/>
              <a:ext cx="201613" cy="196850"/>
            </a:xfrm>
            <a:custGeom>
              <a:avLst/>
              <a:gdLst>
                <a:gd name="T0" fmla="*/ 0 w 127"/>
                <a:gd name="T1" fmla="*/ 112 h 124"/>
                <a:gd name="T2" fmla="*/ 115 w 127"/>
                <a:gd name="T3" fmla="*/ 0 h 124"/>
                <a:gd name="T4" fmla="*/ 127 w 127"/>
                <a:gd name="T5" fmla="*/ 12 h 124"/>
                <a:gd name="T6" fmla="*/ 12 w 127"/>
                <a:gd name="T7" fmla="*/ 124 h 124"/>
                <a:gd name="T8" fmla="*/ 0 w 127"/>
                <a:gd name="T9" fmla="*/ 112 h 124"/>
              </a:gdLst>
              <a:ahLst/>
              <a:cxnLst>
                <a:cxn ang="0">
                  <a:pos x="T0" y="T1"/>
                </a:cxn>
                <a:cxn ang="0">
                  <a:pos x="T2" y="T3"/>
                </a:cxn>
                <a:cxn ang="0">
                  <a:pos x="T4" y="T5"/>
                </a:cxn>
                <a:cxn ang="0">
                  <a:pos x="T6" y="T7"/>
                </a:cxn>
                <a:cxn ang="0">
                  <a:pos x="T8" y="T9"/>
                </a:cxn>
              </a:cxnLst>
              <a:rect l="0" t="0" r="r" b="b"/>
              <a:pathLst>
                <a:path w="127" h="124">
                  <a:moveTo>
                    <a:pt x="0" y="112"/>
                  </a:moveTo>
                  <a:lnTo>
                    <a:pt x="115" y="0"/>
                  </a:lnTo>
                  <a:lnTo>
                    <a:pt x="127" y="12"/>
                  </a:lnTo>
                  <a:lnTo>
                    <a:pt x="12" y="124"/>
                  </a:lnTo>
                  <a:lnTo>
                    <a:pt x="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Freeform 97">
              <a:extLst>
                <a:ext uri="{FF2B5EF4-FFF2-40B4-BE49-F238E27FC236}">
                  <a16:creationId xmlns:a16="http://schemas.microsoft.com/office/drawing/2014/main" id="{655DD5EF-76F5-439C-A59F-D32BC74587AD}"/>
                </a:ext>
              </a:extLst>
            </p:cNvPr>
            <p:cNvSpPr>
              <a:spLocks/>
            </p:cNvSpPr>
            <p:nvPr/>
          </p:nvSpPr>
          <p:spPr bwMode="auto">
            <a:xfrm>
              <a:off x="2498725" y="773113"/>
              <a:ext cx="201613" cy="196850"/>
            </a:xfrm>
            <a:custGeom>
              <a:avLst/>
              <a:gdLst>
                <a:gd name="T0" fmla="*/ 12 w 127"/>
                <a:gd name="T1" fmla="*/ 0 h 124"/>
                <a:gd name="T2" fmla="*/ 127 w 127"/>
                <a:gd name="T3" fmla="*/ 112 h 124"/>
                <a:gd name="T4" fmla="*/ 115 w 127"/>
                <a:gd name="T5" fmla="*/ 124 h 124"/>
                <a:gd name="T6" fmla="*/ 0 w 127"/>
                <a:gd name="T7" fmla="*/ 12 h 124"/>
                <a:gd name="T8" fmla="*/ 12 w 127"/>
                <a:gd name="T9" fmla="*/ 0 h 124"/>
              </a:gdLst>
              <a:ahLst/>
              <a:cxnLst>
                <a:cxn ang="0">
                  <a:pos x="T0" y="T1"/>
                </a:cxn>
                <a:cxn ang="0">
                  <a:pos x="T2" y="T3"/>
                </a:cxn>
                <a:cxn ang="0">
                  <a:pos x="T4" y="T5"/>
                </a:cxn>
                <a:cxn ang="0">
                  <a:pos x="T6" y="T7"/>
                </a:cxn>
                <a:cxn ang="0">
                  <a:pos x="T8" y="T9"/>
                </a:cxn>
              </a:cxnLst>
              <a:rect l="0" t="0" r="r" b="b"/>
              <a:pathLst>
                <a:path w="127" h="124">
                  <a:moveTo>
                    <a:pt x="12" y="0"/>
                  </a:moveTo>
                  <a:lnTo>
                    <a:pt x="127" y="112"/>
                  </a:lnTo>
                  <a:lnTo>
                    <a:pt x="115" y="124"/>
                  </a:lnTo>
                  <a:lnTo>
                    <a:pt x="0" y="12"/>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Rectangle 98">
              <a:extLst>
                <a:ext uri="{FF2B5EF4-FFF2-40B4-BE49-F238E27FC236}">
                  <a16:creationId xmlns:a16="http://schemas.microsoft.com/office/drawing/2014/main" id="{12614028-6637-4A32-9594-AD4AEBCA49D6}"/>
                </a:ext>
              </a:extLst>
            </p:cNvPr>
            <p:cNvSpPr>
              <a:spLocks noChangeArrowheads="1"/>
            </p:cNvSpPr>
            <p:nvPr/>
          </p:nvSpPr>
          <p:spPr bwMode="auto">
            <a:xfrm>
              <a:off x="2486025" y="755650"/>
              <a:ext cx="41275" cy="230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Freeform 99">
              <a:extLst>
                <a:ext uri="{FF2B5EF4-FFF2-40B4-BE49-F238E27FC236}">
                  <a16:creationId xmlns:a16="http://schemas.microsoft.com/office/drawing/2014/main" id="{E5117DA5-34A5-4FF1-9582-E771FC0EC618}"/>
                </a:ext>
              </a:extLst>
            </p:cNvPr>
            <p:cNvSpPr>
              <a:spLocks/>
            </p:cNvSpPr>
            <p:nvPr/>
          </p:nvSpPr>
          <p:spPr bwMode="auto">
            <a:xfrm>
              <a:off x="2311400" y="773113"/>
              <a:ext cx="196850" cy="196850"/>
            </a:xfrm>
            <a:custGeom>
              <a:avLst/>
              <a:gdLst>
                <a:gd name="T0" fmla="*/ 0 w 124"/>
                <a:gd name="T1" fmla="*/ 112 h 124"/>
                <a:gd name="T2" fmla="*/ 112 w 124"/>
                <a:gd name="T3" fmla="*/ 0 h 124"/>
                <a:gd name="T4" fmla="*/ 124 w 124"/>
                <a:gd name="T5" fmla="*/ 12 h 124"/>
                <a:gd name="T6" fmla="*/ 12 w 124"/>
                <a:gd name="T7" fmla="*/ 124 h 124"/>
                <a:gd name="T8" fmla="*/ 0 w 124"/>
                <a:gd name="T9" fmla="*/ 112 h 124"/>
              </a:gdLst>
              <a:ahLst/>
              <a:cxnLst>
                <a:cxn ang="0">
                  <a:pos x="T0" y="T1"/>
                </a:cxn>
                <a:cxn ang="0">
                  <a:pos x="T2" y="T3"/>
                </a:cxn>
                <a:cxn ang="0">
                  <a:pos x="T4" y="T5"/>
                </a:cxn>
                <a:cxn ang="0">
                  <a:pos x="T6" y="T7"/>
                </a:cxn>
                <a:cxn ang="0">
                  <a:pos x="T8" y="T9"/>
                </a:cxn>
              </a:cxnLst>
              <a:rect l="0" t="0" r="r" b="b"/>
              <a:pathLst>
                <a:path w="124" h="124">
                  <a:moveTo>
                    <a:pt x="0" y="112"/>
                  </a:moveTo>
                  <a:lnTo>
                    <a:pt x="112" y="0"/>
                  </a:lnTo>
                  <a:lnTo>
                    <a:pt x="124" y="12"/>
                  </a:lnTo>
                  <a:lnTo>
                    <a:pt x="12" y="124"/>
                  </a:lnTo>
                  <a:lnTo>
                    <a:pt x="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 name="Freeform 100">
              <a:extLst>
                <a:ext uri="{FF2B5EF4-FFF2-40B4-BE49-F238E27FC236}">
                  <a16:creationId xmlns:a16="http://schemas.microsoft.com/office/drawing/2014/main" id="{11CF2F24-E201-437D-8619-2CD4AE17C1DE}"/>
                </a:ext>
              </a:extLst>
            </p:cNvPr>
            <p:cNvSpPr>
              <a:spLocks/>
            </p:cNvSpPr>
            <p:nvPr/>
          </p:nvSpPr>
          <p:spPr bwMode="auto">
            <a:xfrm>
              <a:off x="2311400" y="773113"/>
              <a:ext cx="196850" cy="196850"/>
            </a:xfrm>
            <a:custGeom>
              <a:avLst/>
              <a:gdLst>
                <a:gd name="T0" fmla="*/ 12 w 124"/>
                <a:gd name="T1" fmla="*/ 0 h 124"/>
                <a:gd name="T2" fmla="*/ 124 w 124"/>
                <a:gd name="T3" fmla="*/ 112 h 124"/>
                <a:gd name="T4" fmla="*/ 112 w 124"/>
                <a:gd name="T5" fmla="*/ 124 h 124"/>
                <a:gd name="T6" fmla="*/ 0 w 124"/>
                <a:gd name="T7" fmla="*/ 12 h 124"/>
                <a:gd name="T8" fmla="*/ 12 w 124"/>
                <a:gd name="T9" fmla="*/ 0 h 124"/>
              </a:gdLst>
              <a:ahLst/>
              <a:cxnLst>
                <a:cxn ang="0">
                  <a:pos x="T0" y="T1"/>
                </a:cxn>
                <a:cxn ang="0">
                  <a:pos x="T2" y="T3"/>
                </a:cxn>
                <a:cxn ang="0">
                  <a:pos x="T4" y="T5"/>
                </a:cxn>
                <a:cxn ang="0">
                  <a:pos x="T6" y="T7"/>
                </a:cxn>
                <a:cxn ang="0">
                  <a:pos x="T8" y="T9"/>
                </a:cxn>
              </a:cxnLst>
              <a:rect l="0" t="0" r="r" b="b"/>
              <a:pathLst>
                <a:path w="124" h="124">
                  <a:moveTo>
                    <a:pt x="12" y="0"/>
                  </a:moveTo>
                  <a:lnTo>
                    <a:pt x="124" y="112"/>
                  </a:lnTo>
                  <a:lnTo>
                    <a:pt x="112" y="124"/>
                  </a:lnTo>
                  <a:lnTo>
                    <a:pt x="0" y="12"/>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101">
              <a:extLst>
                <a:ext uri="{FF2B5EF4-FFF2-40B4-BE49-F238E27FC236}">
                  <a16:creationId xmlns:a16="http://schemas.microsoft.com/office/drawing/2014/main" id="{F1214A04-D28B-472F-BD56-BD1F9E422025}"/>
                </a:ext>
              </a:extLst>
            </p:cNvPr>
            <p:cNvSpPr>
              <a:spLocks/>
            </p:cNvSpPr>
            <p:nvPr/>
          </p:nvSpPr>
          <p:spPr bwMode="auto">
            <a:xfrm>
              <a:off x="1052513" y="628650"/>
              <a:ext cx="652463" cy="474662"/>
            </a:xfrm>
            <a:custGeom>
              <a:avLst/>
              <a:gdLst>
                <a:gd name="T0" fmla="*/ 205 w 205"/>
                <a:gd name="T1" fmla="*/ 149 h 149"/>
                <a:gd name="T2" fmla="*/ 0 w 205"/>
                <a:gd name="T3" fmla="*/ 149 h 149"/>
                <a:gd name="T4" fmla="*/ 0 w 205"/>
                <a:gd name="T5" fmla="*/ 0 h 149"/>
                <a:gd name="T6" fmla="*/ 125 w 205"/>
                <a:gd name="T7" fmla="*/ 0 h 149"/>
                <a:gd name="T8" fmla="*/ 205 w 205"/>
                <a:gd name="T9" fmla="*/ 67 h 149"/>
                <a:gd name="T10" fmla="*/ 205 w 205"/>
                <a:gd name="T11" fmla="*/ 149 h 149"/>
              </a:gdLst>
              <a:ahLst/>
              <a:cxnLst>
                <a:cxn ang="0">
                  <a:pos x="T0" y="T1"/>
                </a:cxn>
                <a:cxn ang="0">
                  <a:pos x="T2" y="T3"/>
                </a:cxn>
                <a:cxn ang="0">
                  <a:pos x="T4" y="T5"/>
                </a:cxn>
                <a:cxn ang="0">
                  <a:pos x="T6" y="T7"/>
                </a:cxn>
                <a:cxn ang="0">
                  <a:pos x="T8" y="T9"/>
                </a:cxn>
                <a:cxn ang="0">
                  <a:pos x="T10" y="T11"/>
                </a:cxn>
              </a:cxnLst>
              <a:rect l="0" t="0" r="r" b="b"/>
              <a:pathLst>
                <a:path w="205" h="149">
                  <a:moveTo>
                    <a:pt x="205" y="149"/>
                  </a:moveTo>
                  <a:cubicBezTo>
                    <a:pt x="0" y="149"/>
                    <a:pt x="0" y="149"/>
                    <a:pt x="0" y="149"/>
                  </a:cubicBezTo>
                  <a:cubicBezTo>
                    <a:pt x="0" y="0"/>
                    <a:pt x="0" y="0"/>
                    <a:pt x="0" y="0"/>
                  </a:cubicBezTo>
                  <a:cubicBezTo>
                    <a:pt x="125" y="0"/>
                    <a:pt x="125" y="0"/>
                    <a:pt x="125" y="0"/>
                  </a:cubicBezTo>
                  <a:cubicBezTo>
                    <a:pt x="169" y="0"/>
                    <a:pt x="205" y="30"/>
                    <a:pt x="205" y="67"/>
                  </a:cubicBezTo>
                  <a:lnTo>
                    <a:pt x="205" y="1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Rectangle 102">
              <a:extLst>
                <a:ext uri="{FF2B5EF4-FFF2-40B4-BE49-F238E27FC236}">
                  <a16:creationId xmlns:a16="http://schemas.microsoft.com/office/drawing/2014/main" id="{EF1A0428-1375-40F8-949D-73BF9D675116}"/>
                </a:ext>
              </a:extLst>
            </p:cNvPr>
            <p:cNvSpPr>
              <a:spLocks noChangeArrowheads="1"/>
            </p:cNvSpPr>
            <p:nvPr/>
          </p:nvSpPr>
          <p:spPr bwMode="auto">
            <a:xfrm>
              <a:off x="236538" y="698500"/>
              <a:ext cx="219075" cy="4905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103">
              <a:extLst>
                <a:ext uri="{FF2B5EF4-FFF2-40B4-BE49-F238E27FC236}">
                  <a16:creationId xmlns:a16="http://schemas.microsoft.com/office/drawing/2014/main" id="{5D2D8534-2FF4-4623-AEA6-7908FE311242}"/>
                </a:ext>
              </a:extLst>
            </p:cNvPr>
            <p:cNvSpPr>
              <a:spLocks/>
            </p:cNvSpPr>
            <p:nvPr/>
          </p:nvSpPr>
          <p:spPr bwMode="auto">
            <a:xfrm>
              <a:off x="411163" y="1588"/>
              <a:ext cx="3952875" cy="977900"/>
            </a:xfrm>
            <a:custGeom>
              <a:avLst/>
              <a:gdLst>
                <a:gd name="T0" fmla="*/ 2474 w 2490"/>
                <a:gd name="T1" fmla="*/ 616 h 616"/>
                <a:gd name="T2" fmla="*/ 580 w 2490"/>
                <a:gd name="T3" fmla="*/ 48 h 616"/>
                <a:gd name="T4" fmla="*/ 28 w 2490"/>
                <a:gd name="T5" fmla="*/ 469 h 616"/>
                <a:gd name="T6" fmla="*/ 0 w 2490"/>
                <a:gd name="T7" fmla="*/ 437 h 616"/>
                <a:gd name="T8" fmla="*/ 572 w 2490"/>
                <a:gd name="T9" fmla="*/ 0 h 616"/>
                <a:gd name="T10" fmla="*/ 2490 w 2490"/>
                <a:gd name="T11" fmla="*/ 578 h 616"/>
                <a:gd name="T12" fmla="*/ 2474 w 2490"/>
                <a:gd name="T13" fmla="*/ 616 h 616"/>
              </a:gdLst>
              <a:ahLst/>
              <a:cxnLst>
                <a:cxn ang="0">
                  <a:pos x="T0" y="T1"/>
                </a:cxn>
                <a:cxn ang="0">
                  <a:pos x="T2" y="T3"/>
                </a:cxn>
                <a:cxn ang="0">
                  <a:pos x="T4" y="T5"/>
                </a:cxn>
                <a:cxn ang="0">
                  <a:pos x="T6" y="T7"/>
                </a:cxn>
                <a:cxn ang="0">
                  <a:pos x="T8" y="T9"/>
                </a:cxn>
                <a:cxn ang="0">
                  <a:pos x="T10" y="T11"/>
                </a:cxn>
                <a:cxn ang="0">
                  <a:pos x="T12" y="T13"/>
                </a:cxn>
              </a:cxnLst>
              <a:rect l="0" t="0" r="r" b="b"/>
              <a:pathLst>
                <a:path w="2490" h="616">
                  <a:moveTo>
                    <a:pt x="2474" y="616"/>
                  </a:moveTo>
                  <a:lnTo>
                    <a:pt x="580" y="48"/>
                  </a:lnTo>
                  <a:lnTo>
                    <a:pt x="28" y="469"/>
                  </a:lnTo>
                  <a:lnTo>
                    <a:pt x="0" y="437"/>
                  </a:lnTo>
                  <a:lnTo>
                    <a:pt x="572" y="0"/>
                  </a:lnTo>
                  <a:lnTo>
                    <a:pt x="2490" y="578"/>
                  </a:lnTo>
                  <a:lnTo>
                    <a:pt x="2474" y="6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Rectangle 104">
              <a:extLst>
                <a:ext uri="{FF2B5EF4-FFF2-40B4-BE49-F238E27FC236}">
                  <a16:creationId xmlns:a16="http://schemas.microsoft.com/office/drawing/2014/main" id="{5BB9E17A-220B-48A2-8F0E-FCBDAE589CAE}"/>
                </a:ext>
              </a:extLst>
            </p:cNvPr>
            <p:cNvSpPr>
              <a:spLocks noChangeArrowheads="1"/>
            </p:cNvSpPr>
            <p:nvPr/>
          </p:nvSpPr>
          <p:spPr bwMode="auto">
            <a:xfrm>
              <a:off x="4294188" y="966788"/>
              <a:ext cx="44450" cy="1012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Rectangle 105">
              <a:extLst>
                <a:ext uri="{FF2B5EF4-FFF2-40B4-BE49-F238E27FC236}">
                  <a16:creationId xmlns:a16="http://schemas.microsoft.com/office/drawing/2014/main" id="{9A0D611E-9F25-4C68-AAFB-2130AD47F698}"/>
                </a:ext>
              </a:extLst>
            </p:cNvPr>
            <p:cNvSpPr>
              <a:spLocks noChangeArrowheads="1"/>
            </p:cNvSpPr>
            <p:nvPr/>
          </p:nvSpPr>
          <p:spPr bwMode="auto">
            <a:xfrm>
              <a:off x="3952875" y="1938338"/>
              <a:ext cx="736600" cy="2413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Rectangle 106">
              <a:extLst>
                <a:ext uri="{FF2B5EF4-FFF2-40B4-BE49-F238E27FC236}">
                  <a16:creationId xmlns:a16="http://schemas.microsoft.com/office/drawing/2014/main" id="{07EB0736-3617-4F98-AE1E-BC2A49521A88}"/>
                </a:ext>
              </a:extLst>
            </p:cNvPr>
            <p:cNvSpPr>
              <a:spLocks noChangeArrowheads="1"/>
            </p:cNvSpPr>
            <p:nvPr/>
          </p:nvSpPr>
          <p:spPr bwMode="auto">
            <a:xfrm>
              <a:off x="4224338" y="1855788"/>
              <a:ext cx="187325" cy="123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Rectangle 107">
              <a:extLst>
                <a:ext uri="{FF2B5EF4-FFF2-40B4-BE49-F238E27FC236}">
                  <a16:creationId xmlns:a16="http://schemas.microsoft.com/office/drawing/2014/main" id="{F4D90D66-0E3B-4BC2-8FA3-D98C67D2C9D0}"/>
                </a:ext>
              </a:extLst>
            </p:cNvPr>
            <p:cNvSpPr>
              <a:spLocks noChangeArrowheads="1"/>
            </p:cNvSpPr>
            <p:nvPr/>
          </p:nvSpPr>
          <p:spPr bwMode="auto">
            <a:xfrm>
              <a:off x="3044825" y="752475"/>
              <a:ext cx="771525" cy="36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108">
              <a:extLst>
                <a:ext uri="{FF2B5EF4-FFF2-40B4-BE49-F238E27FC236}">
                  <a16:creationId xmlns:a16="http://schemas.microsoft.com/office/drawing/2014/main" id="{2AFD7427-6FA0-4B03-8EAE-D3FD2BFF98D1}"/>
                </a:ext>
              </a:extLst>
            </p:cNvPr>
            <p:cNvSpPr>
              <a:spLocks/>
            </p:cNvSpPr>
            <p:nvPr/>
          </p:nvSpPr>
          <p:spPr bwMode="auto">
            <a:xfrm>
              <a:off x="3044825" y="900113"/>
              <a:ext cx="1287463" cy="88900"/>
            </a:xfrm>
            <a:custGeom>
              <a:avLst/>
              <a:gdLst>
                <a:gd name="T0" fmla="*/ 0 w 811"/>
                <a:gd name="T1" fmla="*/ 56 h 56"/>
                <a:gd name="T2" fmla="*/ 0 w 811"/>
                <a:gd name="T3" fmla="*/ 30 h 56"/>
                <a:gd name="T4" fmla="*/ 725 w 811"/>
                <a:gd name="T5" fmla="*/ 30 h 56"/>
                <a:gd name="T6" fmla="*/ 735 w 811"/>
                <a:gd name="T7" fmla="*/ 0 h 56"/>
                <a:gd name="T8" fmla="*/ 811 w 811"/>
                <a:gd name="T9" fmla="*/ 30 h 56"/>
                <a:gd name="T10" fmla="*/ 811 w 811"/>
                <a:gd name="T11" fmla="*/ 56 h 56"/>
                <a:gd name="T12" fmla="*/ 0 w 811"/>
                <a:gd name="T13" fmla="*/ 56 h 56"/>
              </a:gdLst>
              <a:ahLst/>
              <a:cxnLst>
                <a:cxn ang="0">
                  <a:pos x="T0" y="T1"/>
                </a:cxn>
                <a:cxn ang="0">
                  <a:pos x="T2" y="T3"/>
                </a:cxn>
                <a:cxn ang="0">
                  <a:pos x="T4" y="T5"/>
                </a:cxn>
                <a:cxn ang="0">
                  <a:pos x="T6" y="T7"/>
                </a:cxn>
                <a:cxn ang="0">
                  <a:pos x="T8" y="T9"/>
                </a:cxn>
                <a:cxn ang="0">
                  <a:pos x="T10" y="T11"/>
                </a:cxn>
                <a:cxn ang="0">
                  <a:pos x="T12" y="T13"/>
                </a:cxn>
              </a:cxnLst>
              <a:rect l="0" t="0" r="r" b="b"/>
              <a:pathLst>
                <a:path w="811" h="56">
                  <a:moveTo>
                    <a:pt x="0" y="56"/>
                  </a:moveTo>
                  <a:lnTo>
                    <a:pt x="0" y="30"/>
                  </a:lnTo>
                  <a:lnTo>
                    <a:pt x="725" y="30"/>
                  </a:lnTo>
                  <a:lnTo>
                    <a:pt x="735" y="0"/>
                  </a:lnTo>
                  <a:lnTo>
                    <a:pt x="811" y="30"/>
                  </a:lnTo>
                  <a:lnTo>
                    <a:pt x="811" y="56"/>
                  </a:lnTo>
                  <a:lnTo>
                    <a:pt x="0"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Rectangle 109">
              <a:extLst>
                <a:ext uri="{FF2B5EF4-FFF2-40B4-BE49-F238E27FC236}">
                  <a16:creationId xmlns:a16="http://schemas.microsoft.com/office/drawing/2014/main" id="{95F0ABD9-F98C-47DA-B6CB-750AF10E6581}"/>
                </a:ext>
              </a:extLst>
            </p:cNvPr>
            <p:cNvSpPr>
              <a:spLocks noChangeArrowheads="1"/>
            </p:cNvSpPr>
            <p:nvPr/>
          </p:nvSpPr>
          <p:spPr bwMode="auto">
            <a:xfrm>
              <a:off x="3781425" y="752475"/>
              <a:ext cx="34925" cy="2143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Rectangle 110">
              <a:extLst>
                <a:ext uri="{FF2B5EF4-FFF2-40B4-BE49-F238E27FC236}">
                  <a16:creationId xmlns:a16="http://schemas.microsoft.com/office/drawing/2014/main" id="{2B777433-D91C-45E4-8FBB-080911726A23}"/>
                </a:ext>
              </a:extLst>
            </p:cNvPr>
            <p:cNvSpPr>
              <a:spLocks noChangeArrowheads="1"/>
            </p:cNvSpPr>
            <p:nvPr/>
          </p:nvSpPr>
          <p:spPr bwMode="auto">
            <a:xfrm>
              <a:off x="3949700" y="820738"/>
              <a:ext cx="38100" cy="1333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111">
              <a:extLst>
                <a:ext uri="{FF2B5EF4-FFF2-40B4-BE49-F238E27FC236}">
                  <a16:creationId xmlns:a16="http://schemas.microsoft.com/office/drawing/2014/main" id="{0F5EA16B-9564-44E4-A852-2B340A549E57}"/>
                </a:ext>
              </a:extLst>
            </p:cNvPr>
            <p:cNvSpPr>
              <a:spLocks/>
            </p:cNvSpPr>
            <p:nvPr/>
          </p:nvSpPr>
          <p:spPr bwMode="auto">
            <a:xfrm>
              <a:off x="3614738" y="768350"/>
              <a:ext cx="185738" cy="185737"/>
            </a:xfrm>
            <a:custGeom>
              <a:avLst/>
              <a:gdLst>
                <a:gd name="T0" fmla="*/ 0 w 117"/>
                <a:gd name="T1" fmla="*/ 105 h 117"/>
                <a:gd name="T2" fmla="*/ 107 w 117"/>
                <a:gd name="T3" fmla="*/ 0 h 117"/>
                <a:gd name="T4" fmla="*/ 117 w 117"/>
                <a:gd name="T5" fmla="*/ 11 h 117"/>
                <a:gd name="T6" fmla="*/ 12 w 117"/>
                <a:gd name="T7" fmla="*/ 117 h 117"/>
                <a:gd name="T8" fmla="*/ 0 w 117"/>
                <a:gd name="T9" fmla="*/ 105 h 117"/>
              </a:gdLst>
              <a:ahLst/>
              <a:cxnLst>
                <a:cxn ang="0">
                  <a:pos x="T0" y="T1"/>
                </a:cxn>
                <a:cxn ang="0">
                  <a:pos x="T2" y="T3"/>
                </a:cxn>
                <a:cxn ang="0">
                  <a:pos x="T4" y="T5"/>
                </a:cxn>
                <a:cxn ang="0">
                  <a:pos x="T6" y="T7"/>
                </a:cxn>
                <a:cxn ang="0">
                  <a:pos x="T8" y="T9"/>
                </a:cxn>
              </a:cxnLst>
              <a:rect l="0" t="0" r="r" b="b"/>
              <a:pathLst>
                <a:path w="117" h="117">
                  <a:moveTo>
                    <a:pt x="0" y="105"/>
                  </a:moveTo>
                  <a:lnTo>
                    <a:pt x="107" y="0"/>
                  </a:lnTo>
                  <a:lnTo>
                    <a:pt x="117" y="11"/>
                  </a:lnTo>
                  <a:lnTo>
                    <a:pt x="12" y="117"/>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Freeform 112">
              <a:extLst>
                <a:ext uri="{FF2B5EF4-FFF2-40B4-BE49-F238E27FC236}">
                  <a16:creationId xmlns:a16="http://schemas.microsoft.com/office/drawing/2014/main" id="{0C6CD059-A68A-4255-8A29-C3948126C993}"/>
                </a:ext>
              </a:extLst>
            </p:cNvPr>
            <p:cNvSpPr>
              <a:spLocks/>
            </p:cNvSpPr>
            <p:nvPr/>
          </p:nvSpPr>
          <p:spPr bwMode="auto">
            <a:xfrm>
              <a:off x="3797300" y="814388"/>
              <a:ext cx="142875" cy="139700"/>
            </a:xfrm>
            <a:custGeom>
              <a:avLst/>
              <a:gdLst>
                <a:gd name="T0" fmla="*/ 0 w 90"/>
                <a:gd name="T1" fmla="*/ 78 h 88"/>
                <a:gd name="T2" fmla="*/ 78 w 90"/>
                <a:gd name="T3" fmla="*/ 0 h 88"/>
                <a:gd name="T4" fmla="*/ 90 w 90"/>
                <a:gd name="T5" fmla="*/ 10 h 88"/>
                <a:gd name="T6" fmla="*/ 12 w 90"/>
                <a:gd name="T7" fmla="*/ 88 h 88"/>
                <a:gd name="T8" fmla="*/ 0 w 90"/>
                <a:gd name="T9" fmla="*/ 78 h 88"/>
              </a:gdLst>
              <a:ahLst/>
              <a:cxnLst>
                <a:cxn ang="0">
                  <a:pos x="T0" y="T1"/>
                </a:cxn>
                <a:cxn ang="0">
                  <a:pos x="T2" y="T3"/>
                </a:cxn>
                <a:cxn ang="0">
                  <a:pos x="T4" y="T5"/>
                </a:cxn>
                <a:cxn ang="0">
                  <a:pos x="T6" y="T7"/>
                </a:cxn>
                <a:cxn ang="0">
                  <a:pos x="T8" y="T9"/>
                </a:cxn>
              </a:cxnLst>
              <a:rect l="0" t="0" r="r" b="b"/>
              <a:pathLst>
                <a:path w="90" h="88">
                  <a:moveTo>
                    <a:pt x="0" y="78"/>
                  </a:moveTo>
                  <a:lnTo>
                    <a:pt x="78" y="0"/>
                  </a:lnTo>
                  <a:lnTo>
                    <a:pt x="90" y="10"/>
                  </a:lnTo>
                  <a:lnTo>
                    <a:pt x="12" y="88"/>
                  </a:lnTo>
                  <a:lnTo>
                    <a:pt x="0" y="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Freeform 113">
              <a:extLst>
                <a:ext uri="{FF2B5EF4-FFF2-40B4-BE49-F238E27FC236}">
                  <a16:creationId xmlns:a16="http://schemas.microsoft.com/office/drawing/2014/main" id="{0072BB92-886F-463B-A076-69C8D35E23F8}"/>
                </a:ext>
              </a:extLst>
            </p:cNvPr>
            <p:cNvSpPr>
              <a:spLocks/>
            </p:cNvSpPr>
            <p:nvPr/>
          </p:nvSpPr>
          <p:spPr bwMode="auto">
            <a:xfrm>
              <a:off x="3614738" y="768350"/>
              <a:ext cx="185738" cy="185737"/>
            </a:xfrm>
            <a:custGeom>
              <a:avLst/>
              <a:gdLst>
                <a:gd name="T0" fmla="*/ 12 w 117"/>
                <a:gd name="T1" fmla="*/ 0 h 117"/>
                <a:gd name="T2" fmla="*/ 117 w 117"/>
                <a:gd name="T3" fmla="*/ 105 h 117"/>
                <a:gd name="T4" fmla="*/ 107 w 117"/>
                <a:gd name="T5" fmla="*/ 117 h 117"/>
                <a:gd name="T6" fmla="*/ 0 w 117"/>
                <a:gd name="T7" fmla="*/ 11 h 117"/>
                <a:gd name="T8" fmla="*/ 12 w 117"/>
                <a:gd name="T9" fmla="*/ 0 h 117"/>
              </a:gdLst>
              <a:ahLst/>
              <a:cxnLst>
                <a:cxn ang="0">
                  <a:pos x="T0" y="T1"/>
                </a:cxn>
                <a:cxn ang="0">
                  <a:pos x="T2" y="T3"/>
                </a:cxn>
                <a:cxn ang="0">
                  <a:pos x="T4" y="T5"/>
                </a:cxn>
                <a:cxn ang="0">
                  <a:pos x="T6" y="T7"/>
                </a:cxn>
                <a:cxn ang="0">
                  <a:pos x="T8" y="T9"/>
                </a:cxn>
              </a:cxnLst>
              <a:rect l="0" t="0" r="r" b="b"/>
              <a:pathLst>
                <a:path w="117" h="117">
                  <a:moveTo>
                    <a:pt x="12" y="0"/>
                  </a:moveTo>
                  <a:lnTo>
                    <a:pt x="117" y="105"/>
                  </a:lnTo>
                  <a:lnTo>
                    <a:pt x="107" y="117"/>
                  </a:lnTo>
                  <a:lnTo>
                    <a:pt x="0" y="11"/>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Rectangle 114">
              <a:extLst>
                <a:ext uri="{FF2B5EF4-FFF2-40B4-BE49-F238E27FC236}">
                  <a16:creationId xmlns:a16="http://schemas.microsoft.com/office/drawing/2014/main" id="{6E9DC577-21E3-4D66-9993-7CD62B5B73FB}"/>
                </a:ext>
              </a:extLst>
            </p:cNvPr>
            <p:cNvSpPr>
              <a:spLocks noChangeArrowheads="1"/>
            </p:cNvSpPr>
            <p:nvPr/>
          </p:nvSpPr>
          <p:spPr bwMode="auto">
            <a:xfrm>
              <a:off x="3602038" y="752475"/>
              <a:ext cx="38100" cy="2143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Freeform 115">
              <a:extLst>
                <a:ext uri="{FF2B5EF4-FFF2-40B4-BE49-F238E27FC236}">
                  <a16:creationId xmlns:a16="http://schemas.microsoft.com/office/drawing/2014/main" id="{59728FCC-2F04-49FD-807F-0BE902EEFA46}"/>
                </a:ext>
              </a:extLst>
            </p:cNvPr>
            <p:cNvSpPr>
              <a:spLocks/>
            </p:cNvSpPr>
            <p:nvPr/>
          </p:nvSpPr>
          <p:spPr bwMode="auto">
            <a:xfrm>
              <a:off x="3440113" y="768350"/>
              <a:ext cx="184150" cy="185737"/>
            </a:xfrm>
            <a:custGeom>
              <a:avLst/>
              <a:gdLst>
                <a:gd name="T0" fmla="*/ 0 w 116"/>
                <a:gd name="T1" fmla="*/ 105 h 117"/>
                <a:gd name="T2" fmla="*/ 104 w 116"/>
                <a:gd name="T3" fmla="*/ 0 h 117"/>
                <a:gd name="T4" fmla="*/ 116 w 116"/>
                <a:gd name="T5" fmla="*/ 11 h 117"/>
                <a:gd name="T6" fmla="*/ 10 w 116"/>
                <a:gd name="T7" fmla="*/ 117 h 117"/>
                <a:gd name="T8" fmla="*/ 0 w 116"/>
                <a:gd name="T9" fmla="*/ 105 h 117"/>
              </a:gdLst>
              <a:ahLst/>
              <a:cxnLst>
                <a:cxn ang="0">
                  <a:pos x="T0" y="T1"/>
                </a:cxn>
                <a:cxn ang="0">
                  <a:pos x="T2" y="T3"/>
                </a:cxn>
                <a:cxn ang="0">
                  <a:pos x="T4" y="T5"/>
                </a:cxn>
                <a:cxn ang="0">
                  <a:pos x="T6" y="T7"/>
                </a:cxn>
                <a:cxn ang="0">
                  <a:pos x="T8" y="T9"/>
                </a:cxn>
              </a:cxnLst>
              <a:rect l="0" t="0" r="r" b="b"/>
              <a:pathLst>
                <a:path w="116" h="117">
                  <a:moveTo>
                    <a:pt x="0" y="105"/>
                  </a:moveTo>
                  <a:lnTo>
                    <a:pt x="104" y="0"/>
                  </a:lnTo>
                  <a:lnTo>
                    <a:pt x="116" y="11"/>
                  </a:lnTo>
                  <a:lnTo>
                    <a:pt x="10" y="117"/>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116">
              <a:extLst>
                <a:ext uri="{FF2B5EF4-FFF2-40B4-BE49-F238E27FC236}">
                  <a16:creationId xmlns:a16="http://schemas.microsoft.com/office/drawing/2014/main" id="{44A1446D-B918-4420-A459-56138715034C}"/>
                </a:ext>
              </a:extLst>
            </p:cNvPr>
            <p:cNvSpPr>
              <a:spLocks/>
            </p:cNvSpPr>
            <p:nvPr/>
          </p:nvSpPr>
          <p:spPr bwMode="auto">
            <a:xfrm>
              <a:off x="3440113" y="768350"/>
              <a:ext cx="184150" cy="185737"/>
            </a:xfrm>
            <a:custGeom>
              <a:avLst/>
              <a:gdLst>
                <a:gd name="T0" fmla="*/ 10 w 116"/>
                <a:gd name="T1" fmla="*/ 0 h 117"/>
                <a:gd name="T2" fmla="*/ 116 w 116"/>
                <a:gd name="T3" fmla="*/ 105 h 117"/>
                <a:gd name="T4" fmla="*/ 104 w 116"/>
                <a:gd name="T5" fmla="*/ 117 h 117"/>
                <a:gd name="T6" fmla="*/ 0 w 116"/>
                <a:gd name="T7" fmla="*/ 11 h 117"/>
                <a:gd name="T8" fmla="*/ 10 w 116"/>
                <a:gd name="T9" fmla="*/ 0 h 117"/>
              </a:gdLst>
              <a:ahLst/>
              <a:cxnLst>
                <a:cxn ang="0">
                  <a:pos x="T0" y="T1"/>
                </a:cxn>
                <a:cxn ang="0">
                  <a:pos x="T2" y="T3"/>
                </a:cxn>
                <a:cxn ang="0">
                  <a:pos x="T4" y="T5"/>
                </a:cxn>
                <a:cxn ang="0">
                  <a:pos x="T6" y="T7"/>
                </a:cxn>
                <a:cxn ang="0">
                  <a:pos x="T8" y="T9"/>
                </a:cxn>
              </a:cxnLst>
              <a:rect l="0" t="0" r="r" b="b"/>
              <a:pathLst>
                <a:path w="116" h="117">
                  <a:moveTo>
                    <a:pt x="10" y="0"/>
                  </a:moveTo>
                  <a:lnTo>
                    <a:pt x="116" y="105"/>
                  </a:lnTo>
                  <a:lnTo>
                    <a:pt x="104" y="117"/>
                  </a:lnTo>
                  <a:lnTo>
                    <a:pt x="0" y="11"/>
                  </a:lnTo>
                  <a:lnTo>
                    <a:pt x="1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Rectangle 117">
              <a:extLst>
                <a:ext uri="{FF2B5EF4-FFF2-40B4-BE49-F238E27FC236}">
                  <a16:creationId xmlns:a16="http://schemas.microsoft.com/office/drawing/2014/main" id="{AADC5436-87CD-48D8-ACF7-3E0F37A16231}"/>
                </a:ext>
              </a:extLst>
            </p:cNvPr>
            <p:cNvSpPr>
              <a:spLocks noChangeArrowheads="1"/>
            </p:cNvSpPr>
            <p:nvPr/>
          </p:nvSpPr>
          <p:spPr bwMode="auto">
            <a:xfrm>
              <a:off x="3427413" y="752475"/>
              <a:ext cx="38100" cy="2143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118">
              <a:extLst>
                <a:ext uri="{FF2B5EF4-FFF2-40B4-BE49-F238E27FC236}">
                  <a16:creationId xmlns:a16="http://schemas.microsoft.com/office/drawing/2014/main" id="{4D0E9D2F-48DC-48D3-8FE4-07713550F733}"/>
                </a:ext>
              </a:extLst>
            </p:cNvPr>
            <p:cNvSpPr>
              <a:spLocks/>
            </p:cNvSpPr>
            <p:nvPr/>
          </p:nvSpPr>
          <p:spPr bwMode="auto">
            <a:xfrm>
              <a:off x="3260725" y="768350"/>
              <a:ext cx="188913" cy="185737"/>
            </a:xfrm>
            <a:custGeom>
              <a:avLst/>
              <a:gdLst>
                <a:gd name="T0" fmla="*/ 0 w 119"/>
                <a:gd name="T1" fmla="*/ 105 h 117"/>
                <a:gd name="T2" fmla="*/ 107 w 119"/>
                <a:gd name="T3" fmla="*/ 0 h 117"/>
                <a:gd name="T4" fmla="*/ 119 w 119"/>
                <a:gd name="T5" fmla="*/ 11 h 117"/>
                <a:gd name="T6" fmla="*/ 12 w 119"/>
                <a:gd name="T7" fmla="*/ 117 h 117"/>
                <a:gd name="T8" fmla="*/ 0 w 119"/>
                <a:gd name="T9" fmla="*/ 105 h 117"/>
              </a:gdLst>
              <a:ahLst/>
              <a:cxnLst>
                <a:cxn ang="0">
                  <a:pos x="T0" y="T1"/>
                </a:cxn>
                <a:cxn ang="0">
                  <a:pos x="T2" y="T3"/>
                </a:cxn>
                <a:cxn ang="0">
                  <a:pos x="T4" y="T5"/>
                </a:cxn>
                <a:cxn ang="0">
                  <a:pos x="T6" y="T7"/>
                </a:cxn>
                <a:cxn ang="0">
                  <a:pos x="T8" y="T9"/>
                </a:cxn>
              </a:cxnLst>
              <a:rect l="0" t="0" r="r" b="b"/>
              <a:pathLst>
                <a:path w="119" h="117">
                  <a:moveTo>
                    <a:pt x="0" y="105"/>
                  </a:moveTo>
                  <a:lnTo>
                    <a:pt x="107" y="0"/>
                  </a:lnTo>
                  <a:lnTo>
                    <a:pt x="119" y="11"/>
                  </a:lnTo>
                  <a:lnTo>
                    <a:pt x="12" y="117"/>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6" name="Freeform 119">
              <a:extLst>
                <a:ext uri="{FF2B5EF4-FFF2-40B4-BE49-F238E27FC236}">
                  <a16:creationId xmlns:a16="http://schemas.microsoft.com/office/drawing/2014/main" id="{A472EDF8-7731-48DE-935E-DE77A1DE8323}"/>
                </a:ext>
              </a:extLst>
            </p:cNvPr>
            <p:cNvSpPr>
              <a:spLocks/>
            </p:cNvSpPr>
            <p:nvPr/>
          </p:nvSpPr>
          <p:spPr bwMode="auto">
            <a:xfrm>
              <a:off x="3260725" y="768350"/>
              <a:ext cx="188913" cy="185737"/>
            </a:xfrm>
            <a:custGeom>
              <a:avLst/>
              <a:gdLst>
                <a:gd name="T0" fmla="*/ 12 w 119"/>
                <a:gd name="T1" fmla="*/ 0 h 117"/>
                <a:gd name="T2" fmla="*/ 119 w 119"/>
                <a:gd name="T3" fmla="*/ 105 h 117"/>
                <a:gd name="T4" fmla="*/ 107 w 119"/>
                <a:gd name="T5" fmla="*/ 117 h 117"/>
                <a:gd name="T6" fmla="*/ 0 w 119"/>
                <a:gd name="T7" fmla="*/ 11 h 117"/>
                <a:gd name="T8" fmla="*/ 12 w 119"/>
                <a:gd name="T9" fmla="*/ 0 h 117"/>
              </a:gdLst>
              <a:ahLst/>
              <a:cxnLst>
                <a:cxn ang="0">
                  <a:pos x="T0" y="T1"/>
                </a:cxn>
                <a:cxn ang="0">
                  <a:pos x="T2" y="T3"/>
                </a:cxn>
                <a:cxn ang="0">
                  <a:pos x="T4" y="T5"/>
                </a:cxn>
                <a:cxn ang="0">
                  <a:pos x="T6" y="T7"/>
                </a:cxn>
                <a:cxn ang="0">
                  <a:pos x="T8" y="T9"/>
                </a:cxn>
              </a:cxnLst>
              <a:rect l="0" t="0" r="r" b="b"/>
              <a:pathLst>
                <a:path w="119" h="117">
                  <a:moveTo>
                    <a:pt x="12" y="0"/>
                  </a:moveTo>
                  <a:lnTo>
                    <a:pt x="119" y="105"/>
                  </a:lnTo>
                  <a:lnTo>
                    <a:pt x="107" y="117"/>
                  </a:lnTo>
                  <a:lnTo>
                    <a:pt x="0" y="11"/>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7" name="Rectangle 120">
              <a:extLst>
                <a:ext uri="{FF2B5EF4-FFF2-40B4-BE49-F238E27FC236}">
                  <a16:creationId xmlns:a16="http://schemas.microsoft.com/office/drawing/2014/main" id="{3A8ADDFA-5CBA-4993-969B-B1CE9ED623B3}"/>
                </a:ext>
              </a:extLst>
            </p:cNvPr>
            <p:cNvSpPr>
              <a:spLocks noChangeArrowheads="1"/>
            </p:cNvSpPr>
            <p:nvPr/>
          </p:nvSpPr>
          <p:spPr bwMode="auto">
            <a:xfrm>
              <a:off x="3251200" y="752475"/>
              <a:ext cx="34925" cy="2143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 name="Freeform 121">
              <a:extLst>
                <a:ext uri="{FF2B5EF4-FFF2-40B4-BE49-F238E27FC236}">
                  <a16:creationId xmlns:a16="http://schemas.microsoft.com/office/drawing/2014/main" id="{D1C253EF-87ED-4D24-9DC3-88D4215B9CA1}"/>
                </a:ext>
              </a:extLst>
            </p:cNvPr>
            <p:cNvSpPr>
              <a:spLocks/>
            </p:cNvSpPr>
            <p:nvPr/>
          </p:nvSpPr>
          <p:spPr bwMode="auto">
            <a:xfrm>
              <a:off x="3086100" y="768350"/>
              <a:ext cx="184150" cy="185737"/>
            </a:xfrm>
            <a:custGeom>
              <a:avLst/>
              <a:gdLst>
                <a:gd name="T0" fmla="*/ 0 w 116"/>
                <a:gd name="T1" fmla="*/ 105 h 117"/>
                <a:gd name="T2" fmla="*/ 106 w 116"/>
                <a:gd name="T3" fmla="*/ 0 h 117"/>
                <a:gd name="T4" fmla="*/ 116 w 116"/>
                <a:gd name="T5" fmla="*/ 11 h 117"/>
                <a:gd name="T6" fmla="*/ 12 w 116"/>
                <a:gd name="T7" fmla="*/ 117 h 117"/>
                <a:gd name="T8" fmla="*/ 0 w 116"/>
                <a:gd name="T9" fmla="*/ 105 h 117"/>
              </a:gdLst>
              <a:ahLst/>
              <a:cxnLst>
                <a:cxn ang="0">
                  <a:pos x="T0" y="T1"/>
                </a:cxn>
                <a:cxn ang="0">
                  <a:pos x="T2" y="T3"/>
                </a:cxn>
                <a:cxn ang="0">
                  <a:pos x="T4" y="T5"/>
                </a:cxn>
                <a:cxn ang="0">
                  <a:pos x="T6" y="T7"/>
                </a:cxn>
                <a:cxn ang="0">
                  <a:pos x="T8" y="T9"/>
                </a:cxn>
              </a:cxnLst>
              <a:rect l="0" t="0" r="r" b="b"/>
              <a:pathLst>
                <a:path w="116" h="117">
                  <a:moveTo>
                    <a:pt x="0" y="105"/>
                  </a:moveTo>
                  <a:lnTo>
                    <a:pt x="106" y="0"/>
                  </a:lnTo>
                  <a:lnTo>
                    <a:pt x="116" y="11"/>
                  </a:lnTo>
                  <a:lnTo>
                    <a:pt x="12" y="117"/>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9" name="Freeform 122">
              <a:extLst>
                <a:ext uri="{FF2B5EF4-FFF2-40B4-BE49-F238E27FC236}">
                  <a16:creationId xmlns:a16="http://schemas.microsoft.com/office/drawing/2014/main" id="{062AEF8F-7618-4714-B045-047397A16F54}"/>
                </a:ext>
              </a:extLst>
            </p:cNvPr>
            <p:cNvSpPr>
              <a:spLocks/>
            </p:cNvSpPr>
            <p:nvPr/>
          </p:nvSpPr>
          <p:spPr bwMode="auto">
            <a:xfrm>
              <a:off x="3086100" y="768350"/>
              <a:ext cx="184150" cy="185737"/>
            </a:xfrm>
            <a:custGeom>
              <a:avLst/>
              <a:gdLst>
                <a:gd name="T0" fmla="*/ 12 w 116"/>
                <a:gd name="T1" fmla="*/ 0 h 117"/>
                <a:gd name="T2" fmla="*/ 116 w 116"/>
                <a:gd name="T3" fmla="*/ 105 h 117"/>
                <a:gd name="T4" fmla="*/ 106 w 116"/>
                <a:gd name="T5" fmla="*/ 117 h 117"/>
                <a:gd name="T6" fmla="*/ 0 w 116"/>
                <a:gd name="T7" fmla="*/ 11 h 117"/>
                <a:gd name="T8" fmla="*/ 12 w 116"/>
                <a:gd name="T9" fmla="*/ 0 h 117"/>
              </a:gdLst>
              <a:ahLst/>
              <a:cxnLst>
                <a:cxn ang="0">
                  <a:pos x="T0" y="T1"/>
                </a:cxn>
                <a:cxn ang="0">
                  <a:pos x="T2" y="T3"/>
                </a:cxn>
                <a:cxn ang="0">
                  <a:pos x="T4" y="T5"/>
                </a:cxn>
                <a:cxn ang="0">
                  <a:pos x="T6" y="T7"/>
                </a:cxn>
                <a:cxn ang="0">
                  <a:pos x="T8" y="T9"/>
                </a:cxn>
              </a:cxnLst>
              <a:rect l="0" t="0" r="r" b="b"/>
              <a:pathLst>
                <a:path w="116" h="117">
                  <a:moveTo>
                    <a:pt x="12" y="0"/>
                  </a:moveTo>
                  <a:lnTo>
                    <a:pt x="116" y="105"/>
                  </a:lnTo>
                  <a:lnTo>
                    <a:pt x="106" y="117"/>
                  </a:lnTo>
                  <a:lnTo>
                    <a:pt x="0" y="11"/>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0" name="Rectangle 123">
              <a:extLst>
                <a:ext uri="{FF2B5EF4-FFF2-40B4-BE49-F238E27FC236}">
                  <a16:creationId xmlns:a16="http://schemas.microsoft.com/office/drawing/2014/main" id="{542FD34D-2296-4664-B4FE-5BB07577234A}"/>
                </a:ext>
              </a:extLst>
            </p:cNvPr>
            <p:cNvSpPr>
              <a:spLocks noChangeArrowheads="1"/>
            </p:cNvSpPr>
            <p:nvPr/>
          </p:nvSpPr>
          <p:spPr bwMode="auto">
            <a:xfrm>
              <a:off x="3952875" y="2192338"/>
              <a:ext cx="736600" cy="2428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1" name="Rectangle 124">
              <a:extLst>
                <a:ext uri="{FF2B5EF4-FFF2-40B4-BE49-F238E27FC236}">
                  <a16:creationId xmlns:a16="http://schemas.microsoft.com/office/drawing/2014/main" id="{26A8FEB6-3DAC-421A-BC90-006925DFF2C8}"/>
                </a:ext>
              </a:extLst>
            </p:cNvPr>
            <p:cNvSpPr>
              <a:spLocks noChangeArrowheads="1"/>
            </p:cNvSpPr>
            <p:nvPr/>
          </p:nvSpPr>
          <p:spPr bwMode="auto">
            <a:xfrm>
              <a:off x="3175" y="695325"/>
              <a:ext cx="206375" cy="676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2" name="Freeform 125">
              <a:extLst>
                <a:ext uri="{FF2B5EF4-FFF2-40B4-BE49-F238E27FC236}">
                  <a16:creationId xmlns:a16="http://schemas.microsoft.com/office/drawing/2014/main" id="{B6774275-A9EC-4A04-AE53-8A95FC5224B9}"/>
                </a:ext>
              </a:extLst>
            </p:cNvPr>
            <p:cNvSpPr>
              <a:spLocks/>
            </p:cNvSpPr>
            <p:nvPr/>
          </p:nvSpPr>
          <p:spPr bwMode="auto">
            <a:xfrm>
              <a:off x="752475" y="4430713"/>
              <a:ext cx="1154113" cy="207962"/>
            </a:xfrm>
            <a:custGeom>
              <a:avLst/>
              <a:gdLst>
                <a:gd name="T0" fmla="*/ 362 w 362"/>
                <a:gd name="T1" fmla="*/ 31 h 65"/>
                <a:gd name="T2" fmla="*/ 362 w 362"/>
                <a:gd name="T3" fmla="*/ 65 h 65"/>
                <a:gd name="T4" fmla="*/ 0 w 362"/>
                <a:gd name="T5" fmla="*/ 65 h 65"/>
                <a:gd name="T6" fmla="*/ 0 w 362"/>
                <a:gd name="T7" fmla="*/ 31 h 65"/>
                <a:gd name="T8" fmla="*/ 30 w 362"/>
                <a:gd name="T9" fmla="*/ 0 h 65"/>
                <a:gd name="T10" fmla="*/ 332 w 362"/>
                <a:gd name="T11" fmla="*/ 0 h 65"/>
                <a:gd name="T12" fmla="*/ 362 w 362"/>
                <a:gd name="T13" fmla="*/ 31 h 65"/>
              </a:gdLst>
              <a:ahLst/>
              <a:cxnLst>
                <a:cxn ang="0">
                  <a:pos x="T0" y="T1"/>
                </a:cxn>
                <a:cxn ang="0">
                  <a:pos x="T2" y="T3"/>
                </a:cxn>
                <a:cxn ang="0">
                  <a:pos x="T4" y="T5"/>
                </a:cxn>
                <a:cxn ang="0">
                  <a:pos x="T6" y="T7"/>
                </a:cxn>
                <a:cxn ang="0">
                  <a:pos x="T8" y="T9"/>
                </a:cxn>
                <a:cxn ang="0">
                  <a:pos x="T10" y="T11"/>
                </a:cxn>
                <a:cxn ang="0">
                  <a:pos x="T12" y="T13"/>
                </a:cxn>
              </a:cxnLst>
              <a:rect l="0" t="0" r="r" b="b"/>
              <a:pathLst>
                <a:path w="362" h="65">
                  <a:moveTo>
                    <a:pt x="362" y="31"/>
                  </a:moveTo>
                  <a:cubicBezTo>
                    <a:pt x="362" y="65"/>
                    <a:pt x="362" y="65"/>
                    <a:pt x="362" y="65"/>
                  </a:cubicBezTo>
                  <a:cubicBezTo>
                    <a:pt x="0" y="65"/>
                    <a:pt x="0" y="65"/>
                    <a:pt x="0" y="65"/>
                  </a:cubicBezTo>
                  <a:cubicBezTo>
                    <a:pt x="0" y="31"/>
                    <a:pt x="0" y="31"/>
                    <a:pt x="0" y="31"/>
                  </a:cubicBezTo>
                  <a:cubicBezTo>
                    <a:pt x="0" y="14"/>
                    <a:pt x="13" y="0"/>
                    <a:pt x="30" y="0"/>
                  </a:cubicBezTo>
                  <a:cubicBezTo>
                    <a:pt x="332" y="0"/>
                    <a:pt x="332" y="0"/>
                    <a:pt x="332" y="0"/>
                  </a:cubicBezTo>
                  <a:cubicBezTo>
                    <a:pt x="349" y="0"/>
                    <a:pt x="362" y="14"/>
                    <a:pt x="362"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33" name="Rectangle 132">
            <a:extLst>
              <a:ext uri="{FF2B5EF4-FFF2-40B4-BE49-F238E27FC236}">
                <a16:creationId xmlns:a16="http://schemas.microsoft.com/office/drawing/2014/main" id="{29B7AB3E-6B5F-42B3-9E57-8633EC06F9E0}"/>
              </a:ext>
            </a:extLst>
          </p:cNvPr>
          <p:cNvSpPr/>
          <p:nvPr userDrawn="1"/>
        </p:nvSpPr>
        <p:spPr>
          <a:xfrm>
            <a:off x="272952" y="287255"/>
            <a:ext cx="368489" cy="7242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CAF7A862-2343-40B9-BBA2-62AB9F6250A3}"/>
              </a:ext>
            </a:extLst>
          </p:cNvPr>
          <p:cNvSpPr/>
          <p:nvPr userDrawn="1"/>
        </p:nvSpPr>
        <p:spPr>
          <a:xfrm>
            <a:off x="-4" y="287254"/>
            <a:ext cx="191071" cy="7242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80987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_Style slide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4042BDB-2F8A-4632-BB44-DDEED52675C4}"/>
              </a:ext>
            </a:extLst>
          </p:cNvPr>
          <p:cNvSpPr/>
          <p:nvPr userDrawn="1"/>
        </p:nvSpPr>
        <p:spPr>
          <a:xfrm>
            <a:off x="5255664" y="3153398"/>
            <a:ext cx="6355221" cy="324610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a:extLst>
              <a:ext uri="{FF2B5EF4-FFF2-40B4-BE49-F238E27FC236}">
                <a16:creationId xmlns:a16="http://schemas.microsoft.com/office/drawing/2014/main" id="{5CA8D69A-BFC2-4B10-BE3B-DDECB81DE897}"/>
              </a:ext>
            </a:extLst>
          </p:cNvPr>
          <p:cNvSpPr>
            <a:spLocks noGrp="1"/>
          </p:cNvSpPr>
          <p:nvPr>
            <p:ph type="pic" idx="11" hasCustomPrompt="1"/>
          </p:nvPr>
        </p:nvSpPr>
        <p:spPr>
          <a:xfrm>
            <a:off x="588679" y="458495"/>
            <a:ext cx="9358626" cy="5369887"/>
          </a:xfrm>
          <a:prstGeom prst="rect">
            <a:avLst/>
          </a:prstGeom>
          <a:solidFill>
            <a:schemeClr val="bg1">
              <a:lumMod val="95000"/>
            </a:schemeClr>
          </a:solidFill>
        </p:spPr>
        <p:txBody>
          <a:bodyPr anchor="ctr"/>
          <a:lstStyle>
            <a:lvl1pPr marL="0" indent="0" algn="ctr">
              <a:buNone/>
              <a:defRPr sz="1200" baseline="0">
                <a:solidFill>
                  <a:schemeClr val="bg1"/>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8281792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_Style slide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DBCEFD9-B163-48A4-AE71-5462FF7934D4}"/>
              </a:ext>
            </a:extLst>
          </p:cNvPr>
          <p:cNvSpPr/>
          <p:nvPr userDrawn="1"/>
        </p:nvSpPr>
        <p:spPr>
          <a:xfrm>
            <a:off x="-1" y="828942"/>
            <a:ext cx="4862557" cy="16637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a:extLst>
              <a:ext uri="{FF2B5EF4-FFF2-40B4-BE49-F238E27FC236}">
                <a16:creationId xmlns:a16="http://schemas.microsoft.com/office/drawing/2014/main" id="{5CA8D69A-BFC2-4B10-BE3B-DDECB81DE897}"/>
              </a:ext>
            </a:extLst>
          </p:cNvPr>
          <p:cNvSpPr>
            <a:spLocks noGrp="1"/>
          </p:cNvSpPr>
          <p:nvPr>
            <p:ph type="pic" idx="11" hasCustomPrompt="1"/>
          </p:nvPr>
        </p:nvSpPr>
        <p:spPr>
          <a:xfrm>
            <a:off x="503221" y="-3827"/>
            <a:ext cx="2666667" cy="5369887"/>
          </a:xfrm>
          <a:prstGeom prst="rect">
            <a:avLst/>
          </a:prstGeom>
          <a:solidFill>
            <a:schemeClr val="bg1">
              <a:lumMod val="95000"/>
            </a:schemeClr>
          </a:solidFill>
        </p:spPr>
        <p:txBody>
          <a:bodyPr anchor="ctr"/>
          <a:lstStyle>
            <a:lvl1pPr marL="0" indent="0" algn="ctr">
              <a:buNone/>
              <a:defRPr sz="1200" baseline="0">
                <a:solidFill>
                  <a:schemeClr val="bg1"/>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5" name="Picture Placeholder 2">
            <a:extLst>
              <a:ext uri="{FF2B5EF4-FFF2-40B4-BE49-F238E27FC236}">
                <a16:creationId xmlns:a16="http://schemas.microsoft.com/office/drawing/2014/main" id="{31CC093B-6E45-4870-AFC9-7DA7E6943FEA}"/>
              </a:ext>
            </a:extLst>
          </p:cNvPr>
          <p:cNvSpPr>
            <a:spLocks noGrp="1"/>
          </p:cNvSpPr>
          <p:nvPr>
            <p:ph type="pic" idx="12" hasCustomPrompt="1"/>
          </p:nvPr>
        </p:nvSpPr>
        <p:spPr>
          <a:xfrm>
            <a:off x="3774835" y="1488113"/>
            <a:ext cx="2666667" cy="5369887"/>
          </a:xfrm>
          <a:prstGeom prst="rect">
            <a:avLst/>
          </a:prstGeom>
          <a:solidFill>
            <a:schemeClr val="bg1">
              <a:lumMod val="95000"/>
            </a:schemeClr>
          </a:solidFill>
        </p:spPr>
        <p:txBody>
          <a:bodyPr anchor="ctr"/>
          <a:lstStyle>
            <a:lvl1pPr marL="0" indent="0" algn="ctr">
              <a:buNone/>
              <a:defRPr sz="1200" baseline="0">
                <a:solidFill>
                  <a:schemeClr val="bg1"/>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9958302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9_Style slide layou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893592F-B858-4F5A-87CA-4EFF78535447}"/>
              </a:ext>
            </a:extLst>
          </p:cNvPr>
          <p:cNvSpPr>
            <a:spLocks noGrp="1"/>
          </p:cNvSpPr>
          <p:nvPr>
            <p:ph type="pic" idx="14" hasCustomPrompt="1"/>
          </p:nvPr>
        </p:nvSpPr>
        <p:spPr>
          <a:xfrm>
            <a:off x="0" y="1183602"/>
            <a:ext cx="3512321" cy="5470055"/>
          </a:xfrm>
          <a:custGeom>
            <a:avLst/>
            <a:gdLst>
              <a:gd name="connsiteX0" fmla="*/ 0 w 2828662"/>
              <a:gd name="connsiteY0" fmla="*/ 0 h 4405331"/>
              <a:gd name="connsiteX1" fmla="*/ 2828662 w 2828662"/>
              <a:gd name="connsiteY1" fmla="*/ 2202666 h 4405331"/>
              <a:gd name="connsiteX2" fmla="*/ 0 w 2828662"/>
              <a:gd name="connsiteY2" fmla="*/ 4405331 h 4405331"/>
            </a:gdLst>
            <a:ahLst/>
            <a:cxnLst>
              <a:cxn ang="0">
                <a:pos x="connsiteX0" y="connsiteY0"/>
              </a:cxn>
              <a:cxn ang="0">
                <a:pos x="connsiteX1" y="connsiteY1"/>
              </a:cxn>
              <a:cxn ang="0">
                <a:pos x="connsiteX2" y="connsiteY2"/>
              </a:cxn>
            </a:cxnLst>
            <a:rect l="l" t="t" r="r" b="b"/>
            <a:pathLst>
              <a:path w="2828662" h="4405331">
                <a:moveTo>
                  <a:pt x="0" y="0"/>
                </a:moveTo>
                <a:lnTo>
                  <a:pt x="2828662" y="2202666"/>
                </a:lnTo>
                <a:lnTo>
                  <a:pt x="0" y="4405331"/>
                </a:lnTo>
                <a:close/>
              </a:path>
            </a:pathLst>
          </a:custGeom>
          <a:solidFill>
            <a:schemeClr val="bg1">
              <a:lumMod val="95000"/>
            </a:schemeClr>
          </a:solidFill>
          <a:ln w="12700">
            <a:noFill/>
          </a:ln>
        </p:spPr>
        <p:txBody>
          <a:bodyPr wrap="square" anchor="ctr">
            <a:noAutofit/>
          </a:bodyP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t>
            </a:r>
            <a:endParaRPr lang="ko-KR" altLang="en-US" dirty="0"/>
          </a:p>
        </p:txBody>
      </p:sp>
      <p:sp>
        <p:nvSpPr>
          <p:cNvPr id="18" name="Freeform: Shape 17">
            <a:extLst>
              <a:ext uri="{FF2B5EF4-FFF2-40B4-BE49-F238E27FC236}">
                <a16:creationId xmlns:a16="http://schemas.microsoft.com/office/drawing/2014/main" id="{F2B7F1F1-7576-43C8-8B02-8D9D6595C6B6}"/>
              </a:ext>
            </a:extLst>
          </p:cNvPr>
          <p:cNvSpPr/>
          <p:nvPr userDrawn="1"/>
        </p:nvSpPr>
        <p:spPr>
          <a:xfrm rot="2283856">
            <a:off x="-1145000" y="3273775"/>
            <a:ext cx="9041918" cy="507660"/>
          </a:xfrm>
          <a:custGeom>
            <a:avLst/>
            <a:gdLst>
              <a:gd name="connsiteX0" fmla="*/ 0 w 8508719"/>
              <a:gd name="connsiteY0" fmla="*/ 0 h 507660"/>
              <a:gd name="connsiteX1" fmla="*/ 8508719 w 8508719"/>
              <a:gd name="connsiteY1" fmla="*/ 0 h 507660"/>
              <a:gd name="connsiteX2" fmla="*/ 8382750 w 8508719"/>
              <a:gd name="connsiteY2" fmla="*/ 507660 h 507660"/>
              <a:gd name="connsiteX3" fmla="*/ 397545 w 8508719"/>
              <a:gd name="connsiteY3" fmla="*/ 507660 h 507660"/>
            </a:gdLst>
            <a:ahLst/>
            <a:cxnLst>
              <a:cxn ang="0">
                <a:pos x="connsiteX0" y="connsiteY0"/>
              </a:cxn>
              <a:cxn ang="0">
                <a:pos x="connsiteX1" y="connsiteY1"/>
              </a:cxn>
              <a:cxn ang="0">
                <a:pos x="connsiteX2" y="connsiteY2"/>
              </a:cxn>
              <a:cxn ang="0">
                <a:pos x="connsiteX3" y="connsiteY3"/>
              </a:cxn>
            </a:cxnLst>
            <a:rect l="l" t="t" r="r" b="b"/>
            <a:pathLst>
              <a:path w="8508719" h="507660">
                <a:moveTo>
                  <a:pt x="0" y="0"/>
                </a:moveTo>
                <a:lnTo>
                  <a:pt x="8508719" y="0"/>
                </a:lnTo>
                <a:lnTo>
                  <a:pt x="8382750" y="507660"/>
                </a:lnTo>
                <a:lnTo>
                  <a:pt x="397545" y="50766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D8039C2-E1B0-4E55-85AC-2B71B79D8AE6}"/>
              </a:ext>
            </a:extLst>
          </p:cNvPr>
          <p:cNvSpPr/>
          <p:nvPr userDrawn="1"/>
        </p:nvSpPr>
        <p:spPr>
          <a:xfrm rot="19320000">
            <a:off x="6359981" y="2723208"/>
            <a:ext cx="7218431" cy="2018306"/>
          </a:xfrm>
          <a:custGeom>
            <a:avLst/>
            <a:gdLst>
              <a:gd name="connsiteX0" fmla="*/ 7218431 w 7218431"/>
              <a:gd name="connsiteY0" fmla="*/ 0 h 2018306"/>
              <a:gd name="connsiteX1" fmla="*/ 5641558 w 7218431"/>
              <a:gd name="connsiteY1" fmla="*/ 2018306 h 2018306"/>
              <a:gd name="connsiteX2" fmla="*/ 0 w 7218431"/>
              <a:gd name="connsiteY2" fmla="*/ 2018306 h 2018306"/>
              <a:gd name="connsiteX3" fmla="*/ 0 w 7218431"/>
              <a:gd name="connsiteY3" fmla="*/ 0 h 2018306"/>
              <a:gd name="connsiteX0" fmla="*/ 7218431 w 7218431"/>
              <a:gd name="connsiteY0" fmla="*/ 0 h 2018306"/>
              <a:gd name="connsiteX1" fmla="*/ 5641558 w 7218431"/>
              <a:gd name="connsiteY1" fmla="*/ 2018306 h 2018306"/>
              <a:gd name="connsiteX2" fmla="*/ 133423 w 7218431"/>
              <a:gd name="connsiteY2" fmla="*/ 2014099 h 2018306"/>
              <a:gd name="connsiteX3" fmla="*/ 0 w 7218431"/>
              <a:gd name="connsiteY3" fmla="*/ 0 h 2018306"/>
              <a:gd name="connsiteX4" fmla="*/ 7218431 w 7218431"/>
              <a:gd name="connsiteY4" fmla="*/ 0 h 2018306"/>
              <a:gd name="connsiteX0" fmla="*/ 7218431 w 7218431"/>
              <a:gd name="connsiteY0" fmla="*/ 0 h 2018306"/>
              <a:gd name="connsiteX1" fmla="*/ 5641558 w 7218431"/>
              <a:gd name="connsiteY1" fmla="*/ 2018306 h 2018306"/>
              <a:gd name="connsiteX2" fmla="*/ 131951 w 7218431"/>
              <a:gd name="connsiteY2" fmla="*/ 2002104 h 2018306"/>
              <a:gd name="connsiteX3" fmla="*/ 0 w 7218431"/>
              <a:gd name="connsiteY3" fmla="*/ 0 h 2018306"/>
              <a:gd name="connsiteX4" fmla="*/ 7218431 w 7218431"/>
              <a:gd name="connsiteY4" fmla="*/ 0 h 2018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18431" h="2018306">
                <a:moveTo>
                  <a:pt x="7218431" y="0"/>
                </a:moveTo>
                <a:lnTo>
                  <a:pt x="5641558" y="2018306"/>
                </a:lnTo>
                <a:lnTo>
                  <a:pt x="131951" y="2002104"/>
                </a:lnTo>
                <a:lnTo>
                  <a:pt x="0" y="0"/>
                </a:lnTo>
                <a:lnTo>
                  <a:pt x="7218431"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ACC73BDD-47B2-4716-B34E-A2A208CF0460}"/>
              </a:ext>
            </a:extLst>
          </p:cNvPr>
          <p:cNvSpPr/>
          <p:nvPr userDrawn="1"/>
        </p:nvSpPr>
        <p:spPr>
          <a:xfrm rot="2283856">
            <a:off x="-1281243" y="3125602"/>
            <a:ext cx="10430561" cy="457200"/>
          </a:xfrm>
          <a:custGeom>
            <a:avLst/>
            <a:gdLst>
              <a:gd name="connsiteX0" fmla="*/ 0 w 9464629"/>
              <a:gd name="connsiteY0" fmla="*/ 0 h 457200"/>
              <a:gd name="connsiteX1" fmla="*/ 9464629 w 9464629"/>
              <a:gd name="connsiteY1" fmla="*/ 0 h 457200"/>
              <a:gd name="connsiteX2" fmla="*/ 9464629 w 9464629"/>
              <a:gd name="connsiteY2" fmla="*/ 19238 h 457200"/>
              <a:gd name="connsiteX3" fmla="*/ 9355955 w 9464629"/>
              <a:gd name="connsiteY3" fmla="*/ 457200 h 457200"/>
              <a:gd name="connsiteX4" fmla="*/ 358030 w 9464629"/>
              <a:gd name="connsiteY4" fmla="*/ 457200 h 457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64629" h="457200">
                <a:moveTo>
                  <a:pt x="0" y="0"/>
                </a:moveTo>
                <a:lnTo>
                  <a:pt x="9464629" y="0"/>
                </a:lnTo>
                <a:lnTo>
                  <a:pt x="9464629" y="19238"/>
                </a:lnTo>
                <a:lnTo>
                  <a:pt x="9355955" y="457200"/>
                </a:lnTo>
                <a:lnTo>
                  <a:pt x="358030" y="4572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a:extLst>
              <a:ext uri="{FF2B5EF4-FFF2-40B4-BE49-F238E27FC236}">
                <a16:creationId xmlns:a16="http://schemas.microsoft.com/office/drawing/2014/main" id="{5CA8D69A-BFC2-4B10-BE3B-DDECB81DE897}"/>
              </a:ext>
            </a:extLst>
          </p:cNvPr>
          <p:cNvSpPr>
            <a:spLocks noGrp="1"/>
          </p:cNvSpPr>
          <p:nvPr>
            <p:ph type="pic" idx="11" hasCustomPrompt="1"/>
          </p:nvPr>
        </p:nvSpPr>
        <p:spPr>
          <a:xfrm>
            <a:off x="-1" y="0"/>
            <a:ext cx="12209257" cy="5122817"/>
          </a:xfrm>
          <a:custGeom>
            <a:avLst/>
            <a:gdLst>
              <a:gd name="connsiteX0" fmla="*/ 0 w 13115109"/>
              <a:gd name="connsiteY0" fmla="*/ 5122817 h 10245634"/>
              <a:gd name="connsiteX1" fmla="*/ 6557555 w 13115109"/>
              <a:gd name="connsiteY1" fmla="*/ 0 h 10245634"/>
              <a:gd name="connsiteX2" fmla="*/ 13115109 w 13115109"/>
              <a:gd name="connsiteY2" fmla="*/ 5122817 h 10245634"/>
              <a:gd name="connsiteX3" fmla="*/ 6557555 w 13115109"/>
              <a:gd name="connsiteY3" fmla="*/ 10245634 h 10245634"/>
              <a:gd name="connsiteX4" fmla="*/ 0 w 13115109"/>
              <a:gd name="connsiteY4" fmla="*/ 5122817 h 10245634"/>
              <a:gd name="connsiteX0" fmla="*/ 0 w 13115109"/>
              <a:gd name="connsiteY0" fmla="*/ 5122817 h 10245634"/>
              <a:gd name="connsiteX1" fmla="*/ 6557555 w 13115109"/>
              <a:gd name="connsiteY1" fmla="*/ 0 h 10245634"/>
              <a:gd name="connsiteX2" fmla="*/ 13115109 w 13115109"/>
              <a:gd name="connsiteY2" fmla="*/ 5122817 h 10245634"/>
              <a:gd name="connsiteX3" fmla="*/ 12187881 w 13115109"/>
              <a:gd name="connsiteY3" fmla="*/ 5839509 h 10245634"/>
              <a:gd name="connsiteX4" fmla="*/ 6557555 w 13115109"/>
              <a:gd name="connsiteY4" fmla="*/ 10245634 h 10245634"/>
              <a:gd name="connsiteX5" fmla="*/ 0 w 13115109"/>
              <a:gd name="connsiteY5" fmla="*/ 5122817 h 10245634"/>
              <a:gd name="connsiteX0" fmla="*/ 0 w 13115109"/>
              <a:gd name="connsiteY0" fmla="*/ 5196957 h 10319774"/>
              <a:gd name="connsiteX1" fmla="*/ 6483415 w 13115109"/>
              <a:gd name="connsiteY1" fmla="*/ 0 h 10319774"/>
              <a:gd name="connsiteX2" fmla="*/ 13115109 w 13115109"/>
              <a:gd name="connsiteY2" fmla="*/ 5196957 h 10319774"/>
              <a:gd name="connsiteX3" fmla="*/ 12187881 w 13115109"/>
              <a:gd name="connsiteY3" fmla="*/ 5913649 h 10319774"/>
              <a:gd name="connsiteX4" fmla="*/ 6557555 w 13115109"/>
              <a:gd name="connsiteY4" fmla="*/ 10319774 h 10319774"/>
              <a:gd name="connsiteX5" fmla="*/ 0 w 13115109"/>
              <a:gd name="connsiteY5" fmla="*/ 5196957 h 10319774"/>
              <a:gd name="connsiteX0" fmla="*/ 0 w 13115109"/>
              <a:gd name="connsiteY0" fmla="*/ 0 h 5122817"/>
              <a:gd name="connsiteX1" fmla="*/ 13115109 w 13115109"/>
              <a:gd name="connsiteY1" fmla="*/ 0 h 5122817"/>
              <a:gd name="connsiteX2" fmla="*/ 12187881 w 13115109"/>
              <a:gd name="connsiteY2" fmla="*/ 716692 h 5122817"/>
              <a:gd name="connsiteX3" fmla="*/ 6557555 w 13115109"/>
              <a:gd name="connsiteY3" fmla="*/ 5122817 h 5122817"/>
              <a:gd name="connsiteX4" fmla="*/ 0 w 13115109"/>
              <a:gd name="connsiteY4" fmla="*/ 0 h 5122817"/>
              <a:gd name="connsiteX0" fmla="*/ 0 w 12200709"/>
              <a:gd name="connsiteY0" fmla="*/ 0 h 5122817"/>
              <a:gd name="connsiteX1" fmla="*/ 12200709 w 12200709"/>
              <a:gd name="connsiteY1" fmla="*/ 42729 h 5122817"/>
              <a:gd name="connsiteX2" fmla="*/ 12187881 w 12200709"/>
              <a:gd name="connsiteY2" fmla="*/ 716692 h 5122817"/>
              <a:gd name="connsiteX3" fmla="*/ 6557555 w 12200709"/>
              <a:gd name="connsiteY3" fmla="*/ 5122817 h 5122817"/>
              <a:gd name="connsiteX4" fmla="*/ 0 w 12200709"/>
              <a:gd name="connsiteY4" fmla="*/ 0 h 5122817"/>
              <a:gd name="connsiteX0" fmla="*/ 0 w 12192164"/>
              <a:gd name="connsiteY0" fmla="*/ 17092 h 5139909"/>
              <a:gd name="connsiteX1" fmla="*/ 12192164 w 12192164"/>
              <a:gd name="connsiteY1" fmla="*/ 0 h 5139909"/>
              <a:gd name="connsiteX2" fmla="*/ 12187881 w 12192164"/>
              <a:gd name="connsiteY2" fmla="*/ 733784 h 5139909"/>
              <a:gd name="connsiteX3" fmla="*/ 6557555 w 12192164"/>
              <a:gd name="connsiteY3" fmla="*/ 5139909 h 5139909"/>
              <a:gd name="connsiteX4" fmla="*/ 0 w 12192164"/>
              <a:gd name="connsiteY4" fmla="*/ 17092 h 5139909"/>
              <a:gd name="connsiteX0" fmla="*/ 0 w 12188071"/>
              <a:gd name="connsiteY0" fmla="*/ 0 h 5122817"/>
              <a:gd name="connsiteX1" fmla="*/ 12183619 w 12188071"/>
              <a:gd name="connsiteY1" fmla="*/ 0 h 5122817"/>
              <a:gd name="connsiteX2" fmla="*/ 12187881 w 12188071"/>
              <a:gd name="connsiteY2" fmla="*/ 716692 h 5122817"/>
              <a:gd name="connsiteX3" fmla="*/ 6557555 w 12188071"/>
              <a:gd name="connsiteY3" fmla="*/ 5122817 h 5122817"/>
              <a:gd name="connsiteX4" fmla="*/ 0 w 12188071"/>
              <a:gd name="connsiteY4" fmla="*/ 0 h 5122817"/>
              <a:gd name="connsiteX0" fmla="*/ 0 w 12209257"/>
              <a:gd name="connsiteY0" fmla="*/ 0 h 5122817"/>
              <a:gd name="connsiteX1" fmla="*/ 12209257 w 12209257"/>
              <a:gd name="connsiteY1" fmla="*/ 0 h 5122817"/>
              <a:gd name="connsiteX2" fmla="*/ 12187881 w 12209257"/>
              <a:gd name="connsiteY2" fmla="*/ 716692 h 5122817"/>
              <a:gd name="connsiteX3" fmla="*/ 6557555 w 12209257"/>
              <a:gd name="connsiteY3" fmla="*/ 5122817 h 5122817"/>
              <a:gd name="connsiteX4" fmla="*/ 0 w 12209257"/>
              <a:gd name="connsiteY4" fmla="*/ 0 h 5122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9257" h="5122817">
                <a:moveTo>
                  <a:pt x="0" y="0"/>
                </a:moveTo>
                <a:lnTo>
                  <a:pt x="12209257" y="0"/>
                </a:lnTo>
                <a:cubicBezTo>
                  <a:pt x="12207829" y="244595"/>
                  <a:pt x="12189309" y="472097"/>
                  <a:pt x="12187881" y="716692"/>
                </a:cubicBezTo>
                <a:lnTo>
                  <a:pt x="6557555" y="5122817"/>
                </a:lnTo>
                <a:lnTo>
                  <a:pt x="0" y="0"/>
                </a:lnTo>
                <a:close/>
              </a:path>
            </a:pathLst>
          </a:custGeom>
          <a:solidFill>
            <a:schemeClr val="bg1">
              <a:lumMod val="95000"/>
            </a:schemeClr>
          </a:solidFill>
        </p:spPr>
        <p:txBody>
          <a:bodyPr anchor="ctr"/>
          <a:lstStyle>
            <a:lvl1pPr marL="0" indent="0" algn="ctr">
              <a:buNone/>
              <a:defRPr sz="1200" baseline="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3261847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B31F48C-B68C-4AA3-A327-D4E232CCC4D2}"/>
              </a:ext>
            </a:extLst>
          </p:cNvPr>
          <p:cNvSpPr/>
          <p:nvPr userDrawn="1"/>
        </p:nvSpPr>
        <p:spPr>
          <a:xfrm>
            <a:off x="7570177" y="551723"/>
            <a:ext cx="3436232" cy="5152744"/>
          </a:xfrm>
          <a:prstGeom prst="rect">
            <a:avLst/>
          </a:prstGeom>
          <a:noFill/>
          <a:ln w="889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5" name="Picture Placeholder 2">
            <a:extLst>
              <a:ext uri="{FF2B5EF4-FFF2-40B4-BE49-F238E27FC236}">
                <a16:creationId xmlns:a16="http://schemas.microsoft.com/office/drawing/2014/main" id="{B87D57F6-B3F3-4B57-BA8C-5AE6983ACFCC}"/>
              </a:ext>
            </a:extLst>
          </p:cNvPr>
          <p:cNvSpPr>
            <a:spLocks noGrp="1"/>
          </p:cNvSpPr>
          <p:nvPr>
            <p:ph type="pic" idx="14" hasCustomPrompt="1"/>
          </p:nvPr>
        </p:nvSpPr>
        <p:spPr>
          <a:xfrm>
            <a:off x="6972300" y="1144427"/>
            <a:ext cx="3436232" cy="5152743"/>
          </a:xfrm>
          <a:prstGeom prst="rect">
            <a:avLst/>
          </a:prstGeom>
          <a:solidFill>
            <a:schemeClr val="bg1">
              <a:lumMod val="95000"/>
            </a:schemeClr>
          </a:solidFill>
          <a:ln w="12700">
            <a:noFill/>
          </a:ln>
        </p:spPr>
        <p:txBody>
          <a:bodyPr anchor="ct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t>
            </a:r>
            <a:endParaRPr lang="ko-KR" altLang="en-US" dirty="0"/>
          </a:p>
        </p:txBody>
      </p:sp>
    </p:spTree>
    <p:extLst>
      <p:ext uri="{BB962C8B-B14F-4D97-AF65-F5344CB8AC3E}">
        <p14:creationId xmlns:p14="http://schemas.microsoft.com/office/powerpoint/2010/main" val="16697511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_Style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1DBA1EF6-0120-4FD9-94E5-779BB393F898}"/>
              </a:ext>
            </a:extLst>
          </p:cNvPr>
          <p:cNvSpPr>
            <a:spLocks noGrp="1"/>
          </p:cNvSpPr>
          <p:nvPr>
            <p:ph type="pic" idx="10" hasCustomPrompt="1"/>
          </p:nvPr>
        </p:nvSpPr>
        <p:spPr>
          <a:xfrm>
            <a:off x="905691" y="1825115"/>
            <a:ext cx="2269640" cy="2736304"/>
          </a:xfrm>
          <a:prstGeom prst="rect">
            <a:avLst/>
          </a:prstGeom>
          <a:solidFill>
            <a:schemeClr val="bg1">
              <a:lumMod val="95000"/>
            </a:schemeClr>
          </a:solidFill>
        </p:spPr>
        <p:txBody>
          <a:bodyPr anchor="ctr"/>
          <a:lstStyle>
            <a:lvl1pPr marL="0" indent="0" algn="ctr">
              <a:buNone/>
              <a:defRPr sz="1200" baseline="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15" name="Picture Placeholder 2">
            <a:extLst>
              <a:ext uri="{FF2B5EF4-FFF2-40B4-BE49-F238E27FC236}">
                <a16:creationId xmlns:a16="http://schemas.microsoft.com/office/drawing/2014/main" id="{CC104F0A-ED0B-4B03-BB73-35F8EF9C879D}"/>
              </a:ext>
            </a:extLst>
          </p:cNvPr>
          <p:cNvSpPr>
            <a:spLocks noGrp="1"/>
          </p:cNvSpPr>
          <p:nvPr>
            <p:ph type="pic" idx="11" hasCustomPrompt="1"/>
          </p:nvPr>
        </p:nvSpPr>
        <p:spPr>
          <a:xfrm>
            <a:off x="3615156" y="1825115"/>
            <a:ext cx="2269640" cy="2736304"/>
          </a:xfrm>
          <a:prstGeom prst="rect">
            <a:avLst/>
          </a:prstGeom>
          <a:solidFill>
            <a:schemeClr val="bg1">
              <a:lumMod val="95000"/>
            </a:schemeClr>
          </a:solidFill>
        </p:spPr>
        <p:txBody>
          <a:bodyPr anchor="ctr"/>
          <a:lstStyle>
            <a:lvl1pPr marL="0" indent="0" algn="ctr">
              <a:buNone/>
              <a:defRPr sz="1200" baseline="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16" name="Picture Placeholder 2">
            <a:extLst>
              <a:ext uri="{FF2B5EF4-FFF2-40B4-BE49-F238E27FC236}">
                <a16:creationId xmlns:a16="http://schemas.microsoft.com/office/drawing/2014/main" id="{3D72AD60-8A2A-4487-9377-E72F5DAF9591}"/>
              </a:ext>
            </a:extLst>
          </p:cNvPr>
          <p:cNvSpPr>
            <a:spLocks noGrp="1"/>
          </p:cNvSpPr>
          <p:nvPr>
            <p:ph type="pic" idx="12" hasCustomPrompt="1"/>
          </p:nvPr>
        </p:nvSpPr>
        <p:spPr>
          <a:xfrm>
            <a:off x="6324621" y="1825115"/>
            <a:ext cx="2269640" cy="2736304"/>
          </a:xfrm>
          <a:prstGeom prst="rect">
            <a:avLst/>
          </a:prstGeom>
          <a:solidFill>
            <a:schemeClr val="bg1">
              <a:lumMod val="95000"/>
            </a:schemeClr>
          </a:solidFill>
        </p:spPr>
        <p:txBody>
          <a:bodyPr anchor="ctr"/>
          <a:lstStyle>
            <a:lvl1pPr marL="0" indent="0" algn="ctr">
              <a:buNone/>
              <a:defRPr sz="1200" baseline="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17" name="Picture Placeholder 2">
            <a:extLst>
              <a:ext uri="{FF2B5EF4-FFF2-40B4-BE49-F238E27FC236}">
                <a16:creationId xmlns:a16="http://schemas.microsoft.com/office/drawing/2014/main" id="{45BC6D7C-2CF0-49D1-A2B8-C1EFBA0121D3}"/>
              </a:ext>
            </a:extLst>
          </p:cNvPr>
          <p:cNvSpPr>
            <a:spLocks noGrp="1"/>
          </p:cNvSpPr>
          <p:nvPr>
            <p:ph type="pic" idx="13" hasCustomPrompt="1"/>
          </p:nvPr>
        </p:nvSpPr>
        <p:spPr>
          <a:xfrm>
            <a:off x="9034358" y="1825115"/>
            <a:ext cx="2269640" cy="2736304"/>
          </a:xfrm>
          <a:prstGeom prst="rect">
            <a:avLst/>
          </a:prstGeom>
          <a:solidFill>
            <a:schemeClr val="bg1">
              <a:lumMod val="95000"/>
            </a:schemeClr>
          </a:solidFill>
        </p:spPr>
        <p:txBody>
          <a:bodyPr anchor="ctr"/>
          <a:lstStyle>
            <a:lvl1pPr marL="0" indent="0" algn="ctr">
              <a:buNone/>
              <a:defRPr sz="1200" baseline="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18" name="Rectangle 17">
            <a:extLst>
              <a:ext uri="{FF2B5EF4-FFF2-40B4-BE49-F238E27FC236}">
                <a16:creationId xmlns:a16="http://schemas.microsoft.com/office/drawing/2014/main" id="{37E2B474-D042-4F01-B278-52778C725B39}"/>
              </a:ext>
            </a:extLst>
          </p:cNvPr>
          <p:cNvSpPr/>
          <p:nvPr userDrawn="1"/>
        </p:nvSpPr>
        <p:spPr>
          <a:xfrm>
            <a:off x="905691" y="4561418"/>
            <a:ext cx="2269892" cy="1608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a:latin typeface="+mn-lt"/>
            </a:endParaRPr>
          </a:p>
        </p:txBody>
      </p:sp>
      <p:sp>
        <p:nvSpPr>
          <p:cNvPr id="19" name="Rectangle 18">
            <a:extLst>
              <a:ext uri="{FF2B5EF4-FFF2-40B4-BE49-F238E27FC236}">
                <a16:creationId xmlns:a16="http://schemas.microsoft.com/office/drawing/2014/main" id="{FB75FD73-E0B7-46DB-A8A2-DB3BEABFDC72}"/>
              </a:ext>
            </a:extLst>
          </p:cNvPr>
          <p:cNvSpPr/>
          <p:nvPr userDrawn="1"/>
        </p:nvSpPr>
        <p:spPr>
          <a:xfrm>
            <a:off x="3615176" y="4561418"/>
            <a:ext cx="2269892" cy="1608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a:latin typeface="+mn-lt"/>
            </a:endParaRPr>
          </a:p>
        </p:txBody>
      </p:sp>
      <p:sp>
        <p:nvSpPr>
          <p:cNvPr id="20" name="Rectangle 19">
            <a:extLst>
              <a:ext uri="{FF2B5EF4-FFF2-40B4-BE49-F238E27FC236}">
                <a16:creationId xmlns:a16="http://schemas.microsoft.com/office/drawing/2014/main" id="{1CD9A03F-A307-424B-822C-11AE6E934AEA}"/>
              </a:ext>
            </a:extLst>
          </p:cNvPr>
          <p:cNvSpPr/>
          <p:nvPr userDrawn="1"/>
        </p:nvSpPr>
        <p:spPr>
          <a:xfrm>
            <a:off x="6324642" y="4561418"/>
            <a:ext cx="2269892" cy="1608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a:latin typeface="+mn-lt"/>
            </a:endParaRPr>
          </a:p>
        </p:txBody>
      </p:sp>
      <p:sp>
        <p:nvSpPr>
          <p:cNvPr id="21" name="Rectangle 20">
            <a:extLst>
              <a:ext uri="{FF2B5EF4-FFF2-40B4-BE49-F238E27FC236}">
                <a16:creationId xmlns:a16="http://schemas.microsoft.com/office/drawing/2014/main" id="{DFBD4969-EFAC-4D12-9E84-0A6976D2641B}"/>
              </a:ext>
            </a:extLst>
          </p:cNvPr>
          <p:cNvSpPr/>
          <p:nvPr userDrawn="1"/>
        </p:nvSpPr>
        <p:spPr>
          <a:xfrm>
            <a:off x="9034106" y="4561418"/>
            <a:ext cx="2269892" cy="1608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a:latin typeface="+mn-lt"/>
            </a:endParaRPr>
          </a:p>
        </p:txBody>
      </p:sp>
      <p:sp>
        <p:nvSpPr>
          <p:cNvPr id="22" name="Rectangle 12">
            <a:extLst>
              <a:ext uri="{FF2B5EF4-FFF2-40B4-BE49-F238E27FC236}">
                <a16:creationId xmlns:a16="http://schemas.microsoft.com/office/drawing/2014/main" id="{4ECE345D-A446-47CA-92D2-945255192249}"/>
              </a:ext>
            </a:extLst>
          </p:cNvPr>
          <p:cNvSpPr/>
          <p:nvPr userDrawn="1"/>
        </p:nvSpPr>
        <p:spPr>
          <a:xfrm>
            <a:off x="905691" y="4561418"/>
            <a:ext cx="2269892" cy="10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a:latin typeface="+mn-lt"/>
            </a:endParaRPr>
          </a:p>
        </p:txBody>
      </p:sp>
      <p:sp>
        <p:nvSpPr>
          <p:cNvPr id="23" name="Rectangle 13">
            <a:extLst>
              <a:ext uri="{FF2B5EF4-FFF2-40B4-BE49-F238E27FC236}">
                <a16:creationId xmlns:a16="http://schemas.microsoft.com/office/drawing/2014/main" id="{1F8A95E2-762C-4F80-A59C-0186AD9AB293}"/>
              </a:ext>
            </a:extLst>
          </p:cNvPr>
          <p:cNvSpPr/>
          <p:nvPr userDrawn="1"/>
        </p:nvSpPr>
        <p:spPr>
          <a:xfrm>
            <a:off x="3615176" y="4561418"/>
            <a:ext cx="2269892" cy="10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a:latin typeface="+mn-lt"/>
            </a:endParaRPr>
          </a:p>
        </p:txBody>
      </p:sp>
      <p:sp>
        <p:nvSpPr>
          <p:cNvPr id="24" name="Rectangle 14">
            <a:extLst>
              <a:ext uri="{FF2B5EF4-FFF2-40B4-BE49-F238E27FC236}">
                <a16:creationId xmlns:a16="http://schemas.microsoft.com/office/drawing/2014/main" id="{8EC859B7-B374-4919-872B-1599240455F5}"/>
              </a:ext>
            </a:extLst>
          </p:cNvPr>
          <p:cNvSpPr/>
          <p:nvPr userDrawn="1"/>
        </p:nvSpPr>
        <p:spPr>
          <a:xfrm>
            <a:off x="6324642" y="4561418"/>
            <a:ext cx="2269892" cy="10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a:latin typeface="+mn-lt"/>
            </a:endParaRPr>
          </a:p>
        </p:txBody>
      </p:sp>
      <p:sp>
        <p:nvSpPr>
          <p:cNvPr id="25" name="Rectangle 15">
            <a:extLst>
              <a:ext uri="{FF2B5EF4-FFF2-40B4-BE49-F238E27FC236}">
                <a16:creationId xmlns:a16="http://schemas.microsoft.com/office/drawing/2014/main" id="{6A9C259D-41E4-4701-AC62-7C25AC824137}"/>
              </a:ext>
            </a:extLst>
          </p:cNvPr>
          <p:cNvSpPr/>
          <p:nvPr userDrawn="1"/>
        </p:nvSpPr>
        <p:spPr>
          <a:xfrm>
            <a:off x="9034106" y="4561418"/>
            <a:ext cx="2269892" cy="10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a:latin typeface="+mn-lt"/>
            </a:endParaRPr>
          </a:p>
        </p:txBody>
      </p:sp>
    </p:spTree>
    <p:extLst>
      <p:ext uri="{BB962C8B-B14F-4D97-AF65-F5344CB8AC3E}">
        <p14:creationId xmlns:p14="http://schemas.microsoft.com/office/powerpoint/2010/main" val="12813111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yle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37677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287255"/>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26460069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NG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123478"/>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PNG LAYOUT</a:t>
            </a:r>
          </a:p>
        </p:txBody>
      </p:sp>
    </p:spTree>
    <p:extLst>
      <p:ext uri="{BB962C8B-B14F-4D97-AF65-F5344CB8AC3E}">
        <p14:creationId xmlns:p14="http://schemas.microsoft.com/office/powerpoint/2010/main" val="14092188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123478"/>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
        <p:nvSpPr>
          <p:cNvPr id="3" name="Rounded Rectangle 2"/>
          <p:cNvSpPr/>
          <p:nvPr userDrawn="1"/>
        </p:nvSpPr>
        <p:spPr>
          <a:xfrm>
            <a:off x="354010" y="1131591"/>
            <a:ext cx="3560767" cy="540256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p>
        </p:txBody>
      </p:sp>
      <p:sp>
        <p:nvSpPr>
          <p:cNvPr id="4" name="Rounded Rectangle 3"/>
          <p:cNvSpPr/>
          <p:nvPr userDrawn="1"/>
        </p:nvSpPr>
        <p:spPr>
          <a:xfrm>
            <a:off x="531933" y="1347500"/>
            <a:ext cx="153868"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endParaRPr>
          </a:p>
        </p:txBody>
      </p:sp>
      <p:sp>
        <p:nvSpPr>
          <p:cNvPr id="5" name="Half Frame 4"/>
          <p:cNvSpPr/>
          <p:nvPr userDrawn="1"/>
        </p:nvSpPr>
        <p:spPr>
          <a:xfrm rot="5400000">
            <a:off x="3057177" y="1276653"/>
            <a:ext cx="685849" cy="685148"/>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endParaRPr>
          </a:p>
        </p:txBody>
      </p:sp>
      <p:sp>
        <p:nvSpPr>
          <p:cNvPr id="58" name="TextBox 57">
            <a:extLst>
              <a:ext uri="{FF2B5EF4-FFF2-40B4-BE49-F238E27FC236}">
                <a16:creationId xmlns:a16="http://schemas.microsoft.com/office/drawing/2014/main" id="{5644E8BB-F13A-4AE0-889E-633DE4143787}"/>
              </a:ext>
            </a:extLst>
          </p:cNvPr>
          <p:cNvSpPr txBox="1"/>
          <p:nvPr userDrawn="1"/>
        </p:nvSpPr>
        <p:spPr>
          <a:xfrm>
            <a:off x="711704" y="1637214"/>
            <a:ext cx="2232248" cy="523220"/>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Resize without losing quality</a:t>
            </a:r>
            <a:endParaRPr lang="ko-KR" altLang="en-US" sz="1400" b="1" dirty="0">
              <a:solidFill>
                <a:schemeClr val="bg1"/>
              </a:solidFill>
              <a:latin typeface="Arial" pitchFamily="34" charset="0"/>
              <a:cs typeface="Arial" pitchFamily="34" charset="0"/>
            </a:endParaRPr>
          </a:p>
        </p:txBody>
      </p:sp>
      <p:sp>
        <p:nvSpPr>
          <p:cNvPr id="59" name="TextBox 58">
            <a:extLst>
              <a:ext uri="{FF2B5EF4-FFF2-40B4-BE49-F238E27FC236}">
                <a16:creationId xmlns:a16="http://schemas.microsoft.com/office/drawing/2014/main" id="{F2CE2B8B-ED32-491A-95B2-D28904BC432C}"/>
              </a:ext>
            </a:extLst>
          </p:cNvPr>
          <p:cNvSpPr txBox="1"/>
          <p:nvPr userDrawn="1"/>
        </p:nvSpPr>
        <p:spPr>
          <a:xfrm>
            <a:off x="711704" y="2127463"/>
            <a:ext cx="2232248" cy="738664"/>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Change Fill Color &amp;</a:t>
            </a:r>
          </a:p>
          <a:p>
            <a:r>
              <a:rPr lang="en-US" altLang="ko-KR" sz="1400" b="1" dirty="0">
                <a:solidFill>
                  <a:schemeClr val="bg1"/>
                </a:solidFill>
                <a:latin typeface="Arial" pitchFamily="34" charset="0"/>
                <a:cs typeface="Arial" pitchFamily="34" charset="0"/>
              </a:rPr>
              <a:t>Line Color</a:t>
            </a:r>
            <a:endParaRPr lang="ko-KR" altLang="en-US" sz="1400" b="1" dirty="0">
              <a:solidFill>
                <a:schemeClr val="bg1"/>
              </a:solidFill>
              <a:latin typeface="Arial" pitchFamily="34" charset="0"/>
              <a:cs typeface="Arial" pitchFamily="34" charset="0"/>
            </a:endParaRPr>
          </a:p>
        </p:txBody>
      </p:sp>
      <p:sp>
        <p:nvSpPr>
          <p:cNvPr id="60" name="TextBox 59">
            <a:extLst>
              <a:ext uri="{FF2B5EF4-FFF2-40B4-BE49-F238E27FC236}">
                <a16:creationId xmlns:a16="http://schemas.microsoft.com/office/drawing/2014/main" id="{962A52DF-2523-4479-BFA3-B5ACE9887E1C}"/>
              </a:ext>
            </a:extLst>
          </p:cNvPr>
          <p:cNvSpPr txBox="1"/>
          <p:nvPr userDrawn="1"/>
        </p:nvSpPr>
        <p:spPr>
          <a:xfrm>
            <a:off x="721229" y="5808438"/>
            <a:ext cx="2232000" cy="307777"/>
          </a:xfrm>
          <a:prstGeom prst="rect">
            <a:avLst/>
          </a:prstGeom>
          <a:noFill/>
        </p:spPr>
        <p:txBody>
          <a:bodyPr wrap="square" rtlCol="0" anchor="ctr">
            <a:spAutoFit/>
          </a:bodyPr>
          <a:lstStyle/>
          <a:p>
            <a:r>
              <a:rPr lang="en-US" altLang="ko-KR" sz="1400" dirty="0">
                <a:solidFill>
                  <a:schemeClr val="bg1"/>
                </a:solidFill>
                <a:latin typeface="Arial" pitchFamily="34" charset="0"/>
                <a:cs typeface="Arial" pitchFamily="34" charset="0"/>
              </a:rPr>
              <a:t>www.allppt.com</a:t>
            </a:r>
            <a:endParaRPr lang="ko-KR" altLang="en-US" sz="1400" dirty="0">
              <a:solidFill>
                <a:schemeClr val="bg1"/>
              </a:solidFill>
              <a:latin typeface="Arial" pitchFamily="34" charset="0"/>
              <a:cs typeface="Arial" pitchFamily="34" charset="0"/>
            </a:endParaRPr>
          </a:p>
        </p:txBody>
      </p:sp>
      <p:sp>
        <p:nvSpPr>
          <p:cNvPr id="61" name="TextBox 60">
            <a:extLst>
              <a:ext uri="{FF2B5EF4-FFF2-40B4-BE49-F238E27FC236}">
                <a16:creationId xmlns:a16="http://schemas.microsoft.com/office/drawing/2014/main" id="{BAAC314F-E96A-4408-95DE-A70E9ED054AF}"/>
              </a:ext>
            </a:extLst>
          </p:cNvPr>
          <p:cNvSpPr txBox="1"/>
          <p:nvPr userDrawn="1"/>
        </p:nvSpPr>
        <p:spPr>
          <a:xfrm>
            <a:off x="721229" y="4450324"/>
            <a:ext cx="2717296" cy="1384995"/>
          </a:xfrm>
          <a:prstGeom prst="rect">
            <a:avLst/>
          </a:prstGeom>
          <a:noFill/>
        </p:spPr>
        <p:txBody>
          <a:bodyPr wrap="square" rtlCol="0" anchor="ctr">
            <a:spAutoFit/>
          </a:bodyPr>
          <a:lstStyle/>
          <a:p>
            <a:r>
              <a:rPr lang="en-US" altLang="ko-KR" sz="2800" b="1" dirty="0">
                <a:solidFill>
                  <a:schemeClr val="bg1"/>
                </a:solidFill>
                <a:latin typeface="+mn-lt"/>
                <a:ea typeface="+mn-ea"/>
                <a:cs typeface="Arial" pitchFamily="34" charset="0"/>
              </a:rPr>
              <a:t>FREE </a:t>
            </a:r>
          </a:p>
          <a:p>
            <a:r>
              <a:rPr lang="en-US" altLang="ko-KR" sz="2800" b="1" dirty="0">
                <a:solidFill>
                  <a:schemeClr val="bg1"/>
                </a:solidFill>
                <a:latin typeface="+mn-lt"/>
                <a:ea typeface="+mn-ea"/>
                <a:cs typeface="Arial" pitchFamily="34" charset="0"/>
              </a:rPr>
              <a:t>PPT TEMPLATES</a:t>
            </a:r>
          </a:p>
        </p:txBody>
      </p:sp>
    </p:spTree>
    <p:extLst>
      <p:ext uri="{BB962C8B-B14F-4D97-AF65-F5344CB8AC3E}">
        <p14:creationId xmlns:p14="http://schemas.microsoft.com/office/powerpoint/2010/main" val="8986015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Break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601556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3/21/2022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218961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3/21/2022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8012018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249132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3/21/2022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08551898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3/21/2022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499165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3/21/2022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397137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3/21/2022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5813027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3/21/2022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31713150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3/21/2022</a:t>
            </a:fld>
            <a:endParaRPr lang="en-US" dirty="0"/>
          </a:p>
        </p:txBody>
      </p:sp>
    </p:spTree>
    <p:extLst>
      <p:ext uri="{BB962C8B-B14F-4D97-AF65-F5344CB8AC3E}">
        <p14:creationId xmlns:p14="http://schemas.microsoft.com/office/powerpoint/2010/main" val="2695007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738213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936953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6054403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9862080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2708311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3/21/2022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36279162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3/21/2022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2548275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_Contents slide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972443" y="287255"/>
            <a:ext cx="11219558" cy="724247"/>
          </a:xfrm>
          <a:prstGeom prst="rect">
            <a:avLst/>
          </a:prstGeom>
        </p:spPr>
        <p:txBody>
          <a:bodyPr anchor="ctr"/>
          <a:lstStyle>
            <a:lvl1pPr marL="0" indent="0" algn="l">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
        <p:nvSpPr>
          <p:cNvPr id="9" name="Freeform: Shape 8">
            <a:extLst>
              <a:ext uri="{FF2B5EF4-FFF2-40B4-BE49-F238E27FC236}">
                <a16:creationId xmlns:a16="http://schemas.microsoft.com/office/drawing/2014/main" id="{FA710374-A0D0-4639-B013-35A506CD37E6}"/>
              </a:ext>
            </a:extLst>
          </p:cNvPr>
          <p:cNvSpPr>
            <a:spLocks/>
          </p:cNvSpPr>
          <p:nvPr userDrawn="1"/>
        </p:nvSpPr>
        <p:spPr bwMode="auto">
          <a:xfrm>
            <a:off x="9125380" y="6274754"/>
            <a:ext cx="3066619" cy="488403"/>
          </a:xfrm>
          <a:custGeom>
            <a:avLst/>
            <a:gdLst>
              <a:gd name="connsiteX0" fmla="*/ 5307865 w 12192148"/>
              <a:gd name="connsiteY0" fmla="*/ 0 h 1941773"/>
              <a:gd name="connsiteX1" fmla="*/ 5817217 w 12192148"/>
              <a:gd name="connsiteY1" fmla="*/ 0 h 1941773"/>
              <a:gd name="connsiteX2" fmla="*/ 5817217 w 12192148"/>
              <a:gd name="connsiteY2" fmla="*/ 697113 h 1941773"/>
              <a:gd name="connsiteX3" fmla="*/ 6190042 w 12192148"/>
              <a:gd name="connsiteY3" fmla="*/ 697113 h 1941773"/>
              <a:gd name="connsiteX4" fmla="*/ 6190042 w 12192148"/>
              <a:gd name="connsiteY4" fmla="*/ 1325570 h 1941773"/>
              <a:gd name="connsiteX5" fmla="*/ 6489353 w 12192148"/>
              <a:gd name="connsiteY5" fmla="*/ 1325570 h 1941773"/>
              <a:gd name="connsiteX6" fmla="*/ 6489353 w 12192148"/>
              <a:gd name="connsiteY6" fmla="*/ 1114324 h 1941773"/>
              <a:gd name="connsiteX7" fmla="*/ 6898935 w 12192148"/>
              <a:gd name="connsiteY7" fmla="*/ 1114324 h 1941773"/>
              <a:gd name="connsiteX8" fmla="*/ 6898935 w 12192148"/>
              <a:gd name="connsiteY8" fmla="*/ 348556 h 1941773"/>
              <a:gd name="connsiteX9" fmla="*/ 7219249 w 12192148"/>
              <a:gd name="connsiteY9" fmla="*/ 348556 h 1941773"/>
              <a:gd name="connsiteX10" fmla="*/ 7219249 w 12192148"/>
              <a:gd name="connsiteY10" fmla="*/ 1093199 h 1941773"/>
              <a:gd name="connsiteX11" fmla="*/ 7413539 w 12192148"/>
              <a:gd name="connsiteY11" fmla="*/ 1093199 h 1941773"/>
              <a:gd name="connsiteX12" fmla="*/ 7413539 w 12192148"/>
              <a:gd name="connsiteY12" fmla="*/ 517553 h 1941773"/>
              <a:gd name="connsiteX13" fmla="*/ 7875631 w 12192148"/>
              <a:gd name="connsiteY13" fmla="*/ 517553 h 1941773"/>
              <a:gd name="connsiteX14" fmla="*/ 7875631 w 12192148"/>
              <a:gd name="connsiteY14" fmla="*/ 1103761 h 1941773"/>
              <a:gd name="connsiteX15" fmla="*/ 8342975 w 12192148"/>
              <a:gd name="connsiteY15" fmla="*/ 1103761 h 1941773"/>
              <a:gd name="connsiteX16" fmla="*/ 8342975 w 12192148"/>
              <a:gd name="connsiteY16" fmla="*/ 739362 h 1941773"/>
              <a:gd name="connsiteX17" fmla="*/ 8852328 w 12192148"/>
              <a:gd name="connsiteY17" fmla="*/ 739362 h 1941773"/>
              <a:gd name="connsiteX18" fmla="*/ 8852328 w 12192148"/>
              <a:gd name="connsiteY18" fmla="*/ 1093199 h 1941773"/>
              <a:gd name="connsiteX19" fmla="*/ 9240906 w 12192148"/>
              <a:gd name="connsiteY19" fmla="*/ 1093199 h 1941773"/>
              <a:gd name="connsiteX20" fmla="*/ 9240906 w 12192148"/>
              <a:gd name="connsiteY20" fmla="*/ 924202 h 1941773"/>
              <a:gd name="connsiteX21" fmla="*/ 9503459 w 12192148"/>
              <a:gd name="connsiteY21" fmla="*/ 929483 h 1941773"/>
              <a:gd name="connsiteX22" fmla="*/ 9503459 w 12192148"/>
              <a:gd name="connsiteY22" fmla="*/ 781611 h 1941773"/>
              <a:gd name="connsiteX23" fmla="*/ 9771263 w 12192148"/>
              <a:gd name="connsiteY23" fmla="*/ 781611 h 1941773"/>
              <a:gd name="connsiteX24" fmla="*/ 9771263 w 12192148"/>
              <a:gd name="connsiteY24" fmla="*/ 918921 h 1941773"/>
              <a:gd name="connsiteX25" fmla="*/ 10028565 w 12192148"/>
              <a:gd name="connsiteY25" fmla="*/ 918921 h 1941773"/>
              <a:gd name="connsiteX26" fmla="*/ 10028565 w 12192148"/>
              <a:gd name="connsiteY26" fmla="*/ 765768 h 1941773"/>
              <a:gd name="connsiteX27" fmla="*/ 10280615 w 12192148"/>
              <a:gd name="connsiteY27" fmla="*/ 771049 h 1941773"/>
              <a:gd name="connsiteX28" fmla="*/ 10280615 w 12192148"/>
              <a:gd name="connsiteY28" fmla="*/ 190122 h 1941773"/>
              <a:gd name="connsiteX29" fmla="*/ 10789968 w 12192148"/>
              <a:gd name="connsiteY29" fmla="*/ 190122 h 1941773"/>
              <a:gd name="connsiteX30" fmla="*/ 10789968 w 12192148"/>
              <a:gd name="connsiteY30" fmla="*/ 697113 h 1941773"/>
              <a:gd name="connsiteX31" fmla="*/ 11168044 w 12192148"/>
              <a:gd name="connsiteY31" fmla="*/ 697113 h 1941773"/>
              <a:gd name="connsiteX32" fmla="*/ 11168044 w 12192148"/>
              <a:gd name="connsiteY32" fmla="*/ 1621315 h 1941773"/>
              <a:gd name="connsiteX33" fmla="*/ 11467354 w 12192148"/>
              <a:gd name="connsiteY33" fmla="*/ 1621315 h 1941773"/>
              <a:gd name="connsiteX34" fmla="*/ 11467354 w 12192148"/>
              <a:gd name="connsiteY34" fmla="*/ 1114324 h 1941773"/>
              <a:gd name="connsiteX35" fmla="*/ 11871686 w 12192148"/>
              <a:gd name="connsiteY35" fmla="*/ 1114324 h 1941773"/>
              <a:gd name="connsiteX36" fmla="*/ 11871686 w 12192148"/>
              <a:gd name="connsiteY36" fmla="*/ 348556 h 1941773"/>
              <a:gd name="connsiteX37" fmla="*/ 12192000 w 12192148"/>
              <a:gd name="connsiteY37" fmla="*/ 348556 h 1941773"/>
              <a:gd name="connsiteX38" fmla="*/ 12192000 w 12192148"/>
              <a:gd name="connsiteY38" fmla="*/ 1754103 h 1941773"/>
              <a:gd name="connsiteX39" fmla="*/ 12192000 w 12192148"/>
              <a:gd name="connsiteY39" fmla="*/ 1896676 h 1941773"/>
              <a:gd name="connsiteX40" fmla="*/ 12192148 w 12192148"/>
              <a:gd name="connsiteY40" fmla="*/ 1896676 h 1941773"/>
              <a:gd name="connsiteX41" fmla="*/ 12192148 w 12192148"/>
              <a:gd name="connsiteY41" fmla="*/ 1941773 h 1941773"/>
              <a:gd name="connsiteX42" fmla="*/ 0 w 12192148"/>
              <a:gd name="connsiteY42" fmla="*/ 1941773 h 1941773"/>
              <a:gd name="connsiteX43" fmla="*/ 0 w 12192148"/>
              <a:gd name="connsiteY43" fmla="*/ 1896676 h 1941773"/>
              <a:gd name="connsiteX44" fmla="*/ 0 w 12192148"/>
              <a:gd name="connsiteY44" fmla="*/ 1573784 h 1941773"/>
              <a:gd name="connsiteX45" fmla="*/ 112847 w 12192148"/>
              <a:gd name="connsiteY45" fmla="*/ 1573784 h 1941773"/>
              <a:gd name="connsiteX46" fmla="*/ 293106 w 12192148"/>
              <a:gd name="connsiteY46" fmla="*/ 1573784 h 1941773"/>
              <a:gd name="connsiteX47" fmla="*/ 293106 w 12192148"/>
              <a:gd name="connsiteY47" fmla="*/ 411930 h 1941773"/>
              <a:gd name="connsiteX48" fmla="*/ 655428 w 12192148"/>
              <a:gd name="connsiteY48" fmla="*/ 411930 h 1941773"/>
              <a:gd name="connsiteX49" fmla="*/ 655428 w 12192148"/>
              <a:gd name="connsiteY49" fmla="*/ 1373100 h 1941773"/>
              <a:gd name="connsiteX50" fmla="*/ 791956 w 12192148"/>
              <a:gd name="connsiteY50" fmla="*/ 1188260 h 1941773"/>
              <a:gd name="connsiteX51" fmla="*/ 954739 w 12192148"/>
              <a:gd name="connsiteY51" fmla="*/ 1399506 h 1941773"/>
              <a:gd name="connsiteX52" fmla="*/ 1101768 w 12192148"/>
              <a:gd name="connsiteY52" fmla="*/ 1188260 h 1941773"/>
              <a:gd name="connsiteX53" fmla="*/ 1264551 w 12192148"/>
              <a:gd name="connsiteY53" fmla="*/ 1399506 h 1941773"/>
              <a:gd name="connsiteX54" fmla="*/ 1411580 w 12192148"/>
              <a:gd name="connsiteY54" fmla="*/ 1188260 h 1941773"/>
              <a:gd name="connsiteX55" fmla="*/ 1574363 w 12192148"/>
              <a:gd name="connsiteY55" fmla="*/ 1399506 h 1941773"/>
              <a:gd name="connsiteX56" fmla="*/ 1574363 w 12192148"/>
              <a:gd name="connsiteY56" fmla="*/ 1447036 h 1941773"/>
              <a:gd name="connsiteX57" fmla="*/ 1721393 w 12192148"/>
              <a:gd name="connsiteY57" fmla="*/ 1447036 h 1941773"/>
              <a:gd name="connsiteX58" fmla="*/ 1721393 w 12192148"/>
              <a:gd name="connsiteY58" fmla="*/ 1299164 h 1941773"/>
              <a:gd name="connsiteX59" fmla="*/ 1537606 w 12192148"/>
              <a:gd name="connsiteY59" fmla="*/ 1072074 h 1941773"/>
              <a:gd name="connsiteX60" fmla="*/ 1721393 w 12192148"/>
              <a:gd name="connsiteY60" fmla="*/ 844985 h 1941773"/>
              <a:gd name="connsiteX61" fmla="*/ 1721393 w 12192148"/>
              <a:gd name="connsiteY61" fmla="*/ 586208 h 1941773"/>
              <a:gd name="connsiteX62" fmla="*/ 1815912 w 12192148"/>
              <a:gd name="connsiteY62" fmla="*/ 586208 h 1941773"/>
              <a:gd name="connsiteX63" fmla="*/ 1815912 w 12192148"/>
              <a:gd name="connsiteY63" fmla="*/ 844985 h 1941773"/>
              <a:gd name="connsiteX64" fmla="*/ 1999699 w 12192148"/>
              <a:gd name="connsiteY64" fmla="*/ 1072074 h 1941773"/>
              <a:gd name="connsiteX65" fmla="*/ 1815912 w 12192148"/>
              <a:gd name="connsiteY65" fmla="*/ 1299164 h 1941773"/>
              <a:gd name="connsiteX66" fmla="*/ 1815912 w 12192148"/>
              <a:gd name="connsiteY66" fmla="*/ 1447036 h 1941773"/>
              <a:gd name="connsiteX67" fmla="*/ 1941937 w 12192148"/>
              <a:gd name="connsiteY67" fmla="*/ 1447036 h 1941773"/>
              <a:gd name="connsiteX68" fmla="*/ 1941937 w 12192148"/>
              <a:gd name="connsiteY68" fmla="*/ 1293883 h 1941773"/>
              <a:gd name="connsiteX69" fmla="*/ 2099469 w 12192148"/>
              <a:gd name="connsiteY69" fmla="*/ 1293883 h 1941773"/>
              <a:gd name="connsiteX70" fmla="*/ 2099469 w 12192148"/>
              <a:gd name="connsiteY70" fmla="*/ 1093199 h 1941773"/>
              <a:gd name="connsiteX71" fmla="*/ 2440788 w 12192148"/>
              <a:gd name="connsiteY71" fmla="*/ 1093199 h 1941773"/>
              <a:gd name="connsiteX72" fmla="*/ 2440788 w 12192148"/>
              <a:gd name="connsiteY72" fmla="*/ 517553 h 1941773"/>
              <a:gd name="connsiteX73" fmla="*/ 2897630 w 12192148"/>
              <a:gd name="connsiteY73" fmla="*/ 517553 h 1941773"/>
              <a:gd name="connsiteX74" fmla="*/ 2897630 w 12192148"/>
              <a:gd name="connsiteY74" fmla="*/ 1103761 h 1941773"/>
              <a:gd name="connsiteX75" fmla="*/ 3364974 w 12192148"/>
              <a:gd name="connsiteY75" fmla="*/ 1103761 h 1941773"/>
              <a:gd name="connsiteX76" fmla="*/ 3364974 w 12192148"/>
              <a:gd name="connsiteY76" fmla="*/ 739362 h 1941773"/>
              <a:gd name="connsiteX77" fmla="*/ 3879577 w 12192148"/>
              <a:gd name="connsiteY77" fmla="*/ 739362 h 1941773"/>
              <a:gd name="connsiteX78" fmla="*/ 3879577 w 12192148"/>
              <a:gd name="connsiteY78" fmla="*/ 1093199 h 1941773"/>
              <a:gd name="connsiteX79" fmla="*/ 4268157 w 12192148"/>
              <a:gd name="connsiteY79" fmla="*/ 1093199 h 1941773"/>
              <a:gd name="connsiteX80" fmla="*/ 4268157 w 12192148"/>
              <a:gd name="connsiteY80" fmla="*/ 924202 h 1941773"/>
              <a:gd name="connsiteX81" fmla="*/ 4530710 w 12192148"/>
              <a:gd name="connsiteY81" fmla="*/ 929483 h 1941773"/>
              <a:gd name="connsiteX82" fmla="*/ 4530710 w 12192148"/>
              <a:gd name="connsiteY82" fmla="*/ 781611 h 1941773"/>
              <a:gd name="connsiteX83" fmla="*/ 4798513 w 12192148"/>
              <a:gd name="connsiteY83" fmla="*/ 781611 h 1941773"/>
              <a:gd name="connsiteX84" fmla="*/ 4798513 w 12192148"/>
              <a:gd name="connsiteY84" fmla="*/ 918921 h 1941773"/>
              <a:gd name="connsiteX85" fmla="*/ 5055815 w 12192148"/>
              <a:gd name="connsiteY85" fmla="*/ 918921 h 1941773"/>
              <a:gd name="connsiteX86" fmla="*/ 5055815 w 12192148"/>
              <a:gd name="connsiteY86" fmla="*/ 765768 h 1941773"/>
              <a:gd name="connsiteX87" fmla="*/ 5307865 w 12192148"/>
              <a:gd name="connsiteY87" fmla="*/ 771049 h 1941773"/>
              <a:gd name="connsiteX88" fmla="*/ 5307865 w 12192148"/>
              <a:gd name="connsiteY88" fmla="*/ 0 h 1941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12192148" h="1941773">
                <a:moveTo>
                  <a:pt x="5307865" y="0"/>
                </a:moveTo>
                <a:cubicBezTo>
                  <a:pt x="5307865" y="0"/>
                  <a:pt x="5307865" y="0"/>
                  <a:pt x="5817217" y="0"/>
                </a:cubicBezTo>
                <a:cubicBezTo>
                  <a:pt x="5817217" y="0"/>
                  <a:pt x="5817217" y="0"/>
                  <a:pt x="5817217" y="697113"/>
                </a:cubicBezTo>
                <a:cubicBezTo>
                  <a:pt x="5817217" y="697113"/>
                  <a:pt x="5817217" y="697113"/>
                  <a:pt x="6190042" y="697113"/>
                </a:cubicBezTo>
                <a:cubicBezTo>
                  <a:pt x="6190042" y="697113"/>
                  <a:pt x="6190042" y="697113"/>
                  <a:pt x="6190042" y="1325570"/>
                </a:cubicBezTo>
                <a:cubicBezTo>
                  <a:pt x="6190042" y="1325570"/>
                  <a:pt x="6190042" y="1325570"/>
                  <a:pt x="6489353" y="1325570"/>
                </a:cubicBezTo>
                <a:cubicBezTo>
                  <a:pt x="6489353" y="1325570"/>
                  <a:pt x="6489353" y="1325570"/>
                  <a:pt x="6489353" y="1114324"/>
                </a:cubicBezTo>
                <a:cubicBezTo>
                  <a:pt x="6489353" y="1114324"/>
                  <a:pt x="6489353" y="1114324"/>
                  <a:pt x="6898935" y="1114324"/>
                </a:cubicBezTo>
                <a:cubicBezTo>
                  <a:pt x="6898935" y="1114324"/>
                  <a:pt x="6898935" y="1114324"/>
                  <a:pt x="6898935" y="348556"/>
                </a:cubicBezTo>
                <a:cubicBezTo>
                  <a:pt x="6898935" y="348556"/>
                  <a:pt x="6898935" y="348556"/>
                  <a:pt x="7219249" y="348556"/>
                </a:cubicBezTo>
                <a:cubicBezTo>
                  <a:pt x="7219249" y="348556"/>
                  <a:pt x="7219249" y="348556"/>
                  <a:pt x="7219249" y="1093199"/>
                </a:cubicBezTo>
                <a:cubicBezTo>
                  <a:pt x="7219249" y="1093199"/>
                  <a:pt x="7219249" y="1093199"/>
                  <a:pt x="7413539" y="1093199"/>
                </a:cubicBezTo>
                <a:cubicBezTo>
                  <a:pt x="7413539" y="1093199"/>
                  <a:pt x="7413539" y="1093199"/>
                  <a:pt x="7413539" y="517553"/>
                </a:cubicBezTo>
                <a:cubicBezTo>
                  <a:pt x="7413539" y="517553"/>
                  <a:pt x="7413539" y="517553"/>
                  <a:pt x="7875631" y="517553"/>
                </a:cubicBezTo>
                <a:cubicBezTo>
                  <a:pt x="7875631" y="517553"/>
                  <a:pt x="7875631" y="517553"/>
                  <a:pt x="7875631" y="1103761"/>
                </a:cubicBezTo>
                <a:cubicBezTo>
                  <a:pt x="7875631" y="1103761"/>
                  <a:pt x="7875631" y="1103761"/>
                  <a:pt x="8342975" y="1103761"/>
                </a:cubicBezTo>
                <a:cubicBezTo>
                  <a:pt x="8342975" y="1103761"/>
                  <a:pt x="8342975" y="1103761"/>
                  <a:pt x="8342975" y="739362"/>
                </a:cubicBezTo>
                <a:cubicBezTo>
                  <a:pt x="8342975" y="739362"/>
                  <a:pt x="8342975" y="739362"/>
                  <a:pt x="8852328" y="739362"/>
                </a:cubicBezTo>
                <a:cubicBezTo>
                  <a:pt x="8852328" y="739362"/>
                  <a:pt x="8852328" y="739362"/>
                  <a:pt x="8852328" y="1093199"/>
                </a:cubicBezTo>
                <a:cubicBezTo>
                  <a:pt x="8852328" y="1093199"/>
                  <a:pt x="8852328" y="1093199"/>
                  <a:pt x="9240906" y="1093199"/>
                </a:cubicBezTo>
                <a:cubicBezTo>
                  <a:pt x="9240906" y="1093199"/>
                  <a:pt x="9240906" y="1093199"/>
                  <a:pt x="9240906" y="924202"/>
                </a:cubicBezTo>
                <a:cubicBezTo>
                  <a:pt x="9240906" y="924202"/>
                  <a:pt x="9240906" y="924202"/>
                  <a:pt x="9503459" y="929483"/>
                </a:cubicBezTo>
                <a:cubicBezTo>
                  <a:pt x="9503459" y="929483"/>
                  <a:pt x="9503459" y="929483"/>
                  <a:pt x="9503459" y="781611"/>
                </a:cubicBezTo>
                <a:cubicBezTo>
                  <a:pt x="9503459" y="781611"/>
                  <a:pt x="9503459" y="781611"/>
                  <a:pt x="9771263" y="781611"/>
                </a:cubicBezTo>
                <a:cubicBezTo>
                  <a:pt x="9771263" y="781611"/>
                  <a:pt x="9771263" y="781611"/>
                  <a:pt x="9771263" y="918921"/>
                </a:cubicBezTo>
                <a:cubicBezTo>
                  <a:pt x="9771263" y="918921"/>
                  <a:pt x="9771263" y="918921"/>
                  <a:pt x="10028565" y="918921"/>
                </a:cubicBezTo>
                <a:cubicBezTo>
                  <a:pt x="10028565" y="918921"/>
                  <a:pt x="10028565" y="918921"/>
                  <a:pt x="10028565" y="765768"/>
                </a:cubicBezTo>
                <a:cubicBezTo>
                  <a:pt x="10028565" y="765768"/>
                  <a:pt x="10028565" y="765768"/>
                  <a:pt x="10280615" y="771049"/>
                </a:cubicBezTo>
                <a:cubicBezTo>
                  <a:pt x="10280615" y="771049"/>
                  <a:pt x="10280615" y="771049"/>
                  <a:pt x="10280615" y="190122"/>
                </a:cubicBezTo>
                <a:cubicBezTo>
                  <a:pt x="10280615" y="190122"/>
                  <a:pt x="10280615" y="190122"/>
                  <a:pt x="10789968" y="190122"/>
                </a:cubicBezTo>
                <a:cubicBezTo>
                  <a:pt x="10789968" y="190122"/>
                  <a:pt x="10789968" y="190122"/>
                  <a:pt x="10789968" y="697113"/>
                </a:cubicBezTo>
                <a:cubicBezTo>
                  <a:pt x="10789968" y="697113"/>
                  <a:pt x="10789968" y="697113"/>
                  <a:pt x="11168044" y="697113"/>
                </a:cubicBezTo>
                <a:cubicBezTo>
                  <a:pt x="11168044" y="697113"/>
                  <a:pt x="11168044" y="697113"/>
                  <a:pt x="11168044" y="1621315"/>
                </a:cubicBezTo>
                <a:cubicBezTo>
                  <a:pt x="11168044" y="1621315"/>
                  <a:pt x="11168044" y="1621315"/>
                  <a:pt x="11467354" y="1621315"/>
                </a:cubicBezTo>
                <a:cubicBezTo>
                  <a:pt x="11467354" y="1621315"/>
                  <a:pt x="11467354" y="1621315"/>
                  <a:pt x="11467354" y="1114324"/>
                </a:cubicBezTo>
                <a:cubicBezTo>
                  <a:pt x="11467354" y="1114324"/>
                  <a:pt x="11467354" y="1114324"/>
                  <a:pt x="11871686" y="1114324"/>
                </a:cubicBezTo>
                <a:cubicBezTo>
                  <a:pt x="11871686" y="1114324"/>
                  <a:pt x="11871686" y="1114324"/>
                  <a:pt x="11871686" y="348556"/>
                </a:cubicBezTo>
                <a:cubicBezTo>
                  <a:pt x="11871686" y="348556"/>
                  <a:pt x="11871686" y="348556"/>
                  <a:pt x="12192000" y="348556"/>
                </a:cubicBezTo>
                <a:cubicBezTo>
                  <a:pt x="12192000" y="348556"/>
                  <a:pt x="12192000" y="348556"/>
                  <a:pt x="12192000" y="1754103"/>
                </a:cubicBezTo>
                <a:lnTo>
                  <a:pt x="12192000" y="1896676"/>
                </a:lnTo>
                <a:lnTo>
                  <a:pt x="12192148" y="1896676"/>
                </a:lnTo>
                <a:lnTo>
                  <a:pt x="12192148" y="1941773"/>
                </a:lnTo>
                <a:lnTo>
                  <a:pt x="0" y="1941773"/>
                </a:lnTo>
                <a:lnTo>
                  <a:pt x="0" y="1896676"/>
                </a:lnTo>
                <a:lnTo>
                  <a:pt x="0" y="1573784"/>
                </a:lnTo>
                <a:lnTo>
                  <a:pt x="112847" y="1573784"/>
                </a:lnTo>
                <a:cubicBezTo>
                  <a:pt x="165111" y="1573784"/>
                  <a:pt x="224842" y="1573784"/>
                  <a:pt x="293106" y="1573784"/>
                </a:cubicBezTo>
                <a:cubicBezTo>
                  <a:pt x="293106" y="1573784"/>
                  <a:pt x="293106" y="1573784"/>
                  <a:pt x="293106" y="411930"/>
                </a:cubicBezTo>
                <a:cubicBezTo>
                  <a:pt x="293106" y="411930"/>
                  <a:pt x="293106" y="411930"/>
                  <a:pt x="655428" y="411930"/>
                </a:cubicBezTo>
                <a:cubicBezTo>
                  <a:pt x="655428" y="411930"/>
                  <a:pt x="655428" y="411930"/>
                  <a:pt x="655428" y="1373100"/>
                </a:cubicBezTo>
                <a:cubicBezTo>
                  <a:pt x="676433" y="1315008"/>
                  <a:pt x="734194" y="1188260"/>
                  <a:pt x="791956" y="1188260"/>
                </a:cubicBezTo>
                <a:cubicBezTo>
                  <a:pt x="875973" y="1188260"/>
                  <a:pt x="954739" y="1399506"/>
                  <a:pt x="954739" y="1399506"/>
                </a:cubicBezTo>
                <a:cubicBezTo>
                  <a:pt x="954739" y="1399506"/>
                  <a:pt x="1023002" y="1188260"/>
                  <a:pt x="1101768" y="1188260"/>
                </a:cubicBezTo>
                <a:cubicBezTo>
                  <a:pt x="1180534" y="1188260"/>
                  <a:pt x="1264551" y="1399506"/>
                  <a:pt x="1264551" y="1399506"/>
                </a:cubicBezTo>
                <a:cubicBezTo>
                  <a:pt x="1264551" y="1399506"/>
                  <a:pt x="1332815" y="1188260"/>
                  <a:pt x="1411580" y="1188260"/>
                </a:cubicBezTo>
                <a:cubicBezTo>
                  <a:pt x="1490347" y="1188260"/>
                  <a:pt x="1574363" y="1399506"/>
                  <a:pt x="1574363" y="1399506"/>
                </a:cubicBezTo>
                <a:cubicBezTo>
                  <a:pt x="1574363" y="1399506"/>
                  <a:pt x="1574363" y="1399506"/>
                  <a:pt x="1574363" y="1447036"/>
                </a:cubicBezTo>
                <a:cubicBezTo>
                  <a:pt x="1574363" y="1447036"/>
                  <a:pt x="1574363" y="1447036"/>
                  <a:pt x="1721393" y="1447036"/>
                </a:cubicBezTo>
                <a:cubicBezTo>
                  <a:pt x="1721393" y="1447036"/>
                  <a:pt x="1721393" y="1447036"/>
                  <a:pt x="1721393" y="1299164"/>
                </a:cubicBezTo>
                <a:cubicBezTo>
                  <a:pt x="1616372" y="1278040"/>
                  <a:pt x="1537606" y="1182979"/>
                  <a:pt x="1537606" y="1072074"/>
                </a:cubicBezTo>
                <a:cubicBezTo>
                  <a:pt x="1537606" y="961170"/>
                  <a:pt x="1616372" y="866110"/>
                  <a:pt x="1721393" y="844985"/>
                </a:cubicBezTo>
                <a:cubicBezTo>
                  <a:pt x="1721393" y="844985"/>
                  <a:pt x="1721393" y="844985"/>
                  <a:pt x="1721393" y="586208"/>
                </a:cubicBezTo>
                <a:cubicBezTo>
                  <a:pt x="1721393" y="586208"/>
                  <a:pt x="1721393" y="586208"/>
                  <a:pt x="1815912" y="586208"/>
                </a:cubicBezTo>
                <a:cubicBezTo>
                  <a:pt x="1815912" y="586208"/>
                  <a:pt x="1815912" y="586208"/>
                  <a:pt x="1815912" y="844985"/>
                </a:cubicBezTo>
                <a:cubicBezTo>
                  <a:pt x="1920933" y="866110"/>
                  <a:pt x="1999699" y="961170"/>
                  <a:pt x="1999699" y="1072074"/>
                </a:cubicBezTo>
                <a:cubicBezTo>
                  <a:pt x="1999699" y="1188260"/>
                  <a:pt x="1920933" y="1278040"/>
                  <a:pt x="1815912" y="1299164"/>
                </a:cubicBezTo>
                <a:cubicBezTo>
                  <a:pt x="1815912" y="1299164"/>
                  <a:pt x="1815912" y="1299164"/>
                  <a:pt x="1815912" y="1447036"/>
                </a:cubicBezTo>
                <a:cubicBezTo>
                  <a:pt x="1815912" y="1447036"/>
                  <a:pt x="1815912" y="1447036"/>
                  <a:pt x="1941937" y="1447036"/>
                </a:cubicBezTo>
                <a:cubicBezTo>
                  <a:pt x="1941937" y="1447036"/>
                  <a:pt x="1941937" y="1447036"/>
                  <a:pt x="1941937" y="1293883"/>
                </a:cubicBezTo>
                <a:cubicBezTo>
                  <a:pt x="1941937" y="1293883"/>
                  <a:pt x="1941937" y="1293883"/>
                  <a:pt x="2099469" y="1293883"/>
                </a:cubicBezTo>
                <a:cubicBezTo>
                  <a:pt x="2099469" y="1293883"/>
                  <a:pt x="2099469" y="1293883"/>
                  <a:pt x="2099469" y="1093199"/>
                </a:cubicBezTo>
                <a:cubicBezTo>
                  <a:pt x="2099469" y="1093199"/>
                  <a:pt x="2099469" y="1093199"/>
                  <a:pt x="2440788" y="1093199"/>
                </a:cubicBezTo>
                <a:cubicBezTo>
                  <a:pt x="2440788" y="1093199"/>
                  <a:pt x="2440788" y="1093199"/>
                  <a:pt x="2440788" y="517553"/>
                </a:cubicBezTo>
                <a:cubicBezTo>
                  <a:pt x="2440788" y="517553"/>
                  <a:pt x="2440788" y="517553"/>
                  <a:pt x="2897630" y="517553"/>
                </a:cubicBezTo>
                <a:cubicBezTo>
                  <a:pt x="2897630" y="517553"/>
                  <a:pt x="2897630" y="517553"/>
                  <a:pt x="2897630" y="1103761"/>
                </a:cubicBezTo>
                <a:cubicBezTo>
                  <a:pt x="2897630" y="1103761"/>
                  <a:pt x="2897630" y="1103761"/>
                  <a:pt x="3364974" y="1103761"/>
                </a:cubicBezTo>
                <a:cubicBezTo>
                  <a:pt x="3364974" y="1103761"/>
                  <a:pt x="3364974" y="1103761"/>
                  <a:pt x="3364974" y="739362"/>
                </a:cubicBezTo>
                <a:cubicBezTo>
                  <a:pt x="3364974" y="739362"/>
                  <a:pt x="3364974" y="739362"/>
                  <a:pt x="3879577" y="739362"/>
                </a:cubicBezTo>
                <a:cubicBezTo>
                  <a:pt x="3879577" y="739362"/>
                  <a:pt x="3879577" y="739362"/>
                  <a:pt x="3879577" y="1093199"/>
                </a:cubicBezTo>
                <a:cubicBezTo>
                  <a:pt x="3879577" y="1093199"/>
                  <a:pt x="3879577" y="1093199"/>
                  <a:pt x="4268157" y="1093199"/>
                </a:cubicBezTo>
                <a:cubicBezTo>
                  <a:pt x="4268157" y="1093199"/>
                  <a:pt x="4268157" y="1093199"/>
                  <a:pt x="4268157" y="924202"/>
                </a:cubicBezTo>
                <a:cubicBezTo>
                  <a:pt x="4268157" y="924202"/>
                  <a:pt x="4268157" y="924202"/>
                  <a:pt x="4530710" y="929483"/>
                </a:cubicBezTo>
                <a:cubicBezTo>
                  <a:pt x="4530710" y="929483"/>
                  <a:pt x="4530710" y="929483"/>
                  <a:pt x="4530710" y="781611"/>
                </a:cubicBezTo>
                <a:cubicBezTo>
                  <a:pt x="4530710" y="781611"/>
                  <a:pt x="4530710" y="781611"/>
                  <a:pt x="4798513" y="781611"/>
                </a:cubicBezTo>
                <a:cubicBezTo>
                  <a:pt x="4798513" y="781611"/>
                  <a:pt x="4798513" y="781611"/>
                  <a:pt x="4798513" y="918921"/>
                </a:cubicBezTo>
                <a:cubicBezTo>
                  <a:pt x="4798513" y="918921"/>
                  <a:pt x="4798513" y="918921"/>
                  <a:pt x="5055815" y="918921"/>
                </a:cubicBezTo>
                <a:cubicBezTo>
                  <a:pt x="5055815" y="918921"/>
                  <a:pt x="5055815" y="918921"/>
                  <a:pt x="5055815" y="765768"/>
                </a:cubicBezTo>
                <a:cubicBezTo>
                  <a:pt x="5055815" y="765768"/>
                  <a:pt x="5055815" y="765768"/>
                  <a:pt x="5307865" y="771049"/>
                </a:cubicBezTo>
                <a:cubicBezTo>
                  <a:pt x="5307865" y="771049"/>
                  <a:pt x="5307865" y="771049"/>
                  <a:pt x="5307865"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0" name="Rectangle 9">
            <a:extLst>
              <a:ext uri="{FF2B5EF4-FFF2-40B4-BE49-F238E27FC236}">
                <a16:creationId xmlns:a16="http://schemas.microsoft.com/office/drawing/2014/main" id="{D7DB0ECD-F65B-48DE-891A-862D5ACE45DD}"/>
              </a:ext>
            </a:extLst>
          </p:cNvPr>
          <p:cNvSpPr/>
          <p:nvPr userDrawn="1"/>
        </p:nvSpPr>
        <p:spPr>
          <a:xfrm>
            <a:off x="0" y="6730111"/>
            <a:ext cx="12192000" cy="1371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C4E7187E-67A8-49EF-8933-FEE04FEAF50C}"/>
              </a:ext>
            </a:extLst>
          </p:cNvPr>
          <p:cNvGrpSpPr/>
          <p:nvPr userDrawn="1"/>
        </p:nvGrpSpPr>
        <p:grpSpPr>
          <a:xfrm flipH="1">
            <a:off x="11178612" y="5759424"/>
            <a:ext cx="817770" cy="809183"/>
            <a:chOff x="3175" y="1588"/>
            <a:chExt cx="4686300" cy="4637087"/>
          </a:xfrm>
          <a:solidFill>
            <a:schemeClr val="accent1"/>
          </a:solidFill>
        </p:grpSpPr>
        <p:sp>
          <p:nvSpPr>
            <p:cNvPr id="12" name="Rectangle 5">
              <a:extLst>
                <a:ext uri="{FF2B5EF4-FFF2-40B4-BE49-F238E27FC236}">
                  <a16:creationId xmlns:a16="http://schemas.microsoft.com/office/drawing/2014/main" id="{1E0D8746-24E0-4548-8C4D-DD75A2E89387}"/>
                </a:ext>
              </a:extLst>
            </p:cNvPr>
            <p:cNvSpPr>
              <a:spLocks noChangeArrowheads="1"/>
            </p:cNvSpPr>
            <p:nvPr/>
          </p:nvSpPr>
          <p:spPr bwMode="auto">
            <a:xfrm>
              <a:off x="1106488" y="3094038"/>
              <a:ext cx="98425" cy="13366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Rectangle 6">
              <a:extLst>
                <a:ext uri="{FF2B5EF4-FFF2-40B4-BE49-F238E27FC236}">
                  <a16:creationId xmlns:a16="http://schemas.microsoft.com/office/drawing/2014/main" id="{36672466-A780-459C-AE15-37398D2D6018}"/>
                </a:ext>
              </a:extLst>
            </p:cNvPr>
            <p:cNvSpPr>
              <a:spLocks noChangeArrowheads="1"/>
            </p:cNvSpPr>
            <p:nvPr/>
          </p:nvSpPr>
          <p:spPr bwMode="auto">
            <a:xfrm>
              <a:off x="1450975" y="3094038"/>
              <a:ext cx="85725" cy="13366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Rectangle 7">
              <a:extLst>
                <a:ext uri="{FF2B5EF4-FFF2-40B4-BE49-F238E27FC236}">
                  <a16:creationId xmlns:a16="http://schemas.microsoft.com/office/drawing/2014/main" id="{29B98435-DD78-4523-A912-E2FFE0743C16}"/>
                </a:ext>
              </a:extLst>
            </p:cNvPr>
            <p:cNvSpPr>
              <a:spLocks noChangeArrowheads="1"/>
            </p:cNvSpPr>
            <p:nvPr/>
          </p:nvSpPr>
          <p:spPr bwMode="auto">
            <a:xfrm>
              <a:off x="1147763" y="3148013"/>
              <a:ext cx="357188" cy="635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8">
              <a:extLst>
                <a:ext uri="{FF2B5EF4-FFF2-40B4-BE49-F238E27FC236}">
                  <a16:creationId xmlns:a16="http://schemas.microsoft.com/office/drawing/2014/main" id="{FBBADD09-E087-4218-94AA-9A732C065A42}"/>
                </a:ext>
              </a:extLst>
            </p:cNvPr>
            <p:cNvSpPr>
              <a:spLocks/>
            </p:cNvSpPr>
            <p:nvPr/>
          </p:nvSpPr>
          <p:spPr bwMode="auto">
            <a:xfrm>
              <a:off x="1173163" y="3176588"/>
              <a:ext cx="306388" cy="306387"/>
            </a:xfrm>
            <a:custGeom>
              <a:avLst/>
              <a:gdLst>
                <a:gd name="T0" fmla="*/ 175 w 193"/>
                <a:gd name="T1" fmla="*/ 193 h 193"/>
                <a:gd name="T2" fmla="*/ 0 w 193"/>
                <a:gd name="T3" fmla="*/ 18 h 193"/>
                <a:gd name="T4" fmla="*/ 18 w 193"/>
                <a:gd name="T5" fmla="*/ 0 h 193"/>
                <a:gd name="T6" fmla="*/ 193 w 193"/>
                <a:gd name="T7" fmla="*/ 175 h 193"/>
                <a:gd name="T8" fmla="*/ 175 w 193"/>
                <a:gd name="T9" fmla="*/ 193 h 193"/>
              </a:gdLst>
              <a:ahLst/>
              <a:cxnLst>
                <a:cxn ang="0">
                  <a:pos x="T0" y="T1"/>
                </a:cxn>
                <a:cxn ang="0">
                  <a:pos x="T2" y="T3"/>
                </a:cxn>
                <a:cxn ang="0">
                  <a:pos x="T4" y="T5"/>
                </a:cxn>
                <a:cxn ang="0">
                  <a:pos x="T6" y="T7"/>
                </a:cxn>
                <a:cxn ang="0">
                  <a:pos x="T8" y="T9"/>
                </a:cxn>
              </a:cxnLst>
              <a:rect l="0" t="0" r="r" b="b"/>
              <a:pathLst>
                <a:path w="193" h="193">
                  <a:moveTo>
                    <a:pt x="175" y="193"/>
                  </a:moveTo>
                  <a:lnTo>
                    <a:pt x="0" y="18"/>
                  </a:lnTo>
                  <a:lnTo>
                    <a:pt x="18" y="0"/>
                  </a:lnTo>
                  <a:lnTo>
                    <a:pt x="193" y="175"/>
                  </a:lnTo>
                  <a:lnTo>
                    <a:pt x="175"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9">
              <a:extLst>
                <a:ext uri="{FF2B5EF4-FFF2-40B4-BE49-F238E27FC236}">
                  <a16:creationId xmlns:a16="http://schemas.microsoft.com/office/drawing/2014/main" id="{AD29BA87-8A6B-454A-870A-0930CAD32718}"/>
                </a:ext>
              </a:extLst>
            </p:cNvPr>
            <p:cNvSpPr>
              <a:spLocks/>
            </p:cNvSpPr>
            <p:nvPr/>
          </p:nvSpPr>
          <p:spPr bwMode="auto">
            <a:xfrm>
              <a:off x="1173163" y="3176588"/>
              <a:ext cx="306388" cy="306387"/>
            </a:xfrm>
            <a:custGeom>
              <a:avLst/>
              <a:gdLst>
                <a:gd name="T0" fmla="*/ 0 w 193"/>
                <a:gd name="T1" fmla="*/ 175 h 193"/>
                <a:gd name="T2" fmla="*/ 175 w 193"/>
                <a:gd name="T3" fmla="*/ 0 h 193"/>
                <a:gd name="T4" fmla="*/ 193 w 193"/>
                <a:gd name="T5" fmla="*/ 18 h 193"/>
                <a:gd name="T6" fmla="*/ 18 w 193"/>
                <a:gd name="T7" fmla="*/ 193 h 193"/>
                <a:gd name="T8" fmla="*/ 0 w 193"/>
                <a:gd name="T9" fmla="*/ 175 h 193"/>
              </a:gdLst>
              <a:ahLst/>
              <a:cxnLst>
                <a:cxn ang="0">
                  <a:pos x="T0" y="T1"/>
                </a:cxn>
                <a:cxn ang="0">
                  <a:pos x="T2" y="T3"/>
                </a:cxn>
                <a:cxn ang="0">
                  <a:pos x="T4" y="T5"/>
                </a:cxn>
                <a:cxn ang="0">
                  <a:pos x="T6" y="T7"/>
                </a:cxn>
                <a:cxn ang="0">
                  <a:pos x="T8" y="T9"/>
                </a:cxn>
              </a:cxnLst>
              <a:rect l="0" t="0" r="r" b="b"/>
              <a:pathLst>
                <a:path w="193" h="193">
                  <a:moveTo>
                    <a:pt x="0" y="175"/>
                  </a:moveTo>
                  <a:lnTo>
                    <a:pt x="175" y="0"/>
                  </a:lnTo>
                  <a:lnTo>
                    <a:pt x="193" y="18"/>
                  </a:lnTo>
                  <a:lnTo>
                    <a:pt x="18" y="193"/>
                  </a:lnTo>
                  <a:lnTo>
                    <a:pt x="0" y="1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Rectangle 10">
              <a:extLst>
                <a:ext uri="{FF2B5EF4-FFF2-40B4-BE49-F238E27FC236}">
                  <a16:creationId xmlns:a16="http://schemas.microsoft.com/office/drawing/2014/main" id="{123A592A-5A52-4664-A9ED-ACB125838036}"/>
                </a:ext>
              </a:extLst>
            </p:cNvPr>
            <p:cNvSpPr>
              <a:spLocks noChangeArrowheads="1"/>
            </p:cNvSpPr>
            <p:nvPr/>
          </p:nvSpPr>
          <p:spPr bwMode="auto">
            <a:xfrm>
              <a:off x="1147763" y="3441700"/>
              <a:ext cx="357188" cy="635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1">
              <a:extLst>
                <a:ext uri="{FF2B5EF4-FFF2-40B4-BE49-F238E27FC236}">
                  <a16:creationId xmlns:a16="http://schemas.microsoft.com/office/drawing/2014/main" id="{C81F600D-2C20-46EA-8051-63C37B9BEB90}"/>
                </a:ext>
              </a:extLst>
            </p:cNvPr>
            <p:cNvSpPr>
              <a:spLocks/>
            </p:cNvSpPr>
            <p:nvPr/>
          </p:nvSpPr>
          <p:spPr bwMode="auto">
            <a:xfrm>
              <a:off x="1173163" y="3470275"/>
              <a:ext cx="306388" cy="304800"/>
            </a:xfrm>
            <a:custGeom>
              <a:avLst/>
              <a:gdLst>
                <a:gd name="T0" fmla="*/ 175 w 193"/>
                <a:gd name="T1" fmla="*/ 192 h 192"/>
                <a:gd name="T2" fmla="*/ 0 w 193"/>
                <a:gd name="T3" fmla="*/ 18 h 192"/>
                <a:gd name="T4" fmla="*/ 18 w 193"/>
                <a:gd name="T5" fmla="*/ 0 h 192"/>
                <a:gd name="T6" fmla="*/ 193 w 193"/>
                <a:gd name="T7" fmla="*/ 174 h 192"/>
                <a:gd name="T8" fmla="*/ 175 w 193"/>
                <a:gd name="T9" fmla="*/ 192 h 192"/>
              </a:gdLst>
              <a:ahLst/>
              <a:cxnLst>
                <a:cxn ang="0">
                  <a:pos x="T0" y="T1"/>
                </a:cxn>
                <a:cxn ang="0">
                  <a:pos x="T2" y="T3"/>
                </a:cxn>
                <a:cxn ang="0">
                  <a:pos x="T4" y="T5"/>
                </a:cxn>
                <a:cxn ang="0">
                  <a:pos x="T6" y="T7"/>
                </a:cxn>
                <a:cxn ang="0">
                  <a:pos x="T8" y="T9"/>
                </a:cxn>
              </a:cxnLst>
              <a:rect l="0" t="0" r="r" b="b"/>
              <a:pathLst>
                <a:path w="193" h="192">
                  <a:moveTo>
                    <a:pt x="175" y="192"/>
                  </a:moveTo>
                  <a:lnTo>
                    <a:pt x="0" y="18"/>
                  </a:lnTo>
                  <a:lnTo>
                    <a:pt x="18" y="0"/>
                  </a:lnTo>
                  <a:lnTo>
                    <a:pt x="193" y="174"/>
                  </a:lnTo>
                  <a:lnTo>
                    <a:pt x="175"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2">
              <a:extLst>
                <a:ext uri="{FF2B5EF4-FFF2-40B4-BE49-F238E27FC236}">
                  <a16:creationId xmlns:a16="http://schemas.microsoft.com/office/drawing/2014/main" id="{899F243A-F661-4476-B974-A468A2C72C08}"/>
                </a:ext>
              </a:extLst>
            </p:cNvPr>
            <p:cNvSpPr>
              <a:spLocks/>
            </p:cNvSpPr>
            <p:nvPr/>
          </p:nvSpPr>
          <p:spPr bwMode="auto">
            <a:xfrm>
              <a:off x="1173163" y="3470275"/>
              <a:ext cx="306388" cy="304800"/>
            </a:xfrm>
            <a:custGeom>
              <a:avLst/>
              <a:gdLst>
                <a:gd name="T0" fmla="*/ 0 w 193"/>
                <a:gd name="T1" fmla="*/ 174 h 192"/>
                <a:gd name="T2" fmla="*/ 175 w 193"/>
                <a:gd name="T3" fmla="*/ 0 h 192"/>
                <a:gd name="T4" fmla="*/ 193 w 193"/>
                <a:gd name="T5" fmla="*/ 18 h 192"/>
                <a:gd name="T6" fmla="*/ 18 w 193"/>
                <a:gd name="T7" fmla="*/ 192 h 192"/>
                <a:gd name="T8" fmla="*/ 0 w 193"/>
                <a:gd name="T9" fmla="*/ 174 h 192"/>
              </a:gdLst>
              <a:ahLst/>
              <a:cxnLst>
                <a:cxn ang="0">
                  <a:pos x="T0" y="T1"/>
                </a:cxn>
                <a:cxn ang="0">
                  <a:pos x="T2" y="T3"/>
                </a:cxn>
                <a:cxn ang="0">
                  <a:pos x="T4" y="T5"/>
                </a:cxn>
                <a:cxn ang="0">
                  <a:pos x="T6" y="T7"/>
                </a:cxn>
                <a:cxn ang="0">
                  <a:pos x="T8" y="T9"/>
                </a:cxn>
              </a:cxnLst>
              <a:rect l="0" t="0" r="r" b="b"/>
              <a:pathLst>
                <a:path w="193" h="192">
                  <a:moveTo>
                    <a:pt x="0" y="174"/>
                  </a:moveTo>
                  <a:lnTo>
                    <a:pt x="175" y="0"/>
                  </a:lnTo>
                  <a:lnTo>
                    <a:pt x="193" y="18"/>
                  </a:lnTo>
                  <a:lnTo>
                    <a:pt x="18" y="192"/>
                  </a:lnTo>
                  <a:lnTo>
                    <a:pt x="0"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Rectangle 13">
              <a:extLst>
                <a:ext uri="{FF2B5EF4-FFF2-40B4-BE49-F238E27FC236}">
                  <a16:creationId xmlns:a16="http://schemas.microsoft.com/office/drawing/2014/main" id="{551C0F5B-D850-4F14-92ED-08B31C994BE4}"/>
                </a:ext>
              </a:extLst>
            </p:cNvPr>
            <p:cNvSpPr>
              <a:spLocks noChangeArrowheads="1"/>
            </p:cNvSpPr>
            <p:nvPr/>
          </p:nvSpPr>
          <p:spPr bwMode="auto">
            <a:xfrm>
              <a:off x="1147763" y="3733800"/>
              <a:ext cx="357188" cy="635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4">
              <a:extLst>
                <a:ext uri="{FF2B5EF4-FFF2-40B4-BE49-F238E27FC236}">
                  <a16:creationId xmlns:a16="http://schemas.microsoft.com/office/drawing/2014/main" id="{DDB35BF1-FC37-43C1-B5CB-9E8BD46BAA9D}"/>
                </a:ext>
              </a:extLst>
            </p:cNvPr>
            <p:cNvSpPr>
              <a:spLocks/>
            </p:cNvSpPr>
            <p:nvPr/>
          </p:nvSpPr>
          <p:spPr bwMode="auto">
            <a:xfrm>
              <a:off x="1173163" y="3762375"/>
              <a:ext cx="306388" cy="306387"/>
            </a:xfrm>
            <a:custGeom>
              <a:avLst/>
              <a:gdLst>
                <a:gd name="T0" fmla="*/ 175 w 193"/>
                <a:gd name="T1" fmla="*/ 193 h 193"/>
                <a:gd name="T2" fmla="*/ 0 w 193"/>
                <a:gd name="T3" fmla="*/ 18 h 193"/>
                <a:gd name="T4" fmla="*/ 18 w 193"/>
                <a:gd name="T5" fmla="*/ 0 h 193"/>
                <a:gd name="T6" fmla="*/ 193 w 193"/>
                <a:gd name="T7" fmla="*/ 175 h 193"/>
                <a:gd name="T8" fmla="*/ 175 w 193"/>
                <a:gd name="T9" fmla="*/ 193 h 193"/>
              </a:gdLst>
              <a:ahLst/>
              <a:cxnLst>
                <a:cxn ang="0">
                  <a:pos x="T0" y="T1"/>
                </a:cxn>
                <a:cxn ang="0">
                  <a:pos x="T2" y="T3"/>
                </a:cxn>
                <a:cxn ang="0">
                  <a:pos x="T4" y="T5"/>
                </a:cxn>
                <a:cxn ang="0">
                  <a:pos x="T6" y="T7"/>
                </a:cxn>
                <a:cxn ang="0">
                  <a:pos x="T8" y="T9"/>
                </a:cxn>
              </a:cxnLst>
              <a:rect l="0" t="0" r="r" b="b"/>
              <a:pathLst>
                <a:path w="193" h="193">
                  <a:moveTo>
                    <a:pt x="175" y="193"/>
                  </a:moveTo>
                  <a:lnTo>
                    <a:pt x="0" y="18"/>
                  </a:lnTo>
                  <a:lnTo>
                    <a:pt x="18" y="0"/>
                  </a:lnTo>
                  <a:lnTo>
                    <a:pt x="193" y="175"/>
                  </a:lnTo>
                  <a:lnTo>
                    <a:pt x="175"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5">
              <a:extLst>
                <a:ext uri="{FF2B5EF4-FFF2-40B4-BE49-F238E27FC236}">
                  <a16:creationId xmlns:a16="http://schemas.microsoft.com/office/drawing/2014/main" id="{24FA2821-2268-4EEC-BB62-C826BAA13F9E}"/>
                </a:ext>
              </a:extLst>
            </p:cNvPr>
            <p:cNvSpPr>
              <a:spLocks/>
            </p:cNvSpPr>
            <p:nvPr/>
          </p:nvSpPr>
          <p:spPr bwMode="auto">
            <a:xfrm>
              <a:off x="1173163" y="3762375"/>
              <a:ext cx="306388" cy="306387"/>
            </a:xfrm>
            <a:custGeom>
              <a:avLst/>
              <a:gdLst>
                <a:gd name="T0" fmla="*/ 0 w 193"/>
                <a:gd name="T1" fmla="*/ 175 h 193"/>
                <a:gd name="T2" fmla="*/ 175 w 193"/>
                <a:gd name="T3" fmla="*/ 0 h 193"/>
                <a:gd name="T4" fmla="*/ 193 w 193"/>
                <a:gd name="T5" fmla="*/ 18 h 193"/>
                <a:gd name="T6" fmla="*/ 18 w 193"/>
                <a:gd name="T7" fmla="*/ 193 h 193"/>
                <a:gd name="T8" fmla="*/ 0 w 193"/>
                <a:gd name="T9" fmla="*/ 175 h 193"/>
              </a:gdLst>
              <a:ahLst/>
              <a:cxnLst>
                <a:cxn ang="0">
                  <a:pos x="T0" y="T1"/>
                </a:cxn>
                <a:cxn ang="0">
                  <a:pos x="T2" y="T3"/>
                </a:cxn>
                <a:cxn ang="0">
                  <a:pos x="T4" y="T5"/>
                </a:cxn>
                <a:cxn ang="0">
                  <a:pos x="T6" y="T7"/>
                </a:cxn>
                <a:cxn ang="0">
                  <a:pos x="T8" y="T9"/>
                </a:cxn>
              </a:cxnLst>
              <a:rect l="0" t="0" r="r" b="b"/>
              <a:pathLst>
                <a:path w="193" h="193">
                  <a:moveTo>
                    <a:pt x="0" y="175"/>
                  </a:moveTo>
                  <a:lnTo>
                    <a:pt x="175" y="0"/>
                  </a:lnTo>
                  <a:lnTo>
                    <a:pt x="193" y="18"/>
                  </a:lnTo>
                  <a:lnTo>
                    <a:pt x="18" y="193"/>
                  </a:lnTo>
                  <a:lnTo>
                    <a:pt x="0" y="1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Rectangle 16">
              <a:extLst>
                <a:ext uri="{FF2B5EF4-FFF2-40B4-BE49-F238E27FC236}">
                  <a16:creationId xmlns:a16="http://schemas.microsoft.com/office/drawing/2014/main" id="{CD9D3E4B-0D89-4DC9-9BF3-1825125DE43D}"/>
                </a:ext>
              </a:extLst>
            </p:cNvPr>
            <p:cNvSpPr>
              <a:spLocks noChangeArrowheads="1"/>
            </p:cNvSpPr>
            <p:nvPr/>
          </p:nvSpPr>
          <p:spPr bwMode="auto">
            <a:xfrm>
              <a:off x="1147763" y="4027488"/>
              <a:ext cx="357188" cy="635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7">
              <a:extLst>
                <a:ext uri="{FF2B5EF4-FFF2-40B4-BE49-F238E27FC236}">
                  <a16:creationId xmlns:a16="http://schemas.microsoft.com/office/drawing/2014/main" id="{D396BA03-71DB-4A9E-A491-CC50B3E01583}"/>
                </a:ext>
              </a:extLst>
            </p:cNvPr>
            <p:cNvSpPr>
              <a:spLocks/>
            </p:cNvSpPr>
            <p:nvPr/>
          </p:nvSpPr>
          <p:spPr bwMode="auto">
            <a:xfrm>
              <a:off x="1173163" y="4056063"/>
              <a:ext cx="306388" cy="304800"/>
            </a:xfrm>
            <a:custGeom>
              <a:avLst/>
              <a:gdLst>
                <a:gd name="T0" fmla="*/ 175 w 193"/>
                <a:gd name="T1" fmla="*/ 192 h 192"/>
                <a:gd name="T2" fmla="*/ 0 w 193"/>
                <a:gd name="T3" fmla="*/ 18 h 192"/>
                <a:gd name="T4" fmla="*/ 18 w 193"/>
                <a:gd name="T5" fmla="*/ 0 h 192"/>
                <a:gd name="T6" fmla="*/ 193 w 193"/>
                <a:gd name="T7" fmla="*/ 174 h 192"/>
                <a:gd name="T8" fmla="*/ 175 w 193"/>
                <a:gd name="T9" fmla="*/ 192 h 192"/>
              </a:gdLst>
              <a:ahLst/>
              <a:cxnLst>
                <a:cxn ang="0">
                  <a:pos x="T0" y="T1"/>
                </a:cxn>
                <a:cxn ang="0">
                  <a:pos x="T2" y="T3"/>
                </a:cxn>
                <a:cxn ang="0">
                  <a:pos x="T4" y="T5"/>
                </a:cxn>
                <a:cxn ang="0">
                  <a:pos x="T6" y="T7"/>
                </a:cxn>
                <a:cxn ang="0">
                  <a:pos x="T8" y="T9"/>
                </a:cxn>
              </a:cxnLst>
              <a:rect l="0" t="0" r="r" b="b"/>
              <a:pathLst>
                <a:path w="193" h="192">
                  <a:moveTo>
                    <a:pt x="175" y="192"/>
                  </a:moveTo>
                  <a:lnTo>
                    <a:pt x="0" y="18"/>
                  </a:lnTo>
                  <a:lnTo>
                    <a:pt x="18" y="0"/>
                  </a:lnTo>
                  <a:lnTo>
                    <a:pt x="193" y="174"/>
                  </a:lnTo>
                  <a:lnTo>
                    <a:pt x="175"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8">
              <a:extLst>
                <a:ext uri="{FF2B5EF4-FFF2-40B4-BE49-F238E27FC236}">
                  <a16:creationId xmlns:a16="http://schemas.microsoft.com/office/drawing/2014/main" id="{89B117B3-FDE2-48F4-8E18-99B71391689E}"/>
                </a:ext>
              </a:extLst>
            </p:cNvPr>
            <p:cNvSpPr>
              <a:spLocks/>
            </p:cNvSpPr>
            <p:nvPr/>
          </p:nvSpPr>
          <p:spPr bwMode="auto">
            <a:xfrm>
              <a:off x="1173163" y="4056063"/>
              <a:ext cx="306388" cy="304800"/>
            </a:xfrm>
            <a:custGeom>
              <a:avLst/>
              <a:gdLst>
                <a:gd name="T0" fmla="*/ 0 w 193"/>
                <a:gd name="T1" fmla="*/ 174 h 192"/>
                <a:gd name="T2" fmla="*/ 175 w 193"/>
                <a:gd name="T3" fmla="*/ 0 h 192"/>
                <a:gd name="T4" fmla="*/ 193 w 193"/>
                <a:gd name="T5" fmla="*/ 18 h 192"/>
                <a:gd name="T6" fmla="*/ 18 w 193"/>
                <a:gd name="T7" fmla="*/ 192 h 192"/>
                <a:gd name="T8" fmla="*/ 0 w 193"/>
                <a:gd name="T9" fmla="*/ 174 h 192"/>
              </a:gdLst>
              <a:ahLst/>
              <a:cxnLst>
                <a:cxn ang="0">
                  <a:pos x="T0" y="T1"/>
                </a:cxn>
                <a:cxn ang="0">
                  <a:pos x="T2" y="T3"/>
                </a:cxn>
                <a:cxn ang="0">
                  <a:pos x="T4" y="T5"/>
                </a:cxn>
                <a:cxn ang="0">
                  <a:pos x="T6" y="T7"/>
                </a:cxn>
                <a:cxn ang="0">
                  <a:pos x="T8" y="T9"/>
                </a:cxn>
              </a:cxnLst>
              <a:rect l="0" t="0" r="r" b="b"/>
              <a:pathLst>
                <a:path w="193" h="192">
                  <a:moveTo>
                    <a:pt x="0" y="174"/>
                  </a:moveTo>
                  <a:lnTo>
                    <a:pt x="175" y="0"/>
                  </a:lnTo>
                  <a:lnTo>
                    <a:pt x="193" y="18"/>
                  </a:lnTo>
                  <a:lnTo>
                    <a:pt x="18" y="192"/>
                  </a:lnTo>
                  <a:lnTo>
                    <a:pt x="0"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Rectangle 19">
              <a:extLst>
                <a:ext uri="{FF2B5EF4-FFF2-40B4-BE49-F238E27FC236}">
                  <a16:creationId xmlns:a16="http://schemas.microsoft.com/office/drawing/2014/main" id="{4D15AB71-4C87-4F96-A6F1-334D55AADD61}"/>
                </a:ext>
              </a:extLst>
            </p:cNvPr>
            <p:cNvSpPr>
              <a:spLocks noChangeArrowheads="1"/>
            </p:cNvSpPr>
            <p:nvPr/>
          </p:nvSpPr>
          <p:spPr bwMode="auto">
            <a:xfrm>
              <a:off x="1106488" y="1897063"/>
              <a:ext cx="98425" cy="12827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Rectangle 20">
              <a:extLst>
                <a:ext uri="{FF2B5EF4-FFF2-40B4-BE49-F238E27FC236}">
                  <a16:creationId xmlns:a16="http://schemas.microsoft.com/office/drawing/2014/main" id="{248F0BE9-E11B-4028-814F-E2A724D173CD}"/>
                </a:ext>
              </a:extLst>
            </p:cNvPr>
            <p:cNvSpPr>
              <a:spLocks noChangeArrowheads="1"/>
            </p:cNvSpPr>
            <p:nvPr/>
          </p:nvSpPr>
          <p:spPr bwMode="auto">
            <a:xfrm>
              <a:off x="1450975" y="1897063"/>
              <a:ext cx="85725" cy="12827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Rectangle 21">
              <a:extLst>
                <a:ext uri="{FF2B5EF4-FFF2-40B4-BE49-F238E27FC236}">
                  <a16:creationId xmlns:a16="http://schemas.microsoft.com/office/drawing/2014/main" id="{DEB11266-49E8-4D24-8542-C4A048AF02C9}"/>
                </a:ext>
              </a:extLst>
            </p:cNvPr>
            <p:cNvSpPr>
              <a:spLocks noChangeArrowheads="1"/>
            </p:cNvSpPr>
            <p:nvPr/>
          </p:nvSpPr>
          <p:spPr bwMode="auto">
            <a:xfrm>
              <a:off x="1147763" y="1897063"/>
              <a:ext cx="357188" cy="635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22">
              <a:extLst>
                <a:ext uri="{FF2B5EF4-FFF2-40B4-BE49-F238E27FC236}">
                  <a16:creationId xmlns:a16="http://schemas.microsoft.com/office/drawing/2014/main" id="{D411A65D-2AF3-496C-83AD-506A50975E91}"/>
                </a:ext>
              </a:extLst>
            </p:cNvPr>
            <p:cNvSpPr>
              <a:spLocks/>
            </p:cNvSpPr>
            <p:nvPr/>
          </p:nvSpPr>
          <p:spPr bwMode="auto">
            <a:xfrm>
              <a:off x="1173163" y="1925638"/>
              <a:ext cx="306388" cy="304800"/>
            </a:xfrm>
            <a:custGeom>
              <a:avLst/>
              <a:gdLst>
                <a:gd name="T0" fmla="*/ 175 w 193"/>
                <a:gd name="T1" fmla="*/ 192 h 192"/>
                <a:gd name="T2" fmla="*/ 0 w 193"/>
                <a:gd name="T3" fmla="*/ 18 h 192"/>
                <a:gd name="T4" fmla="*/ 18 w 193"/>
                <a:gd name="T5" fmla="*/ 0 h 192"/>
                <a:gd name="T6" fmla="*/ 193 w 193"/>
                <a:gd name="T7" fmla="*/ 174 h 192"/>
                <a:gd name="T8" fmla="*/ 175 w 193"/>
                <a:gd name="T9" fmla="*/ 192 h 192"/>
              </a:gdLst>
              <a:ahLst/>
              <a:cxnLst>
                <a:cxn ang="0">
                  <a:pos x="T0" y="T1"/>
                </a:cxn>
                <a:cxn ang="0">
                  <a:pos x="T2" y="T3"/>
                </a:cxn>
                <a:cxn ang="0">
                  <a:pos x="T4" y="T5"/>
                </a:cxn>
                <a:cxn ang="0">
                  <a:pos x="T6" y="T7"/>
                </a:cxn>
                <a:cxn ang="0">
                  <a:pos x="T8" y="T9"/>
                </a:cxn>
              </a:cxnLst>
              <a:rect l="0" t="0" r="r" b="b"/>
              <a:pathLst>
                <a:path w="193" h="192">
                  <a:moveTo>
                    <a:pt x="175" y="192"/>
                  </a:moveTo>
                  <a:lnTo>
                    <a:pt x="0" y="18"/>
                  </a:lnTo>
                  <a:lnTo>
                    <a:pt x="18" y="0"/>
                  </a:lnTo>
                  <a:lnTo>
                    <a:pt x="193" y="174"/>
                  </a:lnTo>
                  <a:lnTo>
                    <a:pt x="175"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23">
              <a:extLst>
                <a:ext uri="{FF2B5EF4-FFF2-40B4-BE49-F238E27FC236}">
                  <a16:creationId xmlns:a16="http://schemas.microsoft.com/office/drawing/2014/main" id="{340303F8-CA51-4013-9A24-EEBF9EBC0B8E}"/>
                </a:ext>
              </a:extLst>
            </p:cNvPr>
            <p:cNvSpPr>
              <a:spLocks/>
            </p:cNvSpPr>
            <p:nvPr/>
          </p:nvSpPr>
          <p:spPr bwMode="auto">
            <a:xfrm>
              <a:off x="1173163" y="1925638"/>
              <a:ext cx="306388" cy="304800"/>
            </a:xfrm>
            <a:custGeom>
              <a:avLst/>
              <a:gdLst>
                <a:gd name="T0" fmla="*/ 0 w 193"/>
                <a:gd name="T1" fmla="*/ 174 h 192"/>
                <a:gd name="T2" fmla="*/ 175 w 193"/>
                <a:gd name="T3" fmla="*/ 0 h 192"/>
                <a:gd name="T4" fmla="*/ 193 w 193"/>
                <a:gd name="T5" fmla="*/ 18 h 192"/>
                <a:gd name="T6" fmla="*/ 18 w 193"/>
                <a:gd name="T7" fmla="*/ 192 h 192"/>
                <a:gd name="T8" fmla="*/ 0 w 193"/>
                <a:gd name="T9" fmla="*/ 174 h 192"/>
              </a:gdLst>
              <a:ahLst/>
              <a:cxnLst>
                <a:cxn ang="0">
                  <a:pos x="T0" y="T1"/>
                </a:cxn>
                <a:cxn ang="0">
                  <a:pos x="T2" y="T3"/>
                </a:cxn>
                <a:cxn ang="0">
                  <a:pos x="T4" y="T5"/>
                </a:cxn>
                <a:cxn ang="0">
                  <a:pos x="T6" y="T7"/>
                </a:cxn>
                <a:cxn ang="0">
                  <a:pos x="T8" y="T9"/>
                </a:cxn>
              </a:cxnLst>
              <a:rect l="0" t="0" r="r" b="b"/>
              <a:pathLst>
                <a:path w="193" h="192">
                  <a:moveTo>
                    <a:pt x="0" y="174"/>
                  </a:moveTo>
                  <a:lnTo>
                    <a:pt x="175" y="0"/>
                  </a:lnTo>
                  <a:lnTo>
                    <a:pt x="193" y="18"/>
                  </a:lnTo>
                  <a:lnTo>
                    <a:pt x="18" y="192"/>
                  </a:lnTo>
                  <a:lnTo>
                    <a:pt x="0"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Rectangle 24">
              <a:extLst>
                <a:ext uri="{FF2B5EF4-FFF2-40B4-BE49-F238E27FC236}">
                  <a16:creationId xmlns:a16="http://schemas.microsoft.com/office/drawing/2014/main" id="{34F8A7A6-DC0C-48BD-AB47-EA5A934ABE50}"/>
                </a:ext>
              </a:extLst>
            </p:cNvPr>
            <p:cNvSpPr>
              <a:spLocks noChangeArrowheads="1"/>
            </p:cNvSpPr>
            <p:nvPr/>
          </p:nvSpPr>
          <p:spPr bwMode="auto">
            <a:xfrm>
              <a:off x="1147763" y="2189163"/>
              <a:ext cx="357188" cy="635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25">
              <a:extLst>
                <a:ext uri="{FF2B5EF4-FFF2-40B4-BE49-F238E27FC236}">
                  <a16:creationId xmlns:a16="http://schemas.microsoft.com/office/drawing/2014/main" id="{96DEEB0A-E270-4DD9-9017-7926F8547ACE}"/>
                </a:ext>
              </a:extLst>
            </p:cNvPr>
            <p:cNvSpPr>
              <a:spLocks/>
            </p:cNvSpPr>
            <p:nvPr/>
          </p:nvSpPr>
          <p:spPr bwMode="auto">
            <a:xfrm>
              <a:off x="1173163" y="2217738"/>
              <a:ext cx="306388" cy="306387"/>
            </a:xfrm>
            <a:custGeom>
              <a:avLst/>
              <a:gdLst>
                <a:gd name="T0" fmla="*/ 175 w 193"/>
                <a:gd name="T1" fmla="*/ 193 h 193"/>
                <a:gd name="T2" fmla="*/ 0 w 193"/>
                <a:gd name="T3" fmla="*/ 18 h 193"/>
                <a:gd name="T4" fmla="*/ 18 w 193"/>
                <a:gd name="T5" fmla="*/ 0 h 193"/>
                <a:gd name="T6" fmla="*/ 193 w 193"/>
                <a:gd name="T7" fmla="*/ 175 h 193"/>
                <a:gd name="T8" fmla="*/ 175 w 193"/>
                <a:gd name="T9" fmla="*/ 193 h 193"/>
              </a:gdLst>
              <a:ahLst/>
              <a:cxnLst>
                <a:cxn ang="0">
                  <a:pos x="T0" y="T1"/>
                </a:cxn>
                <a:cxn ang="0">
                  <a:pos x="T2" y="T3"/>
                </a:cxn>
                <a:cxn ang="0">
                  <a:pos x="T4" y="T5"/>
                </a:cxn>
                <a:cxn ang="0">
                  <a:pos x="T6" y="T7"/>
                </a:cxn>
                <a:cxn ang="0">
                  <a:pos x="T8" y="T9"/>
                </a:cxn>
              </a:cxnLst>
              <a:rect l="0" t="0" r="r" b="b"/>
              <a:pathLst>
                <a:path w="193" h="193">
                  <a:moveTo>
                    <a:pt x="175" y="193"/>
                  </a:moveTo>
                  <a:lnTo>
                    <a:pt x="0" y="18"/>
                  </a:lnTo>
                  <a:lnTo>
                    <a:pt x="18" y="0"/>
                  </a:lnTo>
                  <a:lnTo>
                    <a:pt x="193" y="175"/>
                  </a:lnTo>
                  <a:lnTo>
                    <a:pt x="175"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26">
              <a:extLst>
                <a:ext uri="{FF2B5EF4-FFF2-40B4-BE49-F238E27FC236}">
                  <a16:creationId xmlns:a16="http://schemas.microsoft.com/office/drawing/2014/main" id="{B5AAD273-90EB-45E1-9BBE-8741FDB77206}"/>
                </a:ext>
              </a:extLst>
            </p:cNvPr>
            <p:cNvSpPr>
              <a:spLocks/>
            </p:cNvSpPr>
            <p:nvPr/>
          </p:nvSpPr>
          <p:spPr bwMode="auto">
            <a:xfrm>
              <a:off x="1173163" y="2217738"/>
              <a:ext cx="306388" cy="306387"/>
            </a:xfrm>
            <a:custGeom>
              <a:avLst/>
              <a:gdLst>
                <a:gd name="T0" fmla="*/ 0 w 193"/>
                <a:gd name="T1" fmla="*/ 175 h 193"/>
                <a:gd name="T2" fmla="*/ 175 w 193"/>
                <a:gd name="T3" fmla="*/ 0 h 193"/>
                <a:gd name="T4" fmla="*/ 193 w 193"/>
                <a:gd name="T5" fmla="*/ 18 h 193"/>
                <a:gd name="T6" fmla="*/ 18 w 193"/>
                <a:gd name="T7" fmla="*/ 193 h 193"/>
                <a:gd name="T8" fmla="*/ 0 w 193"/>
                <a:gd name="T9" fmla="*/ 175 h 193"/>
              </a:gdLst>
              <a:ahLst/>
              <a:cxnLst>
                <a:cxn ang="0">
                  <a:pos x="T0" y="T1"/>
                </a:cxn>
                <a:cxn ang="0">
                  <a:pos x="T2" y="T3"/>
                </a:cxn>
                <a:cxn ang="0">
                  <a:pos x="T4" y="T5"/>
                </a:cxn>
                <a:cxn ang="0">
                  <a:pos x="T6" y="T7"/>
                </a:cxn>
                <a:cxn ang="0">
                  <a:pos x="T8" y="T9"/>
                </a:cxn>
              </a:cxnLst>
              <a:rect l="0" t="0" r="r" b="b"/>
              <a:pathLst>
                <a:path w="193" h="193">
                  <a:moveTo>
                    <a:pt x="0" y="175"/>
                  </a:moveTo>
                  <a:lnTo>
                    <a:pt x="175" y="0"/>
                  </a:lnTo>
                  <a:lnTo>
                    <a:pt x="193" y="18"/>
                  </a:lnTo>
                  <a:lnTo>
                    <a:pt x="18" y="193"/>
                  </a:lnTo>
                  <a:lnTo>
                    <a:pt x="0" y="1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Rectangle 27">
              <a:extLst>
                <a:ext uri="{FF2B5EF4-FFF2-40B4-BE49-F238E27FC236}">
                  <a16:creationId xmlns:a16="http://schemas.microsoft.com/office/drawing/2014/main" id="{8DF0AAEB-1341-4548-A29D-7A9DC2A17F5A}"/>
                </a:ext>
              </a:extLst>
            </p:cNvPr>
            <p:cNvSpPr>
              <a:spLocks noChangeArrowheads="1"/>
            </p:cNvSpPr>
            <p:nvPr/>
          </p:nvSpPr>
          <p:spPr bwMode="auto">
            <a:xfrm>
              <a:off x="1147763" y="2482850"/>
              <a:ext cx="357188" cy="635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28">
              <a:extLst>
                <a:ext uri="{FF2B5EF4-FFF2-40B4-BE49-F238E27FC236}">
                  <a16:creationId xmlns:a16="http://schemas.microsoft.com/office/drawing/2014/main" id="{2CC3CCCD-AA24-440F-A0BE-897C9281D355}"/>
                </a:ext>
              </a:extLst>
            </p:cNvPr>
            <p:cNvSpPr>
              <a:spLocks/>
            </p:cNvSpPr>
            <p:nvPr/>
          </p:nvSpPr>
          <p:spPr bwMode="auto">
            <a:xfrm>
              <a:off x="1173163" y="2511425"/>
              <a:ext cx="306388" cy="304800"/>
            </a:xfrm>
            <a:custGeom>
              <a:avLst/>
              <a:gdLst>
                <a:gd name="T0" fmla="*/ 175 w 193"/>
                <a:gd name="T1" fmla="*/ 192 h 192"/>
                <a:gd name="T2" fmla="*/ 0 w 193"/>
                <a:gd name="T3" fmla="*/ 18 h 192"/>
                <a:gd name="T4" fmla="*/ 18 w 193"/>
                <a:gd name="T5" fmla="*/ 0 h 192"/>
                <a:gd name="T6" fmla="*/ 193 w 193"/>
                <a:gd name="T7" fmla="*/ 174 h 192"/>
                <a:gd name="T8" fmla="*/ 175 w 193"/>
                <a:gd name="T9" fmla="*/ 192 h 192"/>
              </a:gdLst>
              <a:ahLst/>
              <a:cxnLst>
                <a:cxn ang="0">
                  <a:pos x="T0" y="T1"/>
                </a:cxn>
                <a:cxn ang="0">
                  <a:pos x="T2" y="T3"/>
                </a:cxn>
                <a:cxn ang="0">
                  <a:pos x="T4" y="T5"/>
                </a:cxn>
                <a:cxn ang="0">
                  <a:pos x="T6" y="T7"/>
                </a:cxn>
                <a:cxn ang="0">
                  <a:pos x="T8" y="T9"/>
                </a:cxn>
              </a:cxnLst>
              <a:rect l="0" t="0" r="r" b="b"/>
              <a:pathLst>
                <a:path w="193" h="192">
                  <a:moveTo>
                    <a:pt x="175" y="192"/>
                  </a:moveTo>
                  <a:lnTo>
                    <a:pt x="0" y="18"/>
                  </a:lnTo>
                  <a:lnTo>
                    <a:pt x="18" y="0"/>
                  </a:lnTo>
                  <a:lnTo>
                    <a:pt x="193" y="174"/>
                  </a:lnTo>
                  <a:lnTo>
                    <a:pt x="175"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29">
              <a:extLst>
                <a:ext uri="{FF2B5EF4-FFF2-40B4-BE49-F238E27FC236}">
                  <a16:creationId xmlns:a16="http://schemas.microsoft.com/office/drawing/2014/main" id="{034501E6-BB13-484D-861F-D4CFA91A5D7D}"/>
                </a:ext>
              </a:extLst>
            </p:cNvPr>
            <p:cNvSpPr>
              <a:spLocks/>
            </p:cNvSpPr>
            <p:nvPr/>
          </p:nvSpPr>
          <p:spPr bwMode="auto">
            <a:xfrm>
              <a:off x="1173163" y="2511425"/>
              <a:ext cx="306388" cy="304800"/>
            </a:xfrm>
            <a:custGeom>
              <a:avLst/>
              <a:gdLst>
                <a:gd name="T0" fmla="*/ 0 w 193"/>
                <a:gd name="T1" fmla="*/ 174 h 192"/>
                <a:gd name="T2" fmla="*/ 175 w 193"/>
                <a:gd name="T3" fmla="*/ 0 h 192"/>
                <a:gd name="T4" fmla="*/ 193 w 193"/>
                <a:gd name="T5" fmla="*/ 18 h 192"/>
                <a:gd name="T6" fmla="*/ 18 w 193"/>
                <a:gd name="T7" fmla="*/ 192 h 192"/>
                <a:gd name="T8" fmla="*/ 0 w 193"/>
                <a:gd name="T9" fmla="*/ 174 h 192"/>
              </a:gdLst>
              <a:ahLst/>
              <a:cxnLst>
                <a:cxn ang="0">
                  <a:pos x="T0" y="T1"/>
                </a:cxn>
                <a:cxn ang="0">
                  <a:pos x="T2" y="T3"/>
                </a:cxn>
                <a:cxn ang="0">
                  <a:pos x="T4" y="T5"/>
                </a:cxn>
                <a:cxn ang="0">
                  <a:pos x="T6" y="T7"/>
                </a:cxn>
                <a:cxn ang="0">
                  <a:pos x="T8" y="T9"/>
                </a:cxn>
              </a:cxnLst>
              <a:rect l="0" t="0" r="r" b="b"/>
              <a:pathLst>
                <a:path w="193" h="192">
                  <a:moveTo>
                    <a:pt x="0" y="174"/>
                  </a:moveTo>
                  <a:lnTo>
                    <a:pt x="175" y="0"/>
                  </a:lnTo>
                  <a:lnTo>
                    <a:pt x="193" y="18"/>
                  </a:lnTo>
                  <a:lnTo>
                    <a:pt x="18" y="192"/>
                  </a:lnTo>
                  <a:lnTo>
                    <a:pt x="0"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Rectangle 30">
              <a:extLst>
                <a:ext uri="{FF2B5EF4-FFF2-40B4-BE49-F238E27FC236}">
                  <a16:creationId xmlns:a16="http://schemas.microsoft.com/office/drawing/2014/main" id="{0D67A953-9F89-4360-9C0B-AD7C57905AB1}"/>
                </a:ext>
              </a:extLst>
            </p:cNvPr>
            <p:cNvSpPr>
              <a:spLocks noChangeArrowheads="1"/>
            </p:cNvSpPr>
            <p:nvPr/>
          </p:nvSpPr>
          <p:spPr bwMode="auto">
            <a:xfrm>
              <a:off x="1147763" y="2774950"/>
              <a:ext cx="357188" cy="635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31">
              <a:extLst>
                <a:ext uri="{FF2B5EF4-FFF2-40B4-BE49-F238E27FC236}">
                  <a16:creationId xmlns:a16="http://schemas.microsoft.com/office/drawing/2014/main" id="{959C6397-6B14-4BF1-939F-1CEBB2C9267F}"/>
                </a:ext>
              </a:extLst>
            </p:cNvPr>
            <p:cNvSpPr>
              <a:spLocks/>
            </p:cNvSpPr>
            <p:nvPr/>
          </p:nvSpPr>
          <p:spPr bwMode="auto">
            <a:xfrm>
              <a:off x="1173163" y="2803525"/>
              <a:ext cx="306388" cy="306387"/>
            </a:xfrm>
            <a:custGeom>
              <a:avLst/>
              <a:gdLst>
                <a:gd name="T0" fmla="*/ 175 w 193"/>
                <a:gd name="T1" fmla="*/ 193 h 193"/>
                <a:gd name="T2" fmla="*/ 0 w 193"/>
                <a:gd name="T3" fmla="*/ 18 h 193"/>
                <a:gd name="T4" fmla="*/ 18 w 193"/>
                <a:gd name="T5" fmla="*/ 0 h 193"/>
                <a:gd name="T6" fmla="*/ 193 w 193"/>
                <a:gd name="T7" fmla="*/ 175 h 193"/>
                <a:gd name="T8" fmla="*/ 175 w 193"/>
                <a:gd name="T9" fmla="*/ 193 h 193"/>
              </a:gdLst>
              <a:ahLst/>
              <a:cxnLst>
                <a:cxn ang="0">
                  <a:pos x="T0" y="T1"/>
                </a:cxn>
                <a:cxn ang="0">
                  <a:pos x="T2" y="T3"/>
                </a:cxn>
                <a:cxn ang="0">
                  <a:pos x="T4" y="T5"/>
                </a:cxn>
                <a:cxn ang="0">
                  <a:pos x="T6" y="T7"/>
                </a:cxn>
                <a:cxn ang="0">
                  <a:pos x="T8" y="T9"/>
                </a:cxn>
              </a:cxnLst>
              <a:rect l="0" t="0" r="r" b="b"/>
              <a:pathLst>
                <a:path w="193" h="193">
                  <a:moveTo>
                    <a:pt x="175" y="193"/>
                  </a:moveTo>
                  <a:lnTo>
                    <a:pt x="0" y="18"/>
                  </a:lnTo>
                  <a:lnTo>
                    <a:pt x="18" y="0"/>
                  </a:lnTo>
                  <a:lnTo>
                    <a:pt x="193" y="175"/>
                  </a:lnTo>
                  <a:lnTo>
                    <a:pt x="175"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32">
              <a:extLst>
                <a:ext uri="{FF2B5EF4-FFF2-40B4-BE49-F238E27FC236}">
                  <a16:creationId xmlns:a16="http://schemas.microsoft.com/office/drawing/2014/main" id="{086DEA11-5A0F-41A0-9E58-93A548D404C8}"/>
                </a:ext>
              </a:extLst>
            </p:cNvPr>
            <p:cNvSpPr>
              <a:spLocks/>
            </p:cNvSpPr>
            <p:nvPr/>
          </p:nvSpPr>
          <p:spPr bwMode="auto">
            <a:xfrm>
              <a:off x="1173163" y="2803525"/>
              <a:ext cx="306388" cy="306387"/>
            </a:xfrm>
            <a:custGeom>
              <a:avLst/>
              <a:gdLst>
                <a:gd name="T0" fmla="*/ 0 w 193"/>
                <a:gd name="T1" fmla="*/ 175 h 193"/>
                <a:gd name="T2" fmla="*/ 175 w 193"/>
                <a:gd name="T3" fmla="*/ 0 h 193"/>
                <a:gd name="T4" fmla="*/ 193 w 193"/>
                <a:gd name="T5" fmla="*/ 18 h 193"/>
                <a:gd name="T6" fmla="*/ 18 w 193"/>
                <a:gd name="T7" fmla="*/ 193 h 193"/>
                <a:gd name="T8" fmla="*/ 0 w 193"/>
                <a:gd name="T9" fmla="*/ 175 h 193"/>
              </a:gdLst>
              <a:ahLst/>
              <a:cxnLst>
                <a:cxn ang="0">
                  <a:pos x="T0" y="T1"/>
                </a:cxn>
                <a:cxn ang="0">
                  <a:pos x="T2" y="T3"/>
                </a:cxn>
                <a:cxn ang="0">
                  <a:pos x="T4" y="T5"/>
                </a:cxn>
                <a:cxn ang="0">
                  <a:pos x="T6" y="T7"/>
                </a:cxn>
                <a:cxn ang="0">
                  <a:pos x="T8" y="T9"/>
                </a:cxn>
              </a:cxnLst>
              <a:rect l="0" t="0" r="r" b="b"/>
              <a:pathLst>
                <a:path w="193" h="193">
                  <a:moveTo>
                    <a:pt x="0" y="175"/>
                  </a:moveTo>
                  <a:lnTo>
                    <a:pt x="175" y="0"/>
                  </a:lnTo>
                  <a:lnTo>
                    <a:pt x="193" y="18"/>
                  </a:lnTo>
                  <a:lnTo>
                    <a:pt x="18" y="193"/>
                  </a:lnTo>
                  <a:lnTo>
                    <a:pt x="0" y="1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Rectangle 33">
              <a:extLst>
                <a:ext uri="{FF2B5EF4-FFF2-40B4-BE49-F238E27FC236}">
                  <a16:creationId xmlns:a16="http://schemas.microsoft.com/office/drawing/2014/main" id="{95EF28D8-427E-4E48-8227-A39E83E63756}"/>
                </a:ext>
              </a:extLst>
            </p:cNvPr>
            <p:cNvSpPr>
              <a:spLocks noChangeArrowheads="1"/>
            </p:cNvSpPr>
            <p:nvPr/>
          </p:nvSpPr>
          <p:spPr bwMode="auto">
            <a:xfrm>
              <a:off x="1179513" y="919163"/>
              <a:ext cx="44450" cy="9810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Rectangle 34">
              <a:extLst>
                <a:ext uri="{FF2B5EF4-FFF2-40B4-BE49-F238E27FC236}">
                  <a16:creationId xmlns:a16="http://schemas.microsoft.com/office/drawing/2014/main" id="{8AB2938F-B634-4E8A-B393-1E4DB0460B8D}"/>
                </a:ext>
              </a:extLst>
            </p:cNvPr>
            <p:cNvSpPr>
              <a:spLocks noChangeArrowheads="1"/>
            </p:cNvSpPr>
            <p:nvPr/>
          </p:nvSpPr>
          <p:spPr bwMode="auto">
            <a:xfrm>
              <a:off x="1412875" y="919163"/>
              <a:ext cx="53975" cy="9810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Rectangle 35">
              <a:extLst>
                <a:ext uri="{FF2B5EF4-FFF2-40B4-BE49-F238E27FC236}">
                  <a16:creationId xmlns:a16="http://schemas.microsoft.com/office/drawing/2014/main" id="{7AC677A7-BB8A-491C-A45F-A59C133CF522}"/>
                </a:ext>
              </a:extLst>
            </p:cNvPr>
            <p:cNvSpPr>
              <a:spLocks noChangeArrowheads="1"/>
            </p:cNvSpPr>
            <p:nvPr/>
          </p:nvSpPr>
          <p:spPr bwMode="auto">
            <a:xfrm>
              <a:off x="1179513" y="915988"/>
              <a:ext cx="2746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36">
              <a:extLst>
                <a:ext uri="{FF2B5EF4-FFF2-40B4-BE49-F238E27FC236}">
                  <a16:creationId xmlns:a16="http://schemas.microsoft.com/office/drawing/2014/main" id="{0BF19144-EB5A-46F2-A7B5-9BFF79F927E3}"/>
                </a:ext>
              </a:extLst>
            </p:cNvPr>
            <p:cNvSpPr>
              <a:spLocks/>
            </p:cNvSpPr>
            <p:nvPr/>
          </p:nvSpPr>
          <p:spPr bwMode="auto">
            <a:xfrm>
              <a:off x="1198563" y="938213"/>
              <a:ext cx="236538" cy="234950"/>
            </a:xfrm>
            <a:custGeom>
              <a:avLst/>
              <a:gdLst>
                <a:gd name="T0" fmla="*/ 135 w 149"/>
                <a:gd name="T1" fmla="*/ 148 h 148"/>
                <a:gd name="T2" fmla="*/ 0 w 149"/>
                <a:gd name="T3" fmla="*/ 14 h 148"/>
                <a:gd name="T4" fmla="*/ 14 w 149"/>
                <a:gd name="T5" fmla="*/ 0 h 148"/>
                <a:gd name="T6" fmla="*/ 149 w 149"/>
                <a:gd name="T7" fmla="*/ 134 h 148"/>
                <a:gd name="T8" fmla="*/ 135 w 149"/>
                <a:gd name="T9" fmla="*/ 148 h 148"/>
              </a:gdLst>
              <a:ahLst/>
              <a:cxnLst>
                <a:cxn ang="0">
                  <a:pos x="T0" y="T1"/>
                </a:cxn>
                <a:cxn ang="0">
                  <a:pos x="T2" y="T3"/>
                </a:cxn>
                <a:cxn ang="0">
                  <a:pos x="T4" y="T5"/>
                </a:cxn>
                <a:cxn ang="0">
                  <a:pos x="T6" y="T7"/>
                </a:cxn>
                <a:cxn ang="0">
                  <a:pos x="T8" y="T9"/>
                </a:cxn>
              </a:cxnLst>
              <a:rect l="0" t="0" r="r" b="b"/>
              <a:pathLst>
                <a:path w="149" h="148">
                  <a:moveTo>
                    <a:pt x="135" y="148"/>
                  </a:moveTo>
                  <a:lnTo>
                    <a:pt x="0" y="14"/>
                  </a:lnTo>
                  <a:lnTo>
                    <a:pt x="14" y="0"/>
                  </a:lnTo>
                  <a:lnTo>
                    <a:pt x="149" y="134"/>
                  </a:lnTo>
                  <a:lnTo>
                    <a:pt x="135" y="1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37">
              <a:extLst>
                <a:ext uri="{FF2B5EF4-FFF2-40B4-BE49-F238E27FC236}">
                  <a16:creationId xmlns:a16="http://schemas.microsoft.com/office/drawing/2014/main" id="{3DE460ED-F9F1-4390-B1B1-E1F0AAB4F677}"/>
                </a:ext>
              </a:extLst>
            </p:cNvPr>
            <p:cNvSpPr>
              <a:spLocks/>
            </p:cNvSpPr>
            <p:nvPr/>
          </p:nvSpPr>
          <p:spPr bwMode="auto">
            <a:xfrm>
              <a:off x="1198563" y="938213"/>
              <a:ext cx="236538" cy="234950"/>
            </a:xfrm>
            <a:custGeom>
              <a:avLst/>
              <a:gdLst>
                <a:gd name="T0" fmla="*/ 0 w 149"/>
                <a:gd name="T1" fmla="*/ 134 h 148"/>
                <a:gd name="T2" fmla="*/ 135 w 149"/>
                <a:gd name="T3" fmla="*/ 0 h 148"/>
                <a:gd name="T4" fmla="*/ 149 w 149"/>
                <a:gd name="T5" fmla="*/ 14 h 148"/>
                <a:gd name="T6" fmla="*/ 14 w 149"/>
                <a:gd name="T7" fmla="*/ 148 h 148"/>
                <a:gd name="T8" fmla="*/ 0 w 149"/>
                <a:gd name="T9" fmla="*/ 134 h 148"/>
              </a:gdLst>
              <a:ahLst/>
              <a:cxnLst>
                <a:cxn ang="0">
                  <a:pos x="T0" y="T1"/>
                </a:cxn>
                <a:cxn ang="0">
                  <a:pos x="T2" y="T3"/>
                </a:cxn>
                <a:cxn ang="0">
                  <a:pos x="T4" y="T5"/>
                </a:cxn>
                <a:cxn ang="0">
                  <a:pos x="T6" y="T7"/>
                </a:cxn>
                <a:cxn ang="0">
                  <a:pos x="T8" y="T9"/>
                </a:cxn>
              </a:cxnLst>
              <a:rect l="0" t="0" r="r" b="b"/>
              <a:pathLst>
                <a:path w="149" h="148">
                  <a:moveTo>
                    <a:pt x="0" y="134"/>
                  </a:moveTo>
                  <a:lnTo>
                    <a:pt x="135" y="0"/>
                  </a:lnTo>
                  <a:lnTo>
                    <a:pt x="149" y="14"/>
                  </a:lnTo>
                  <a:lnTo>
                    <a:pt x="14" y="148"/>
                  </a:lnTo>
                  <a:lnTo>
                    <a:pt x="0" y="1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Rectangle 38">
              <a:extLst>
                <a:ext uri="{FF2B5EF4-FFF2-40B4-BE49-F238E27FC236}">
                  <a16:creationId xmlns:a16="http://schemas.microsoft.com/office/drawing/2014/main" id="{A0875147-4462-4486-A8D9-B5FBD6147DCE}"/>
                </a:ext>
              </a:extLst>
            </p:cNvPr>
            <p:cNvSpPr>
              <a:spLocks noChangeArrowheads="1"/>
            </p:cNvSpPr>
            <p:nvPr/>
          </p:nvSpPr>
          <p:spPr bwMode="auto">
            <a:xfrm>
              <a:off x="1179513" y="1141413"/>
              <a:ext cx="2746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39">
              <a:extLst>
                <a:ext uri="{FF2B5EF4-FFF2-40B4-BE49-F238E27FC236}">
                  <a16:creationId xmlns:a16="http://schemas.microsoft.com/office/drawing/2014/main" id="{F9D2850E-CADF-4A4F-9B9D-93A82DE33BF6}"/>
                </a:ext>
              </a:extLst>
            </p:cNvPr>
            <p:cNvSpPr>
              <a:spLocks/>
            </p:cNvSpPr>
            <p:nvPr/>
          </p:nvSpPr>
          <p:spPr bwMode="auto">
            <a:xfrm>
              <a:off x="1198563" y="1160463"/>
              <a:ext cx="236538" cy="236537"/>
            </a:xfrm>
            <a:custGeom>
              <a:avLst/>
              <a:gdLst>
                <a:gd name="T0" fmla="*/ 135 w 149"/>
                <a:gd name="T1" fmla="*/ 149 h 149"/>
                <a:gd name="T2" fmla="*/ 0 w 149"/>
                <a:gd name="T3" fmla="*/ 14 h 149"/>
                <a:gd name="T4" fmla="*/ 14 w 149"/>
                <a:gd name="T5" fmla="*/ 0 h 149"/>
                <a:gd name="T6" fmla="*/ 149 w 149"/>
                <a:gd name="T7" fmla="*/ 135 h 149"/>
                <a:gd name="T8" fmla="*/ 135 w 149"/>
                <a:gd name="T9" fmla="*/ 149 h 149"/>
              </a:gdLst>
              <a:ahLst/>
              <a:cxnLst>
                <a:cxn ang="0">
                  <a:pos x="T0" y="T1"/>
                </a:cxn>
                <a:cxn ang="0">
                  <a:pos x="T2" y="T3"/>
                </a:cxn>
                <a:cxn ang="0">
                  <a:pos x="T4" y="T5"/>
                </a:cxn>
                <a:cxn ang="0">
                  <a:pos x="T6" y="T7"/>
                </a:cxn>
                <a:cxn ang="0">
                  <a:pos x="T8" y="T9"/>
                </a:cxn>
              </a:cxnLst>
              <a:rect l="0" t="0" r="r" b="b"/>
              <a:pathLst>
                <a:path w="149" h="149">
                  <a:moveTo>
                    <a:pt x="135" y="149"/>
                  </a:moveTo>
                  <a:lnTo>
                    <a:pt x="0" y="14"/>
                  </a:lnTo>
                  <a:lnTo>
                    <a:pt x="14" y="0"/>
                  </a:lnTo>
                  <a:lnTo>
                    <a:pt x="149" y="135"/>
                  </a:lnTo>
                  <a:lnTo>
                    <a:pt x="135" y="1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40">
              <a:extLst>
                <a:ext uri="{FF2B5EF4-FFF2-40B4-BE49-F238E27FC236}">
                  <a16:creationId xmlns:a16="http://schemas.microsoft.com/office/drawing/2014/main" id="{FEEF3CDA-2F3C-4EF7-A0D3-8A4AA9FD7275}"/>
                </a:ext>
              </a:extLst>
            </p:cNvPr>
            <p:cNvSpPr>
              <a:spLocks/>
            </p:cNvSpPr>
            <p:nvPr/>
          </p:nvSpPr>
          <p:spPr bwMode="auto">
            <a:xfrm>
              <a:off x="1198563" y="1160463"/>
              <a:ext cx="236538" cy="236537"/>
            </a:xfrm>
            <a:custGeom>
              <a:avLst/>
              <a:gdLst>
                <a:gd name="T0" fmla="*/ 0 w 149"/>
                <a:gd name="T1" fmla="*/ 135 h 149"/>
                <a:gd name="T2" fmla="*/ 135 w 149"/>
                <a:gd name="T3" fmla="*/ 0 h 149"/>
                <a:gd name="T4" fmla="*/ 149 w 149"/>
                <a:gd name="T5" fmla="*/ 14 h 149"/>
                <a:gd name="T6" fmla="*/ 14 w 149"/>
                <a:gd name="T7" fmla="*/ 149 h 149"/>
                <a:gd name="T8" fmla="*/ 0 w 149"/>
                <a:gd name="T9" fmla="*/ 135 h 149"/>
              </a:gdLst>
              <a:ahLst/>
              <a:cxnLst>
                <a:cxn ang="0">
                  <a:pos x="T0" y="T1"/>
                </a:cxn>
                <a:cxn ang="0">
                  <a:pos x="T2" y="T3"/>
                </a:cxn>
                <a:cxn ang="0">
                  <a:pos x="T4" y="T5"/>
                </a:cxn>
                <a:cxn ang="0">
                  <a:pos x="T6" y="T7"/>
                </a:cxn>
                <a:cxn ang="0">
                  <a:pos x="T8" y="T9"/>
                </a:cxn>
              </a:cxnLst>
              <a:rect l="0" t="0" r="r" b="b"/>
              <a:pathLst>
                <a:path w="149" h="149">
                  <a:moveTo>
                    <a:pt x="0" y="135"/>
                  </a:moveTo>
                  <a:lnTo>
                    <a:pt x="135" y="0"/>
                  </a:lnTo>
                  <a:lnTo>
                    <a:pt x="149" y="14"/>
                  </a:lnTo>
                  <a:lnTo>
                    <a:pt x="14" y="149"/>
                  </a:lnTo>
                  <a:lnTo>
                    <a:pt x="0" y="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Rectangle 41">
              <a:extLst>
                <a:ext uri="{FF2B5EF4-FFF2-40B4-BE49-F238E27FC236}">
                  <a16:creationId xmlns:a16="http://schemas.microsoft.com/office/drawing/2014/main" id="{3342AED6-93BC-4255-97D4-E231A10A42FC}"/>
                </a:ext>
              </a:extLst>
            </p:cNvPr>
            <p:cNvSpPr>
              <a:spLocks noChangeArrowheads="1"/>
            </p:cNvSpPr>
            <p:nvPr/>
          </p:nvSpPr>
          <p:spPr bwMode="auto">
            <a:xfrm>
              <a:off x="1179513" y="1365250"/>
              <a:ext cx="2746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42">
              <a:extLst>
                <a:ext uri="{FF2B5EF4-FFF2-40B4-BE49-F238E27FC236}">
                  <a16:creationId xmlns:a16="http://schemas.microsoft.com/office/drawing/2014/main" id="{5D5E12A5-7039-45EB-8E89-848972235FC5}"/>
                </a:ext>
              </a:extLst>
            </p:cNvPr>
            <p:cNvSpPr>
              <a:spLocks/>
            </p:cNvSpPr>
            <p:nvPr/>
          </p:nvSpPr>
          <p:spPr bwMode="auto">
            <a:xfrm>
              <a:off x="1198563" y="1387475"/>
              <a:ext cx="236538" cy="231775"/>
            </a:xfrm>
            <a:custGeom>
              <a:avLst/>
              <a:gdLst>
                <a:gd name="T0" fmla="*/ 135 w 149"/>
                <a:gd name="T1" fmla="*/ 146 h 146"/>
                <a:gd name="T2" fmla="*/ 0 w 149"/>
                <a:gd name="T3" fmla="*/ 12 h 146"/>
                <a:gd name="T4" fmla="*/ 14 w 149"/>
                <a:gd name="T5" fmla="*/ 0 h 146"/>
                <a:gd name="T6" fmla="*/ 149 w 149"/>
                <a:gd name="T7" fmla="*/ 134 h 146"/>
                <a:gd name="T8" fmla="*/ 135 w 149"/>
                <a:gd name="T9" fmla="*/ 146 h 146"/>
              </a:gdLst>
              <a:ahLst/>
              <a:cxnLst>
                <a:cxn ang="0">
                  <a:pos x="T0" y="T1"/>
                </a:cxn>
                <a:cxn ang="0">
                  <a:pos x="T2" y="T3"/>
                </a:cxn>
                <a:cxn ang="0">
                  <a:pos x="T4" y="T5"/>
                </a:cxn>
                <a:cxn ang="0">
                  <a:pos x="T6" y="T7"/>
                </a:cxn>
                <a:cxn ang="0">
                  <a:pos x="T8" y="T9"/>
                </a:cxn>
              </a:cxnLst>
              <a:rect l="0" t="0" r="r" b="b"/>
              <a:pathLst>
                <a:path w="149" h="146">
                  <a:moveTo>
                    <a:pt x="135" y="146"/>
                  </a:moveTo>
                  <a:lnTo>
                    <a:pt x="0" y="12"/>
                  </a:lnTo>
                  <a:lnTo>
                    <a:pt x="14" y="0"/>
                  </a:lnTo>
                  <a:lnTo>
                    <a:pt x="149" y="134"/>
                  </a:lnTo>
                  <a:lnTo>
                    <a:pt x="135" y="1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43">
              <a:extLst>
                <a:ext uri="{FF2B5EF4-FFF2-40B4-BE49-F238E27FC236}">
                  <a16:creationId xmlns:a16="http://schemas.microsoft.com/office/drawing/2014/main" id="{4E825686-FC6B-43A0-9C18-8B370A8DEC37}"/>
                </a:ext>
              </a:extLst>
            </p:cNvPr>
            <p:cNvSpPr>
              <a:spLocks/>
            </p:cNvSpPr>
            <p:nvPr/>
          </p:nvSpPr>
          <p:spPr bwMode="auto">
            <a:xfrm>
              <a:off x="1198563" y="1387475"/>
              <a:ext cx="236538" cy="231775"/>
            </a:xfrm>
            <a:custGeom>
              <a:avLst/>
              <a:gdLst>
                <a:gd name="T0" fmla="*/ 0 w 149"/>
                <a:gd name="T1" fmla="*/ 134 h 146"/>
                <a:gd name="T2" fmla="*/ 135 w 149"/>
                <a:gd name="T3" fmla="*/ 0 h 146"/>
                <a:gd name="T4" fmla="*/ 149 w 149"/>
                <a:gd name="T5" fmla="*/ 12 h 146"/>
                <a:gd name="T6" fmla="*/ 14 w 149"/>
                <a:gd name="T7" fmla="*/ 146 h 146"/>
                <a:gd name="T8" fmla="*/ 0 w 149"/>
                <a:gd name="T9" fmla="*/ 134 h 146"/>
              </a:gdLst>
              <a:ahLst/>
              <a:cxnLst>
                <a:cxn ang="0">
                  <a:pos x="T0" y="T1"/>
                </a:cxn>
                <a:cxn ang="0">
                  <a:pos x="T2" y="T3"/>
                </a:cxn>
                <a:cxn ang="0">
                  <a:pos x="T4" y="T5"/>
                </a:cxn>
                <a:cxn ang="0">
                  <a:pos x="T6" y="T7"/>
                </a:cxn>
                <a:cxn ang="0">
                  <a:pos x="T8" y="T9"/>
                </a:cxn>
              </a:cxnLst>
              <a:rect l="0" t="0" r="r" b="b"/>
              <a:pathLst>
                <a:path w="149" h="146">
                  <a:moveTo>
                    <a:pt x="0" y="134"/>
                  </a:moveTo>
                  <a:lnTo>
                    <a:pt x="135" y="0"/>
                  </a:lnTo>
                  <a:lnTo>
                    <a:pt x="149" y="12"/>
                  </a:lnTo>
                  <a:lnTo>
                    <a:pt x="14" y="146"/>
                  </a:lnTo>
                  <a:lnTo>
                    <a:pt x="0" y="1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Rectangle 44">
              <a:extLst>
                <a:ext uri="{FF2B5EF4-FFF2-40B4-BE49-F238E27FC236}">
                  <a16:creationId xmlns:a16="http://schemas.microsoft.com/office/drawing/2014/main" id="{571F6FA0-0ACD-47F0-A6EA-23366BFFB77F}"/>
                </a:ext>
              </a:extLst>
            </p:cNvPr>
            <p:cNvSpPr>
              <a:spLocks noChangeArrowheads="1"/>
            </p:cNvSpPr>
            <p:nvPr/>
          </p:nvSpPr>
          <p:spPr bwMode="auto">
            <a:xfrm>
              <a:off x="1179513" y="1590675"/>
              <a:ext cx="27463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45">
              <a:extLst>
                <a:ext uri="{FF2B5EF4-FFF2-40B4-BE49-F238E27FC236}">
                  <a16:creationId xmlns:a16="http://schemas.microsoft.com/office/drawing/2014/main" id="{3782179F-EDD5-45A3-AEBF-F5BC4E4E623A}"/>
                </a:ext>
              </a:extLst>
            </p:cNvPr>
            <p:cNvSpPr>
              <a:spLocks/>
            </p:cNvSpPr>
            <p:nvPr/>
          </p:nvSpPr>
          <p:spPr bwMode="auto">
            <a:xfrm>
              <a:off x="1198563" y="1609725"/>
              <a:ext cx="236538" cy="236537"/>
            </a:xfrm>
            <a:custGeom>
              <a:avLst/>
              <a:gdLst>
                <a:gd name="T0" fmla="*/ 135 w 149"/>
                <a:gd name="T1" fmla="*/ 149 h 149"/>
                <a:gd name="T2" fmla="*/ 0 w 149"/>
                <a:gd name="T3" fmla="*/ 14 h 149"/>
                <a:gd name="T4" fmla="*/ 14 w 149"/>
                <a:gd name="T5" fmla="*/ 0 h 149"/>
                <a:gd name="T6" fmla="*/ 149 w 149"/>
                <a:gd name="T7" fmla="*/ 135 h 149"/>
                <a:gd name="T8" fmla="*/ 135 w 149"/>
                <a:gd name="T9" fmla="*/ 149 h 149"/>
              </a:gdLst>
              <a:ahLst/>
              <a:cxnLst>
                <a:cxn ang="0">
                  <a:pos x="T0" y="T1"/>
                </a:cxn>
                <a:cxn ang="0">
                  <a:pos x="T2" y="T3"/>
                </a:cxn>
                <a:cxn ang="0">
                  <a:pos x="T4" y="T5"/>
                </a:cxn>
                <a:cxn ang="0">
                  <a:pos x="T6" y="T7"/>
                </a:cxn>
                <a:cxn ang="0">
                  <a:pos x="T8" y="T9"/>
                </a:cxn>
              </a:cxnLst>
              <a:rect l="0" t="0" r="r" b="b"/>
              <a:pathLst>
                <a:path w="149" h="149">
                  <a:moveTo>
                    <a:pt x="135" y="149"/>
                  </a:moveTo>
                  <a:lnTo>
                    <a:pt x="0" y="14"/>
                  </a:lnTo>
                  <a:lnTo>
                    <a:pt x="14" y="0"/>
                  </a:lnTo>
                  <a:lnTo>
                    <a:pt x="149" y="135"/>
                  </a:lnTo>
                  <a:lnTo>
                    <a:pt x="135" y="1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46">
              <a:extLst>
                <a:ext uri="{FF2B5EF4-FFF2-40B4-BE49-F238E27FC236}">
                  <a16:creationId xmlns:a16="http://schemas.microsoft.com/office/drawing/2014/main" id="{36C073D7-7EAF-488F-9E76-4B3037D0B66B}"/>
                </a:ext>
              </a:extLst>
            </p:cNvPr>
            <p:cNvSpPr>
              <a:spLocks/>
            </p:cNvSpPr>
            <p:nvPr/>
          </p:nvSpPr>
          <p:spPr bwMode="auto">
            <a:xfrm>
              <a:off x="1198563" y="1609725"/>
              <a:ext cx="236538" cy="236537"/>
            </a:xfrm>
            <a:custGeom>
              <a:avLst/>
              <a:gdLst>
                <a:gd name="T0" fmla="*/ 0 w 149"/>
                <a:gd name="T1" fmla="*/ 135 h 149"/>
                <a:gd name="T2" fmla="*/ 135 w 149"/>
                <a:gd name="T3" fmla="*/ 0 h 149"/>
                <a:gd name="T4" fmla="*/ 149 w 149"/>
                <a:gd name="T5" fmla="*/ 14 h 149"/>
                <a:gd name="T6" fmla="*/ 14 w 149"/>
                <a:gd name="T7" fmla="*/ 149 h 149"/>
                <a:gd name="T8" fmla="*/ 0 w 149"/>
                <a:gd name="T9" fmla="*/ 135 h 149"/>
              </a:gdLst>
              <a:ahLst/>
              <a:cxnLst>
                <a:cxn ang="0">
                  <a:pos x="T0" y="T1"/>
                </a:cxn>
                <a:cxn ang="0">
                  <a:pos x="T2" y="T3"/>
                </a:cxn>
                <a:cxn ang="0">
                  <a:pos x="T4" y="T5"/>
                </a:cxn>
                <a:cxn ang="0">
                  <a:pos x="T6" y="T7"/>
                </a:cxn>
                <a:cxn ang="0">
                  <a:pos x="T8" y="T9"/>
                </a:cxn>
              </a:cxnLst>
              <a:rect l="0" t="0" r="r" b="b"/>
              <a:pathLst>
                <a:path w="149" h="149">
                  <a:moveTo>
                    <a:pt x="0" y="135"/>
                  </a:moveTo>
                  <a:lnTo>
                    <a:pt x="135" y="0"/>
                  </a:lnTo>
                  <a:lnTo>
                    <a:pt x="149" y="14"/>
                  </a:lnTo>
                  <a:lnTo>
                    <a:pt x="14" y="149"/>
                  </a:lnTo>
                  <a:lnTo>
                    <a:pt x="0" y="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Rectangle 47">
              <a:extLst>
                <a:ext uri="{FF2B5EF4-FFF2-40B4-BE49-F238E27FC236}">
                  <a16:creationId xmlns:a16="http://schemas.microsoft.com/office/drawing/2014/main" id="{CEC5BC9B-46ED-4261-A6E9-E4203D254E07}"/>
                </a:ext>
              </a:extLst>
            </p:cNvPr>
            <p:cNvSpPr>
              <a:spLocks noChangeArrowheads="1"/>
            </p:cNvSpPr>
            <p:nvPr/>
          </p:nvSpPr>
          <p:spPr bwMode="auto">
            <a:xfrm>
              <a:off x="1182688" y="217488"/>
              <a:ext cx="44450" cy="7461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Rectangle 48">
              <a:extLst>
                <a:ext uri="{FF2B5EF4-FFF2-40B4-BE49-F238E27FC236}">
                  <a16:creationId xmlns:a16="http://schemas.microsoft.com/office/drawing/2014/main" id="{3475CBE3-E77C-485B-8A25-FF8E3B7D953A}"/>
                </a:ext>
              </a:extLst>
            </p:cNvPr>
            <p:cNvSpPr>
              <a:spLocks noChangeArrowheads="1"/>
            </p:cNvSpPr>
            <p:nvPr/>
          </p:nvSpPr>
          <p:spPr bwMode="auto">
            <a:xfrm>
              <a:off x="1416050" y="217488"/>
              <a:ext cx="53975" cy="7461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49">
              <a:extLst>
                <a:ext uri="{FF2B5EF4-FFF2-40B4-BE49-F238E27FC236}">
                  <a16:creationId xmlns:a16="http://schemas.microsoft.com/office/drawing/2014/main" id="{8C3A17A5-6EF4-473C-863E-6500240DC91E}"/>
                </a:ext>
              </a:extLst>
            </p:cNvPr>
            <p:cNvSpPr>
              <a:spLocks/>
            </p:cNvSpPr>
            <p:nvPr/>
          </p:nvSpPr>
          <p:spPr bwMode="auto">
            <a:xfrm>
              <a:off x="1182688" y="65088"/>
              <a:ext cx="287338" cy="188912"/>
            </a:xfrm>
            <a:custGeom>
              <a:avLst/>
              <a:gdLst>
                <a:gd name="T0" fmla="*/ 181 w 181"/>
                <a:gd name="T1" fmla="*/ 119 h 119"/>
                <a:gd name="T2" fmla="*/ 0 w 181"/>
                <a:gd name="T3" fmla="*/ 119 h 119"/>
                <a:gd name="T4" fmla="*/ 0 w 181"/>
                <a:gd name="T5" fmla="*/ 80 h 119"/>
                <a:gd name="T6" fmla="*/ 86 w 181"/>
                <a:gd name="T7" fmla="*/ 0 h 119"/>
                <a:gd name="T8" fmla="*/ 181 w 181"/>
                <a:gd name="T9" fmla="*/ 26 h 119"/>
                <a:gd name="T10" fmla="*/ 181 w 181"/>
                <a:gd name="T11" fmla="*/ 119 h 119"/>
              </a:gdLst>
              <a:ahLst/>
              <a:cxnLst>
                <a:cxn ang="0">
                  <a:pos x="T0" y="T1"/>
                </a:cxn>
                <a:cxn ang="0">
                  <a:pos x="T2" y="T3"/>
                </a:cxn>
                <a:cxn ang="0">
                  <a:pos x="T4" y="T5"/>
                </a:cxn>
                <a:cxn ang="0">
                  <a:pos x="T6" y="T7"/>
                </a:cxn>
                <a:cxn ang="0">
                  <a:pos x="T8" y="T9"/>
                </a:cxn>
                <a:cxn ang="0">
                  <a:pos x="T10" y="T11"/>
                </a:cxn>
              </a:cxnLst>
              <a:rect l="0" t="0" r="r" b="b"/>
              <a:pathLst>
                <a:path w="181" h="119">
                  <a:moveTo>
                    <a:pt x="181" y="119"/>
                  </a:moveTo>
                  <a:lnTo>
                    <a:pt x="0" y="119"/>
                  </a:lnTo>
                  <a:lnTo>
                    <a:pt x="0" y="80"/>
                  </a:lnTo>
                  <a:lnTo>
                    <a:pt x="86" y="0"/>
                  </a:lnTo>
                  <a:lnTo>
                    <a:pt x="181" y="26"/>
                  </a:lnTo>
                  <a:lnTo>
                    <a:pt x="181" y="1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50">
              <a:extLst>
                <a:ext uri="{FF2B5EF4-FFF2-40B4-BE49-F238E27FC236}">
                  <a16:creationId xmlns:a16="http://schemas.microsoft.com/office/drawing/2014/main" id="{0063378E-9B99-4EA3-ACB8-B2242D59D609}"/>
                </a:ext>
              </a:extLst>
            </p:cNvPr>
            <p:cNvSpPr>
              <a:spLocks/>
            </p:cNvSpPr>
            <p:nvPr/>
          </p:nvSpPr>
          <p:spPr bwMode="auto">
            <a:xfrm>
              <a:off x="1201738" y="227013"/>
              <a:ext cx="236538" cy="236537"/>
            </a:xfrm>
            <a:custGeom>
              <a:avLst/>
              <a:gdLst>
                <a:gd name="T0" fmla="*/ 135 w 149"/>
                <a:gd name="T1" fmla="*/ 149 h 149"/>
                <a:gd name="T2" fmla="*/ 0 w 149"/>
                <a:gd name="T3" fmla="*/ 15 h 149"/>
                <a:gd name="T4" fmla="*/ 14 w 149"/>
                <a:gd name="T5" fmla="*/ 0 h 149"/>
                <a:gd name="T6" fmla="*/ 149 w 149"/>
                <a:gd name="T7" fmla="*/ 135 h 149"/>
                <a:gd name="T8" fmla="*/ 135 w 149"/>
                <a:gd name="T9" fmla="*/ 149 h 149"/>
              </a:gdLst>
              <a:ahLst/>
              <a:cxnLst>
                <a:cxn ang="0">
                  <a:pos x="T0" y="T1"/>
                </a:cxn>
                <a:cxn ang="0">
                  <a:pos x="T2" y="T3"/>
                </a:cxn>
                <a:cxn ang="0">
                  <a:pos x="T4" y="T5"/>
                </a:cxn>
                <a:cxn ang="0">
                  <a:pos x="T6" y="T7"/>
                </a:cxn>
                <a:cxn ang="0">
                  <a:pos x="T8" y="T9"/>
                </a:cxn>
              </a:cxnLst>
              <a:rect l="0" t="0" r="r" b="b"/>
              <a:pathLst>
                <a:path w="149" h="149">
                  <a:moveTo>
                    <a:pt x="135" y="149"/>
                  </a:moveTo>
                  <a:lnTo>
                    <a:pt x="0" y="15"/>
                  </a:lnTo>
                  <a:lnTo>
                    <a:pt x="14" y="0"/>
                  </a:lnTo>
                  <a:lnTo>
                    <a:pt x="149" y="135"/>
                  </a:lnTo>
                  <a:lnTo>
                    <a:pt x="135" y="1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51">
              <a:extLst>
                <a:ext uri="{FF2B5EF4-FFF2-40B4-BE49-F238E27FC236}">
                  <a16:creationId xmlns:a16="http://schemas.microsoft.com/office/drawing/2014/main" id="{264A3ADE-6E13-4D56-BB2D-CA6A43E4E3C6}"/>
                </a:ext>
              </a:extLst>
            </p:cNvPr>
            <p:cNvSpPr>
              <a:spLocks/>
            </p:cNvSpPr>
            <p:nvPr/>
          </p:nvSpPr>
          <p:spPr bwMode="auto">
            <a:xfrm>
              <a:off x="1201738" y="227013"/>
              <a:ext cx="236538" cy="236537"/>
            </a:xfrm>
            <a:custGeom>
              <a:avLst/>
              <a:gdLst>
                <a:gd name="T0" fmla="*/ 0 w 149"/>
                <a:gd name="T1" fmla="*/ 135 h 149"/>
                <a:gd name="T2" fmla="*/ 135 w 149"/>
                <a:gd name="T3" fmla="*/ 0 h 149"/>
                <a:gd name="T4" fmla="*/ 149 w 149"/>
                <a:gd name="T5" fmla="*/ 15 h 149"/>
                <a:gd name="T6" fmla="*/ 14 w 149"/>
                <a:gd name="T7" fmla="*/ 149 h 149"/>
                <a:gd name="T8" fmla="*/ 0 w 149"/>
                <a:gd name="T9" fmla="*/ 135 h 149"/>
              </a:gdLst>
              <a:ahLst/>
              <a:cxnLst>
                <a:cxn ang="0">
                  <a:pos x="T0" y="T1"/>
                </a:cxn>
                <a:cxn ang="0">
                  <a:pos x="T2" y="T3"/>
                </a:cxn>
                <a:cxn ang="0">
                  <a:pos x="T4" y="T5"/>
                </a:cxn>
                <a:cxn ang="0">
                  <a:pos x="T6" y="T7"/>
                </a:cxn>
                <a:cxn ang="0">
                  <a:pos x="T8" y="T9"/>
                </a:cxn>
              </a:cxnLst>
              <a:rect l="0" t="0" r="r" b="b"/>
              <a:pathLst>
                <a:path w="149" h="149">
                  <a:moveTo>
                    <a:pt x="0" y="135"/>
                  </a:moveTo>
                  <a:lnTo>
                    <a:pt x="135" y="0"/>
                  </a:lnTo>
                  <a:lnTo>
                    <a:pt x="149" y="15"/>
                  </a:lnTo>
                  <a:lnTo>
                    <a:pt x="14" y="149"/>
                  </a:lnTo>
                  <a:lnTo>
                    <a:pt x="0" y="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Rectangle 52">
              <a:extLst>
                <a:ext uri="{FF2B5EF4-FFF2-40B4-BE49-F238E27FC236}">
                  <a16:creationId xmlns:a16="http://schemas.microsoft.com/office/drawing/2014/main" id="{DF6F7D2C-77EC-4870-9A63-A758BD09FFA7}"/>
                </a:ext>
              </a:extLst>
            </p:cNvPr>
            <p:cNvSpPr>
              <a:spLocks noChangeArrowheads="1"/>
            </p:cNvSpPr>
            <p:nvPr/>
          </p:nvSpPr>
          <p:spPr bwMode="auto">
            <a:xfrm>
              <a:off x="1182688" y="431800"/>
              <a:ext cx="2746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53">
              <a:extLst>
                <a:ext uri="{FF2B5EF4-FFF2-40B4-BE49-F238E27FC236}">
                  <a16:creationId xmlns:a16="http://schemas.microsoft.com/office/drawing/2014/main" id="{20DB3045-3E2E-4C75-ACDE-E0F938FF3CF1}"/>
                </a:ext>
              </a:extLst>
            </p:cNvPr>
            <p:cNvSpPr>
              <a:spLocks/>
            </p:cNvSpPr>
            <p:nvPr/>
          </p:nvSpPr>
          <p:spPr bwMode="auto">
            <a:xfrm>
              <a:off x="1201738" y="450850"/>
              <a:ext cx="236538" cy="234950"/>
            </a:xfrm>
            <a:custGeom>
              <a:avLst/>
              <a:gdLst>
                <a:gd name="T0" fmla="*/ 135 w 149"/>
                <a:gd name="T1" fmla="*/ 148 h 148"/>
                <a:gd name="T2" fmla="*/ 0 w 149"/>
                <a:gd name="T3" fmla="*/ 14 h 148"/>
                <a:gd name="T4" fmla="*/ 14 w 149"/>
                <a:gd name="T5" fmla="*/ 0 h 148"/>
                <a:gd name="T6" fmla="*/ 149 w 149"/>
                <a:gd name="T7" fmla="*/ 134 h 148"/>
                <a:gd name="T8" fmla="*/ 135 w 149"/>
                <a:gd name="T9" fmla="*/ 148 h 148"/>
              </a:gdLst>
              <a:ahLst/>
              <a:cxnLst>
                <a:cxn ang="0">
                  <a:pos x="T0" y="T1"/>
                </a:cxn>
                <a:cxn ang="0">
                  <a:pos x="T2" y="T3"/>
                </a:cxn>
                <a:cxn ang="0">
                  <a:pos x="T4" y="T5"/>
                </a:cxn>
                <a:cxn ang="0">
                  <a:pos x="T6" y="T7"/>
                </a:cxn>
                <a:cxn ang="0">
                  <a:pos x="T8" y="T9"/>
                </a:cxn>
              </a:cxnLst>
              <a:rect l="0" t="0" r="r" b="b"/>
              <a:pathLst>
                <a:path w="149" h="148">
                  <a:moveTo>
                    <a:pt x="135" y="148"/>
                  </a:moveTo>
                  <a:lnTo>
                    <a:pt x="0" y="14"/>
                  </a:lnTo>
                  <a:lnTo>
                    <a:pt x="14" y="0"/>
                  </a:lnTo>
                  <a:lnTo>
                    <a:pt x="149" y="134"/>
                  </a:lnTo>
                  <a:lnTo>
                    <a:pt x="135" y="1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54">
              <a:extLst>
                <a:ext uri="{FF2B5EF4-FFF2-40B4-BE49-F238E27FC236}">
                  <a16:creationId xmlns:a16="http://schemas.microsoft.com/office/drawing/2014/main" id="{B9EFB335-10CA-4102-8059-BD9F952E0AA6}"/>
                </a:ext>
              </a:extLst>
            </p:cNvPr>
            <p:cNvSpPr>
              <a:spLocks/>
            </p:cNvSpPr>
            <p:nvPr/>
          </p:nvSpPr>
          <p:spPr bwMode="auto">
            <a:xfrm>
              <a:off x="1201738" y="450850"/>
              <a:ext cx="236538" cy="234950"/>
            </a:xfrm>
            <a:custGeom>
              <a:avLst/>
              <a:gdLst>
                <a:gd name="T0" fmla="*/ 0 w 149"/>
                <a:gd name="T1" fmla="*/ 134 h 148"/>
                <a:gd name="T2" fmla="*/ 135 w 149"/>
                <a:gd name="T3" fmla="*/ 0 h 148"/>
                <a:gd name="T4" fmla="*/ 149 w 149"/>
                <a:gd name="T5" fmla="*/ 14 h 148"/>
                <a:gd name="T6" fmla="*/ 14 w 149"/>
                <a:gd name="T7" fmla="*/ 148 h 148"/>
                <a:gd name="T8" fmla="*/ 0 w 149"/>
                <a:gd name="T9" fmla="*/ 134 h 148"/>
              </a:gdLst>
              <a:ahLst/>
              <a:cxnLst>
                <a:cxn ang="0">
                  <a:pos x="T0" y="T1"/>
                </a:cxn>
                <a:cxn ang="0">
                  <a:pos x="T2" y="T3"/>
                </a:cxn>
                <a:cxn ang="0">
                  <a:pos x="T4" y="T5"/>
                </a:cxn>
                <a:cxn ang="0">
                  <a:pos x="T6" y="T7"/>
                </a:cxn>
                <a:cxn ang="0">
                  <a:pos x="T8" y="T9"/>
                </a:cxn>
              </a:cxnLst>
              <a:rect l="0" t="0" r="r" b="b"/>
              <a:pathLst>
                <a:path w="149" h="148">
                  <a:moveTo>
                    <a:pt x="0" y="134"/>
                  </a:moveTo>
                  <a:lnTo>
                    <a:pt x="135" y="0"/>
                  </a:lnTo>
                  <a:lnTo>
                    <a:pt x="149" y="14"/>
                  </a:lnTo>
                  <a:lnTo>
                    <a:pt x="14" y="148"/>
                  </a:lnTo>
                  <a:lnTo>
                    <a:pt x="0" y="1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Rectangle 55">
              <a:extLst>
                <a:ext uri="{FF2B5EF4-FFF2-40B4-BE49-F238E27FC236}">
                  <a16:creationId xmlns:a16="http://schemas.microsoft.com/office/drawing/2014/main" id="{0F3D9485-861F-4A13-84FC-B39976B478AF}"/>
                </a:ext>
              </a:extLst>
            </p:cNvPr>
            <p:cNvSpPr>
              <a:spLocks noChangeArrowheads="1"/>
            </p:cNvSpPr>
            <p:nvPr/>
          </p:nvSpPr>
          <p:spPr bwMode="auto">
            <a:xfrm>
              <a:off x="1182688" y="654050"/>
              <a:ext cx="2746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56">
              <a:extLst>
                <a:ext uri="{FF2B5EF4-FFF2-40B4-BE49-F238E27FC236}">
                  <a16:creationId xmlns:a16="http://schemas.microsoft.com/office/drawing/2014/main" id="{530011E5-173C-43DE-8839-B1A6E99F97CA}"/>
                </a:ext>
              </a:extLst>
            </p:cNvPr>
            <p:cNvSpPr>
              <a:spLocks/>
            </p:cNvSpPr>
            <p:nvPr/>
          </p:nvSpPr>
          <p:spPr bwMode="auto">
            <a:xfrm>
              <a:off x="1201738" y="676275"/>
              <a:ext cx="236538" cy="233362"/>
            </a:xfrm>
            <a:custGeom>
              <a:avLst/>
              <a:gdLst>
                <a:gd name="T0" fmla="*/ 135 w 149"/>
                <a:gd name="T1" fmla="*/ 147 h 147"/>
                <a:gd name="T2" fmla="*/ 0 w 149"/>
                <a:gd name="T3" fmla="*/ 12 h 147"/>
                <a:gd name="T4" fmla="*/ 14 w 149"/>
                <a:gd name="T5" fmla="*/ 0 h 147"/>
                <a:gd name="T6" fmla="*/ 149 w 149"/>
                <a:gd name="T7" fmla="*/ 135 h 147"/>
                <a:gd name="T8" fmla="*/ 135 w 149"/>
                <a:gd name="T9" fmla="*/ 147 h 147"/>
              </a:gdLst>
              <a:ahLst/>
              <a:cxnLst>
                <a:cxn ang="0">
                  <a:pos x="T0" y="T1"/>
                </a:cxn>
                <a:cxn ang="0">
                  <a:pos x="T2" y="T3"/>
                </a:cxn>
                <a:cxn ang="0">
                  <a:pos x="T4" y="T5"/>
                </a:cxn>
                <a:cxn ang="0">
                  <a:pos x="T6" y="T7"/>
                </a:cxn>
                <a:cxn ang="0">
                  <a:pos x="T8" y="T9"/>
                </a:cxn>
              </a:cxnLst>
              <a:rect l="0" t="0" r="r" b="b"/>
              <a:pathLst>
                <a:path w="149" h="147">
                  <a:moveTo>
                    <a:pt x="135" y="147"/>
                  </a:moveTo>
                  <a:lnTo>
                    <a:pt x="0" y="12"/>
                  </a:lnTo>
                  <a:lnTo>
                    <a:pt x="14" y="0"/>
                  </a:lnTo>
                  <a:lnTo>
                    <a:pt x="149" y="135"/>
                  </a:lnTo>
                  <a:lnTo>
                    <a:pt x="135" y="1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57">
              <a:extLst>
                <a:ext uri="{FF2B5EF4-FFF2-40B4-BE49-F238E27FC236}">
                  <a16:creationId xmlns:a16="http://schemas.microsoft.com/office/drawing/2014/main" id="{38A46E3E-5647-4CC0-AD60-1BB3273743D9}"/>
                </a:ext>
              </a:extLst>
            </p:cNvPr>
            <p:cNvSpPr>
              <a:spLocks/>
            </p:cNvSpPr>
            <p:nvPr/>
          </p:nvSpPr>
          <p:spPr bwMode="auto">
            <a:xfrm>
              <a:off x="1201738" y="676275"/>
              <a:ext cx="236538" cy="233362"/>
            </a:xfrm>
            <a:custGeom>
              <a:avLst/>
              <a:gdLst>
                <a:gd name="T0" fmla="*/ 0 w 149"/>
                <a:gd name="T1" fmla="*/ 135 h 147"/>
                <a:gd name="T2" fmla="*/ 135 w 149"/>
                <a:gd name="T3" fmla="*/ 0 h 147"/>
                <a:gd name="T4" fmla="*/ 149 w 149"/>
                <a:gd name="T5" fmla="*/ 12 h 147"/>
                <a:gd name="T6" fmla="*/ 14 w 149"/>
                <a:gd name="T7" fmla="*/ 147 h 147"/>
                <a:gd name="T8" fmla="*/ 0 w 149"/>
                <a:gd name="T9" fmla="*/ 135 h 147"/>
              </a:gdLst>
              <a:ahLst/>
              <a:cxnLst>
                <a:cxn ang="0">
                  <a:pos x="T0" y="T1"/>
                </a:cxn>
                <a:cxn ang="0">
                  <a:pos x="T2" y="T3"/>
                </a:cxn>
                <a:cxn ang="0">
                  <a:pos x="T4" y="T5"/>
                </a:cxn>
                <a:cxn ang="0">
                  <a:pos x="T6" y="T7"/>
                </a:cxn>
                <a:cxn ang="0">
                  <a:pos x="T8" y="T9"/>
                </a:cxn>
              </a:cxnLst>
              <a:rect l="0" t="0" r="r" b="b"/>
              <a:pathLst>
                <a:path w="149" h="147">
                  <a:moveTo>
                    <a:pt x="0" y="135"/>
                  </a:moveTo>
                  <a:lnTo>
                    <a:pt x="135" y="0"/>
                  </a:lnTo>
                  <a:lnTo>
                    <a:pt x="149" y="12"/>
                  </a:lnTo>
                  <a:lnTo>
                    <a:pt x="14" y="147"/>
                  </a:lnTo>
                  <a:lnTo>
                    <a:pt x="0" y="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Rectangle 58">
              <a:extLst>
                <a:ext uri="{FF2B5EF4-FFF2-40B4-BE49-F238E27FC236}">
                  <a16:creationId xmlns:a16="http://schemas.microsoft.com/office/drawing/2014/main" id="{9528AC6C-7139-48C1-AB49-EC660854FD3D}"/>
                </a:ext>
              </a:extLst>
            </p:cNvPr>
            <p:cNvSpPr>
              <a:spLocks noChangeArrowheads="1"/>
            </p:cNvSpPr>
            <p:nvPr/>
          </p:nvSpPr>
          <p:spPr bwMode="auto">
            <a:xfrm>
              <a:off x="398463" y="755650"/>
              <a:ext cx="825500" cy="396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Rectangle 59">
              <a:extLst>
                <a:ext uri="{FF2B5EF4-FFF2-40B4-BE49-F238E27FC236}">
                  <a16:creationId xmlns:a16="http://schemas.microsoft.com/office/drawing/2014/main" id="{A94F4C58-E881-472F-830C-BCC5166579CC}"/>
                </a:ext>
              </a:extLst>
            </p:cNvPr>
            <p:cNvSpPr>
              <a:spLocks noChangeArrowheads="1"/>
            </p:cNvSpPr>
            <p:nvPr/>
          </p:nvSpPr>
          <p:spPr bwMode="auto">
            <a:xfrm>
              <a:off x="398463" y="950913"/>
              <a:ext cx="825500"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Rectangle 60">
              <a:extLst>
                <a:ext uri="{FF2B5EF4-FFF2-40B4-BE49-F238E27FC236}">
                  <a16:creationId xmlns:a16="http://schemas.microsoft.com/office/drawing/2014/main" id="{7DA10DC5-CC43-4070-9024-F49F7E85B6EF}"/>
                </a:ext>
              </a:extLst>
            </p:cNvPr>
            <p:cNvSpPr>
              <a:spLocks noChangeArrowheads="1"/>
            </p:cNvSpPr>
            <p:nvPr/>
          </p:nvSpPr>
          <p:spPr bwMode="auto">
            <a:xfrm>
              <a:off x="1185863" y="755650"/>
              <a:ext cx="38100" cy="230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61">
              <a:extLst>
                <a:ext uri="{FF2B5EF4-FFF2-40B4-BE49-F238E27FC236}">
                  <a16:creationId xmlns:a16="http://schemas.microsoft.com/office/drawing/2014/main" id="{D8CD0BFC-6C12-40AE-B5C7-492CB2A52FE2}"/>
                </a:ext>
              </a:extLst>
            </p:cNvPr>
            <p:cNvSpPr>
              <a:spLocks/>
            </p:cNvSpPr>
            <p:nvPr/>
          </p:nvSpPr>
          <p:spPr bwMode="auto">
            <a:xfrm>
              <a:off x="1009650" y="773113"/>
              <a:ext cx="198438" cy="196850"/>
            </a:xfrm>
            <a:custGeom>
              <a:avLst/>
              <a:gdLst>
                <a:gd name="T0" fmla="*/ 0 w 125"/>
                <a:gd name="T1" fmla="*/ 112 h 124"/>
                <a:gd name="T2" fmla="*/ 113 w 125"/>
                <a:gd name="T3" fmla="*/ 0 h 124"/>
                <a:gd name="T4" fmla="*/ 125 w 125"/>
                <a:gd name="T5" fmla="*/ 12 h 124"/>
                <a:gd name="T6" fmla="*/ 11 w 125"/>
                <a:gd name="T7" fmla="*/ 124 h 124"/>
                <a:gd name="T8" fmla="*/ 0 w 125"/>
                <a:gd name="T9" fmla="*/ 112 h 124"/>
              </a:gdLst>
              <a:ahLst/>
              <a:cxnLst>
                <a:cxn ang="0">
                  <a:pos x="T0" y="T1"/>
                </a:cxn>
                <a:cxn ang="0">
                  <a:pos x="T2" y="T3"/>
                </a:cxn>
                <a:cxn ang="0">
                  <a:pos x="T4" y="T5"/>
                </a:cxn>
                <a:cxn ang="0">
                  <a:pos x="T6" y="T7"/>
                </a:cxn>
                <a:cxn ang="0">
                  <a:pos x="T8" y="T9"/>
                </a:cxn>
              </a:cxnLst>
              <a:rect l="0" t="0" r="r" b="b"/>
              <a:pathLst>
                <a:path w="125" h="124">
                  <a:moveTo>
                    <a:pt x="0" y="112"/>
                  </a:moveTo>
                  <a:lnTo>
                    <a:pt x="113" y="0"/>
                  </a:lnTo>
                  <a:lnTo>
                    <a:pt x="125" y="12"/>
                  </a:lnTo>
                  <a:lnTo>
                    <a:pt x="11" y="124"/>
                  </a:lnTo>
                  <a:lnTo>
                    <a:pt x="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62">
              <a:extLst>
                <a:ext uri="{FF2B5EF4-FFF2-40B4-BE49-F238E27FC236}">
                  <a16:creationId xmlns:a16="http://schemas.microsoft.com/office/drawing/2014/main" id="{2CC1BB5F-BB0B-41AB-BB77-D7ECAD374562}"/>
                </a:ext>
              </a:extLst>
            </p:cNvPr>
            <p:cNvSpPr>
              <a:spLocks/>
            </p:cNvSpPr>
            <p:nvPr/>
          </p:nvSpPr>
          <p:spPr bwMode="auto">
            <a:xfrm>
              <a:off x="1009650" y="773113"/>
              <a:ext cx="198438" cy="196850"/>
            </a:xfrm>
            <a:custGeom>
              <a:avLst/>
              <a:gdLst>
                <a:gd name="T0" fmla="*/ 11 w 125"/>
                <a:gd name="T1" fmla="*/ 0 h 124"/>
                <a:gd name="T2" fmla="*/ 125 w 125"/>
                <a:gd name="T3" fmla="*/ 112 h 124"/>
                <a:gd name="T4" fmla="*/ 113 w 125"/>
                <a:gd name="T5" fmla="*/ 124 h 124"/>
                <a:gd name="T6" fmla="*/ 0 w 125"/>
                <a:gd name="T7" fmla="*/ 12 h 124"/>
                <a:gd name="T8" fmla="*/ 11 w 125"/>
                <a:gd name="T9" fmla="*/ 0 h 124"/>
              </a:gdLst>
              <a:ahLst/>
              <a:cxnLst>
                <a:cxn ang="0">
                  <a:pos x="T0" y="T1"/>
                </a:cxn>
                <a:cxn ang="0">
                  <a:pos x="T2" y="T3"/>
                </a:cxn>
                <a:cxn ang="0">
                  <a:pos x="T4" y="T5"/>
                </a:cxn>
                <a:cxn ang="0">
                  <a:pos x="T6" y="T7"/>
                </a:cxn>
                <a:cxn ang="0">
                  <a:pos x="T8" y="T9"/>
                </a:cxn>
              </a:cxnLst>
              <a:rect l="0" t="0" r="r" b="b"/>
              <a:pathLst>
                <a:path w="125" h="124">
                  <a:moveTo>
                    <a:pt x="11" y="0"/>
                  </a:moveTo>
                  <a:lnTo>
                    <a:pt x="125" y="112"/>
                  </a:lnTo>
                  <a:lnTo>
                    <a:pt x="113" y="124"/>
                  </a:lnTo>
                  <a:lnTo>
                    <a:pt x="0" y="12"/>
                  </a:lnTo>
                  <a:lnTo>
                    <a:pt x="1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Rectangle 63">
              <a:extLst>
                <a:ext uri="{FF2B5EF4-FFF2-40B4-BE49-F238E27FC236}">
                  <a16:creationId xmlns:a16="http://schemas.microsoft.com/office/drawing/2014/main" id="{8B044195-3D8A-4717-A65B-411CBC1CC130}"/>
                </a:ext>
              </a:extLst>
            </p:cNvPr>
            <p:cNvSpPr>
              <a:spLocks noChangeArrowheads="1"/>
            </p:cNvSpPr>
            <p:nvPr/>
          </p:nvSpPr>
          <p:spPr bwMode="auto">
            <a:xfrm>
              <a:off x="996950" y="755650"/>
              <a:ext cx="39688" cy="230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64">
              <a:extLst>
                <a:ext uri="{FF2B5EF4-FFF2-40B4-BE49-F238E27FC236}">
                  <a16:creationId xmlns:a16="http://schemas.microsoft.com/office/drawing/2014/main" id="{99110873-6B02-4A29-B252-A6014B83A5C7}"/>
                </a:ext>
              </a:extLst>
            </p:cNvPr>
            <p:cNvSpPr>
              <a:spLocks/>
            </p:cNvSpPr>
            <p:nvPr/>
          </p:nvSpPr>
          <p:spPr bwMode="auto">
            <a:xfrm>
              <a:off x="819150" y="773113"/>
              <a:ext cx="201613" cy="196850"/>
            </a:xfrm>
            <a:custGeom>
              <a:avLst/>
              <a:gdLst>
                <a:gd name="T0" fmla="*/ 0 w 127"/>
                <a:gd name="T1" fmla="*/ 112 h 124"/>
                <a:gd name="T2" fmla="*/ 114 w 127"/>
                <a:gd name="T3" fmla="*/ 0 h 124"/>
                <a:gd name="T4" fmla="*/ 127 w 127"/>
                <a:gd name="T5" fmla="*/ 12 h 124"/>
                <a:gd name="T6" fmla="*/ 12 w 127"/>
                <a:gd name="T7" fmla="*/ 124 h 124"/>
                <a:gd name="T8" fmla="*/ 0 w 127"/>
                <a:gd name="T9" fmla="*/ 112 h 124"/>
              </a:gdLst>
              <a:ahLst/>
              <a:cxnLst>
                <a:cxn ang="0">
                  <a:pos x="T0" y="T1"/>
                </a:cxn>
                <a:cxn ang="0">
                  <a:pos x="T2" y="T3"/>
                </a:cxn>
                <a:cxn ang="0">
                  <a:pos x="T4" y="T5"/>
                </a:cxn>
                <a:cxn ang="0">
                  <a:pos x="T6" y="T7"/>
                </a:cxn>
                <a:cxn ang="0">
                  <a:pos x="T8" y="T9"/>
                </a:cxn>
              </a:cxnLst>
              <a:rect l="0" t="0" r="r" b="b"/>
              <a:pathLst>
                <a:path w="127" h="124">
                  <a:moveTo>
                    <a:pt x="0" y="112"/>
                  </a:moveTo>
                  <a:lnTo>
                    <a:pt x="114" y="0"/>
                  </a:lnTo>
                  <a:lnTo>
                    <a:pt x="127" y="12"/>
                  </a:lnTo>
                  <a:lnTo>
                    <a:pt x="12" y="124"/>
                  </a:lnTo>
                  <a:lnTo>
                    <a:pt x="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65">
              <a:extLst>
                <a:ext uri="{FF2B5EF4-FFF2-40B4-BE49-F238E27FC236}">
                  <a16:creationId xmlns:a16="http://schemas.microsoft.com/office/drawing/2014/main" id="{536F628D-3077-400E-BB6E-77C2B335FCEB}"/>
                </a:ext>
              </a:extLst>
            </p:cNvPr>
            <p:cNvSpPr>
              <a:spLocks/>
            </p:cNvSpPr>
            <p:nvPr/>
          </p:nvSpPr>
          <p:spPr bwMode="auto">
            <a:xfrm>
              <a:off x="819150" y="773113"/>
              <a:ext cx="201613" cy="196850"/>
            </a:xfrm>
            <a:custGeom>
              <a:avLst/>
              <a:gdLst>
                <a:gd name="T0" fmla="*/ 12 w 127"/>
                <a:gd name="T1" fmla="*/ 0 h 124"/>
                <a:gd name="T2" fmla="*/ 127 w 127"/>
                <a:gd name="T3" fmla="*/ 112 h 124"/>
                <a:gd name="T4" fmla="*/ 114 w 127"/>
                <a:gd name="T5" fmla="*/ 124 h 124"/>
                <a:gd name="T6" fmla="*/ 0 w 127"/>
                <a:gd name="T7" fmla="*/ 12 h 124"/>
                <a:gd name="T8" fmla="*/ 12 w 127"/>
                <a:gd name="T9" fmla="*/ 0 h 124"/>
              </a:gdLst>
              <a:ahLst/>
              <a:cxnLst>
                <a:cxn ang="0">
                  <a:pos x="T0" y="T1"/>
                </a:cxn>
                <a:cxn ang="0">
                  <a:pos x="T2" y="T3"/>
                </a:cxn>
                <a:cxn ang="0">
                  <a:pos x="T4" y="T5"/>
                </a:cxn>
                <a:cxn ang="0">
                  <a:pos x="T6" y="T7"/>
                </a:cxn>
                <a:cxn ang="0">
                  <a:pos x="T8" y="T9"/>
                </a:cxn>
              </a:cxnLst>
              <a:rect l="0" t="0" r="r" b="b"/>
              <a:pathLst>
                <a:path w="127" h="124">
                  <a:moveTo>
                    <a:pt x="12" y="0"/>
                  </a:moveTo>
                  <a:lnTo>
                    <a:pt x="127" y="112"/>
                  </a:lnTo>
                  <a:lnTo>
                    <a:pt x="114" y="124"/>
                  </a:lnTo>
                  <a:lnTo>
                    <a:pt x="0" y="12"/>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Rectangle 66">
              <a:extLst>
                <a:ext uri="{FF2B5EF4-FFF2-40B4-BE49-F238E27FC236}">
                  <a16:creationId xmlns:a16="http://schemas.microsoft.com/office/drawing/2014/main" id="{19EC0686-2643-4C52-9039-7BEB2A3F0CBB}"/>
                </a:ext>
              </a:extLst>
            </p:cNvPr>
            <p:cNvSpPr>
              <a:spLocks noChangeArrowheads="1"/>
            </p:cNvSpPr>
            <p:nvPr/>
          </p:nvSpPr>
          <p:spPr bwMode="auto">
            <a:xfrm>
              <a:off x="806450" y="755650"/>
              <a:ext cx="41275" cy="230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67">
              <a:extLst>
                <a:ext uri="{FF2B5EF4-FFF2-40B4-BE49-F238E27FC236}">
                  <a16:creationId xmlns:a16="http://schemas.microsoft.com/office/drawing/2014/main" id="{AF361B49-917E-40EF-A48C-E8A2C129F0A5}"/>
                </a:ext>
              </a:extLst>
            </p:cNvPr>
            <p:cNvSpPr>
              <a:spLocks/>
            </p:cNvSpPr>
            <p:nvPr/>
          </p:nvSpPr>
          <p:spPr bwMode="auto">
            <a:xfrm>
              <a:off x="631825" y="773113"/>
              <a:ext cx="196850" cy="196850"/>
            </a:xfrm>
            <a:custGeom>
              <a:avLst/>
              <a:gdLst>
                <a:gd name="T0" fmla="*/ 0 w 124"/>
                <a:gd name="T1" fmla="*/ 112 h 124"/>
                <a:gd name="T2" fmla="*/ 114 w 124"/>
                <a:gd name="T3" fmla="*/ 0 h 124"/>
                <a:gd name="T4" fmla="*/ 124 w 124"/>
                <a:gd name="T5" fmla="*/ 12 h 124"/>
                <a:gd name="T6" fmla="*/ 12 w 124"/>
                <a:gd name="T7" fmla="*/ 124 h 124"/>
                <a:gd name="T8" fmla="*/ 0 w 124"/>
                <a:gd name="T9" fmla="*/ 112 h 124"/>
              </a:gdLst>
              <a:ahLst/>
              <a:cxnLst>
                <a:cxn ang="0">
                  <a:pos x="T0" y="T1"/>
                </a:cxn>
                <a:cxn ang="0">
                  <a:pos x="T2" y="T3"/>
                </a:cxn>
                <a:cxn ang="0">
                  <a:pos x="T4" y="T5"/>
                </a:cxn>
                <a:cxn ang="0">
                  <a:pos x="T6" y="T7"/>
                </a:cxn>
                <a:cxn ang="0">
                  <a:pos x="T8" y="T9"/>
                </a:cxn>
              </a:cxnLst>
              <a:rect l="0" t="0" r="r" b="b"/>
              <a:pathLst>
                <a:path w="124" h="124">
                  <a:moveTo>
                    <a:pt x="0" y="112"/>
                  </a:moveTo>
                  <a:lnTo>
                    <a:pt x="114" y="0"/>
                  </a:lnTo>
                  <a:lnTo>
                    <a:pt x="124" y="12"/>
                  </a:lnTo>
                  <a:lnTo>
                    <a:pt x="12" y="124"/>
                  </a:lnTo>
                  <a:lnTo>
                    <a:pt x="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68">
              <a:extLst>
                <a:ext uri="{FF2B5EF4-FFF2-40B4-BE49-F238E27FC236}">
                  <a16:creationId xmlns:a16="http://schemas.microsoft.com/office/drawing/2014/main" id="{F2386B9C-2A16-4947-A66F-111CBE3F9413}"/>
                </a:ext>
              </a:extLst>
            </p:cNvPr>
            <p:cNvSpPr>
              <a:spLocks/>
            </p:cNvSpPr>
            <p:nvPr/>
          </p:nvSpPr>
          <p:spPr bwMode="auto">
            <a:xfrm>
              <a:off x="631825" y="773113"/>
              <a:ext cx="196850" cy="196850"/>
            </a:xfrm>
            <a:custGeom>
              <a:avLst/>
              <a:gdLst>
                <a:gd name="T0" fmla="*/ 12 w 124"/>
                <a:gd name="T1" fmla="*/ 0 h 124"/>
                <a:gd name="T2" fmla="*/ 124 w 124"/>
                <a:gd name="T3" fmla="*/ 112 h 124"/>
                <a:gd name="T4" fmla="*/ 114 w 124"/>
                <a:gd name="T5" fmla="*/ 124 h 124"/>
                <a:gd name="T6" fmla="*/ 0 w 124"/>
                <a:gd name="T7" fmla="*/ 12 h 124"/>
                <a:gd name="T8" fmla="*/ 12 w 124"/>
                <a:gd name="T9" fmla="*/ 0 h 124"/>
              </a:gdLst>
              <a:ahLst/>
              <a:cxnLst>
                <a:cxn ang="0">
                  <a:pos x="T0" y="T1"/>
                </a:cxn>
                <a:cxn ang="0">
                  <a:pos x="T2" y="T3"/>
                </a:cxn>
                <a:cxn ang="0">
                  <a:pos x="T4" y="T5"/>
                </a:cxn>
                <a:cxn ang="0">
                  <a:pos x="T6" y="T7"/>
                </a:cxn>
                <a:cxn ang="0">
                  <a:pos x="T8" y="T9"/>
                </a:cxn>
              </a:cxnLst>
              <a:rect l="0" t="0" r="r" b="b"/>
              <a:pathLst>
                <a:path w="124" h="124">
                  <a:moveTo>
                    <a:pt x="12" y="0"/>
                  </a:moveTo>
                  <a:lnTo>
                    <a:pt x="124" y="112"/>
                  </a:lnTo>
                  <a:lnTo>
                    <a:pt x="114" y="124"/>
                  </a:lnTo>
                  <a:lnTo>
                    <a:pt x="0" y="12"/>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Rectangle 69">
              <a:extLst>
                <a:ext uri="{FF2B5EF4-FFF2-40B4-BE49-F238E27FC236}">
                  <a16:creationId xmlns:a16="http://schemas.microsoft.com/office/drawing/2014/main" id="{89A66264-8C16-459D-8B6B-2F535825CB43}"/>
                </a:ext>
              </a:extLst>
            </p:cNvPr>
            <p:cNvSpPr>
              <a:spLocks noChangeArrowheads="1"/>
            </p:cNvSpPr>
            <p:nvPr/>
          </p:nvSpPr>
          <p:spPr bwMode="auto">
            <a:xfrm>
              <a:off x="617538" y="755650"/>
              <a:ext cx="42863" cy="230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70">
              <a:extLst>
                <a:ext uri="{FF2B5EF4-FFF2-40B4-BE49-F238E27FC236}">
                  <a16:creationId xmlns:a16="http://schemas.microsoft.com/office/drawing/2014/main" id="{0F75974E-275A-463A-9F84-A7FE6C3B66C0}"/>
                </a:ext>
              </a:extLst>
            </p:cNvPr>
            <p:cNvSpPr>
              <a:spLocks/>
            </p:cNvSpPr>
            <p:nvPr/>
          </p:nvSpPr>
          <p:spPr bwMode="auto">
            <a:xfrm>
              <a:off x="442913" y="773113"/>
              <a:ext cx="198438" cy="196850"/>
            </a:xfrm>
            <a:custGeom>
              <a:avLst/>
              <a:gdLst>
                <a:gd name="T0" fmla="*/ 0 w 125"/>
                <a:gd name="T1" fmla="*/ 112 h 124"/>
                <a:gd name="T2" fmla="*/ 112 w 125"/>
                <a:gd name="T3" fmla="*/ 0 h 124"/>
                <a:gd name="T4" fmla="*/ 125 w 125"/>
                <a:gd name="T5" fmla="*/ 12 h 124"/>
                <a:gd name="T6" fmla="*/ 12 w 125"/>
                <a:gd name="T7" fmla="*/ 124 h 124"/>
                <a:gd name="T8" fmla="*/ 0 w 125"/>
                <a:gd name="T9" fmla="*/ 112 h 124"/>
              </a:gdLst>
              <a:ahLst/>
              <a:cxnLst>
                <a:cxn ang="0">
                  <a:pos x="T0" y="T1"/>
                </a:cxn>
                <a:cxn ang="0">
                  <a:pos x="T2" y="T3"/>
                </a:cxn>
                <a:cxn ang="0">
                  <a:pos x="T4" y="T5"/>
                </a:cxn>
                <a:cxn ang="0">
                  <a:pos x="T6" y="T7"/>
                </a:cxn>
                <a:cxn ang="0">
                  <a:pos x="T8" y="T9"/>
                </a:cxn>
              </a:cxnLst>
              <a:rect l="0" t="0" r="r" b="b"/>
              <a:pathLst>
                <a:path w="125" h="124">
                  <a:moveTo>
                    <a:pt x="0" y="112"/>
                  </a:moveTo>
                  <a:lnTo>
                    <a:pt x="112" y="0"/>
                  </a:lnTo>
                  <a:lnTo>
                    <a:pt x="125" y="12"/>
                  </a:lnTo>
                  <a:lnTo>
                    <a:pt x="12" y="124"/>
                  </a:lnTo>
                  <a:lnTo>
                    <a:pt x="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71">
              <a:extLst>
                <a:ext uri="{FF2B5EF4-FFF2-40B4-BE49-F238E27FC236}">
                  <a16:creationId xmlns:a16="http://schemas.microsoft.com/office/drawing/2014/main" id="{FB9D0761-B16F-466E-9440-D35C3836B4F7}"/>
                </a:ext>
              </a:extLst>
            </p:cNvPr>
            <p:cNvSpPr>
              <a:spLocks/>
            </p:cNvSpPr>
            <p:nvPr/>
          </p:nvSpPr>
          <p:spPr bwMode="auto">
            <a:xfrm>
              <a:off x="442913" y="773113"/>
              <a:ext cx="198438" cy="196850"/>
            </a:xfrm>
            <a:custGeom>
              <a:avLst/>
              <a:gdLst>
                <a:gd name="T0" fmla="*/ 12 w 125"/>
                <a:gd name="T1" fmla="*/ 0 h 124"/>
                <a:gd name="T2" fmla="*/ 125 w 125"/>
                <a:gd name="T3" fmla="*/ 112 h 124"/>
                <a:gd name="T4" fmla="*/ 112 w 125"/>
                <a:gd name="T5" fmla="*/ 124 h 124"/>
                <a:gd name="T6" fmla="*/ 0 w 125"/>
                <a:gd name="T7" fmla="*/ 12 h 124"/>
                <a:gd name="T8" fmla="*/ 12 w 125"/>
                <a:gd name="T9" fmla="*/ 0 h 124"/>
              </a:gdLst>
              <a:ahLst/>
              <a:cxnLst>
                <a:cxn ang="0">
                  <a:pos x="T0" y="T1"/>
                </a:cxn>
                <a:cxn ang="0">
                  <a:pos x="T2" y="T3"/>
                </a:cxn>
                <a:cxn ang="0">
                  <a:pos x="T4" y="T5"/>
                </a:cxn>
                <a:cxn ang="0">
                  <a:pos x="T6" y="T7"/>
                </a:cxn>
                <a:cxn ang="0">
                  <a:pos x="T8" y="T9"/>
                </a:cxn>
              </a:cxnLst>
              <a:rect l="0" t="0" r="r" b="b"/>
              <a:pathLst>
                <a:path w="125" h="124">
                  <a:moveTo>
                    <a:pt x="12" y="0"/>
                  </a:moveTo>
                  <a:lnTo>
                    <a:pt x="125" y="112"/>
                  </a:lnTo>
                  <a:lnTo>
                    <a:pt x="112" y="124"/>
                  </a:lnTo>
                  <a:lnTo>
                    <a:pt x="0" y="12"/>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Rectangle 72">
              <a:extLst>
                <a:ext uri="{FF2B5EF4-FFF2-40B4-BE49-F238E27FC236}">
                  <a16:creationId xmlns:a16="http://schemas.microsoft.com/office/drawing/2014/main" id="{2F4DDCAA-8B21-40A7-A4F2-818DB7A59C9F}"/>
                </a:ext>
              </a:extLst>
            </p:cNvPr>
            <p:cNvSpPr>
              <a:spLocks noChangeArrowheads="1"/>
            </p:cNvSpPr>
            <p:nvPr/>
          </p:nvSpPr>
          <p:spPr bwMode="auto">
            <a:xfrm>
              <a:off x="1504950" y="755650"/>
              <a:ext cx="822325" cy="396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Rectangle 73">
              <a:extLst>
                <a:ext uri="{FF2B5EF4-FFF2-40B4-BE49-F238E27FC236}">
                  <a16:creationId xmlns:a16="http://schemas.microsoft.com/office/drawing/2014/main" id="{FAE48D6E-6C59-4853-B04B-3EAC1422FDA7}"/>
                </a:ext>
              </a:extLst>
            </p:cNvPr>
            <p:cNvSpPr>
              <a:spLocks noChangeArrowheads="1"/>
            </p:cNvSpPr>
            <p:nvPr/>
          </p:nvSpPr>
          <p:spPr bwMode="auto">
            <a:xfrm>
              <a:off x="1504950" y="950913"/>
              <a:ext cx="822325"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Rectangle 74">
              <a:extLst>
                <a:ext uri="{FF2B5EF4-FFF2-40B4-BE49-F238E27FC236}">
                  <a16:creationId xmlns:a16="http://schemas.microsoft.com/office/drawing/2014/main" id="{575E3495-B0B2-48FA-B96B-D03ECD9890B8}"/>
                </a:ext>
              </a:extLst>
            </p:cNvPr>
            <p:cNvSpPr>
              <a:spLocks noChangeArrowheads="1"/>
            </p:cNvSpPr>
            <p:nvPr/>
          </p:nvSpPr>
          <p:spPr bwMode="auto">
            <a:xfrm>
              <a:off x="2292350" y="755650"/>
              <a:ext cx="38100" cy="230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75">
              <a:extLst>
                <a:ext uri="{FF2B5EF4-FFF2-40B4-BE49-F238E27FC236}">
                  <a16:creationId xmlns:a16="http://schemas.microsoft.com/office/drawing/2014/main" id="{864E45C2-270E-4612-A8F0-CB5A9F98DE8C}"/>
                </a:ext>
              </a:extLst>
            </p:cNvPr>
            <p:cNvSpPr>
              <a:spLocks/>
            </p:cNvSpPr>
            <p:nvPr/>
          </p:nvSpPr>
          <p:spPr bwMode="auto">
            <a:xfrm>
              <a:off x="2116138" y="773113"/>
              <a:ext cx="198438" cy="196850"/>
            </a:xfrm>
            <a:custGeom>
              <a:avLst/>
              <a:gdLst>
                <a:gd name="T0" fmla="*/ 0 w 125"/>
                <a:gd name="T1" fmla="*/ 112 h 124"/>
                <a:gd name="T2" fmla="*/ 113 w 125"/>
                <a:gd name="T3" fmla="*/ 0 h 124"/>
                <a:gd name="T4" fmla="*/ 125 w 125"/>
                <a:gd name="T5" fmla="*/ 12 h 124"/>
                <a:gd name="T6" fmla="*/ 10 w 125"/>
                <a:gd name="T7" fmla="*/ 124 h 124"/>
                <a:gd name="T8" fmla="*/ 0 w 125"/>
                <a:gd name="T9" fmla="*/ 112 h 124"/>
              </a:gdLst>
              <a:ahLst/>
              <a:cxnLst>
                <a:cxn ang="0">
                  <a:pos x="T0" y="T1"/>
                </a:cxn>
                <a:cxn ang="0">
                  <a:pos x="T2" y="T3"/>
                </a:cxn>
                <a:cxn ang="0">
                  <a:pos x="T4" y="T5"/>
                </a:cxn>
                <a:cxn ang="0">
                  <a:pos x="T6" y="T7"/>
                </a:cxn>
                <a:cxn ang="0">
                  <a:pos x="T8" y="T9"/>
                </a:cxn>
              </a:cxnLst>
              <a:rect l="0" t="0" r="r" b="b"/>
              <a:pathLst>
                <a:path w="125" h="124">
                  <a:moveTo>
                    <a:pt x="0" y="112"/>
                  </a:moveTo>
                  <a:lnTo>
                    <a:pt x="113" y="0"/>
                  </a:lnTo>
                  <a:lnTo>
                    <a:pt x="125" y="12"/>
                  </a:lnTo>
                  <a:lnTo>
                    <a:pt x="10" y="124"/>
                  </a:lnTo>
                  <a:lnTo>
                    <a:pt x="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Freeform 76">
              <a:extLst>
                <a:ext uri="{FF2B5EF4-FFF2-40B4-BE49-F238E27FC236}">
                  <a16:creationId xmlns:a16="http://schemas.microsoft.com/office/drawing/2014/main" id="{058042BC-3CD5-4BC7-82F3-1D172ED8B41A}"/>
                </a:ext>
              </a:extLst>
            </p:cNvPr>
            <p:cNvSpPr>
              <a:spLocks/>
            </p:cNvSpPr>
            <p:nvPr/>
          </p:nvSpPr>
          <p:spPr bwMode="auto">
            <a:xfrm>
              <a:off x="2116138" y="773113"/>
              <a:ext cx="198438" cy="196850"/>
            </a:xfrm>
            <a:custGeom>
              <a:avLst/>
              <a:gdLst>
                <a:gd name="T0" fmla="*/ 10 w 125"/>
                <a:gd name="T1" fmla="*/ 0 h 124"/>
                <a:gd name="T2" fmla="*/ 125 w 125"/>
                <a:gd name="T3" fmla="*/ 112 h 124"/>
                <a:gd name="T4" fmla="*/ 113 w 125"/>
                <a:gd name="T5" fmla="*/ 124 h 124"/>
                <a:gd name="T6" fmla="*/ 0 w 125"/>
                <a:gd name="T7" fmla="*/ 12 h 124"/>
                <a:gd name="T8" fmla="*/ 10 w 125"/>
                <a:gd name="T9" fmla="*/ 0 h 124"/>
              </a:gdLst>
              <a:ahLst/>
              <a:cxnLst>
                <a:cxn ang="0">
                  <a:pos x="T0" y="T1"/>
                </a:cxn>
                <a:cxn ang="0">
                  <a:pos x="T2" y="T3"/>
                </a:cxn>
                <a:cxn ang="0">
                  <a:pos x="T4" y="T5"/>
                </a:cxn>
                <a:cxn ang="0">
                  <a:pos x="T6" y="T7"/>
                </a:cxn>
                <a:cxn ang="0">
                  <a:pos x="T8" y="T9"/>
                </a:cxn>
              </a:cxnLst>
              <a:rect l="0" t="0" r="r" b="b"/>
              <a:pathLst>
                <a:path w="125" h="124">
                  <a:moveTo>
                    <a:pt x="10" y="0"/>
                  </a:moveTo>
                  <a:lnTo>
                    <a:pt x="125" y="112"/>
                  </a:lnTo>
                  <a:lnTo>
                    <a:pt x="113" y="124"/>
                  </a:lnTo>
                  <a:lnTo>
                    <a:pt x="0" y="12"/>
                  </a:lnTo>
                  <a:lnTo>
                    <a:pt x="1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Rectangle 77">
              <a:extLst>
                <a:ext uri="{FF2B5EF4-FFF2-40B4-BE49-F238E27FC236}">
                  <a16:creationId xmlns:a16="http://schemas.microsoft.com/office/drawing/2014/main" id="{FAE0007D-318F-478E-8970-751B2005F7FA}"/>
                </a:ext>
              </a:extLst>
            </p:cNvPr>
            <p:cNvSpPr>
              <a:spLocks noChangeArrowheads="1"/>
            </p:cNvSpPr>
            <p:nvPr/>
          </p:nvSpPr>
          <p:spPr bwMode="auto">
            <a:xfrm>
              <a:off x="2100263" y="755650"/>
              <a:ext cx="41275" cy="230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78">
              <a:extLst>
                <a:ext uri="{FF2B5EF4-FFF2-40B4-BE49-F238E27FC236}">
                  <a16:creationId xmlns:a16="http://schemas.microsoft.com/office/drawing/2014/main" id="{75E03023-2AD3-4C51-94FE-E01ED6BED5B9}"/>
                </a:ext>
              </a:extLst>
            </p:cNvPr>
            <p:cNvSpPr>
              <a:spLocks/>
            </p:cNvSpPr>
            <p:nvPr/>
          </p:nvSpPr>
          <p:spPr bwMode="auto">
            <a:xfrm>
              <a:off x="1925638" y="773113"/>
              <a:ext cx="200025" cy="196850"/>
            </a:xfrm>
            <a:custGeom>
              <a:avLst/>
              <a:gdLst>
                <a:gd name="T0" fmla="*/ 0 w 126"/>
                <a:gd name="T1" fmla="*/ 112 h 124"/>
                <a:gd name="T2" fmla="*/ 114 w 126"/>
                <a:gd name="T3" fmla="*/ 0 h 124"/>
                <a:gd name="T4" fmla="*/ 126 w 126"/>
                <a:gd name="T5" fmla="*/ 12 h 124"/>
                <a:gd name="T6" fmla="*/ 12 w 126"/>
                <a:gd name="T7" fmla="*/ 124 h 124"/>
                <a:gd name="T8" fmla="*/ 0 w 126"/>
                <a:gd name="T9" fmla="*/ 112 h 124"/>
              </a:gdLst>
              <a:ahLst/>
              <a:cxnLst>
                <a:cxn ang="0">
                  <a:pos x="T0" y="T1"/>
                </a:cxn>
                <a:cxn ang="0">
                  <a:pos x="T2" y="T3"/>
                </a:cxn>
                <a:cxn ang="0">
                  <a:pos x="T4" y="T5"/>
                </a:cxn>
                <a:cxn ang="0">
                  <a:pos x="T6" y="T7"/>
                </a:cxn>
                <a:cxn ang="0">
                  <a:pos x="T8" y="T9"/>
                </a:cxn>
              </a:cxnLst>
              <a:rect l="0" t="0" r="r" b="b"/>
              <a:pathLst>
                <a:path w="126" h="124">
                  <a:moveTo>
                    <a:pt x="0" y="112"/>
                  </a:moveTo>
                  <a:lnTo>
                    <a:pt x="114" y="0"/>
                  </a:lnTo>
                  <a:lnTo>
                    <a:pt x="126" y="12"/>
                  </a:lnTo>
                  <a:lnTo>
                    <a:pt x="12" y="124"/>
                  </a:lnTo>
                  <a:lnTo>
                    <a:pt x="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6" name="Freeform 79">
              <a:extLst>
                <a:ext uri="{FF2B5EF4-FFF2-40B4-BE49-F238E27FC236}">
                  <a16:creationId xmlns:a16="http://schemas.microsoft.com/office/drawing/2014/main" id="{301E4BA0-58B5-4D09-B28C-7562EB339241}"/>
                </a:ext>
              </a:extLst>
            </p:cNvPr>
            <p:cNvSpPr>
              <a:spLocks/>
            </p:cNvSpPr>
            <p:nvPr/>
          </p:nvSpPr>
          <p:spPr bwMode="auto">
            <a:xfrm>
              <a:off x="1925638" y="773113"/>
              <a:ext cx="200025" cy="196850"/>
            </a:xfrm>
            <a:custGeom>
              <a:avLst/>
              <a:gdLst>
                <a:gd name="T0" fmla="*/ 12 w 126"/>
                <a:gd name="T1" fmla="*/ 0 h 124"/>
                <a:gd name="T2" fmla="*/ 126 w 126"/>
                <a:gd name="T3" fmla="*/ 112 h 124"/>
                <a:gd name="T4" fmla="*/ 114 w 126"/>
                <a:gd name="T5" fmla="*/ 124 h 124"/>
                <a:gd name="T6" fmla="*/ 0 w 126"/>
                <a:gd name="T7" fmla="*/ 12 h 124"/>
                <a:gd name="T8" fmla="*/ 12 w 126"/>
                <a:gd name="T9" fmla="*/ 0 h 124"/>
              </a:gdLst>
              <a:ahLst/>
              <a:cxnLst>
                <a:cxn ang="0">
                  <a:pos x="T0" y="T1"/>
                </a:cxn>
                <a:cxn ang="0">
                  <a:pos x="T2" y="T3"/>
                </a:cxn>
                <a:cxn ang="0">
                  <a:pos x="T4" y="T5"/>
                </a:cxn>
                <a:cxn ang="0">
                  <a:pos x="T6" y="T7"/>
                </a:cxn>
                <a:cxn ang="0">
                  <a:pos x="T8" y="T9"/>
                </a:cxn>
              </a:cxnLst>
              <a:rect l="0" t="0" r="r" b="b"/>
              <a:pathLst>
                <a:path w="126" h="124">
                  <a:moveTo>
                    <a:pt x="12" y="0"/>
                  </a:moveTo>
                  <a:lnTo>
                    <a:pt x="126" y="112"/>
                  </a:lnTo>
                  <a:lnTo>
                    <a:pt x="114" y="124"/>
                  </a:lnTo>
                  <a:lnTo>
                    <a:pt x="0" y="12"/>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7" name="Rectangle 80">
              <a:extLst>
                <a:ext uri="{FF2B5EF4-FFF2-40B4-BE49-F238E27FC236}">
                  <a16:creationId xmlns:a16="http://schemas.microsoft.com/office/drawing/2014/main" id="{407B9C6A-DEF3-4DED-81FF-EEF028FEB1DC}"/>
                </a:ext>
              </a:extLst>
            </p:cNvPr>
            <p:cNvSpPr>
              <a:spLocks noChangeArrowheads="1"/>
            </p:cNvSpPr>
            <p:nvPr/>
          </p:nvSpPr>
          <p:spPr bwMode="auto">
            <a:xfrm>
              <a:off x="1912938" y="755650"/>
              <a:ext cx="41275" cy="230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 name="Freeform 81">
              <a:extLst>
                <a:ext uri="{FF2B5EF4-FFF2-40B4-BE49-F238E27FC236}">
                  <a16:creationId xmlns:a16="http://schemas.microsoft.com/office/drawing/2014/main" id="{671FA83C-C481-4D7C-A0F1-DDA57AD8CC49}"/>
                </a:ext>
              </a:extLst>
            </p:cNvPr>
            <p:cNvSpPr>
              <a:spLocks/>
            </p:cNvSpPr>
            <p:nvPr/>
          </p:nvSpPr>
          <p:spPr bwMode="auto">
            <a:xfrm>
              <a:off x="1736725" y="773113"/>
              <a:ext cx="198438" cy="196850"/>
            </a:xfrm>
            <a:custGeom>
              <a:avLst/>
              <a:gdLst>
                <a:gd name="T0" fmla="*/ 0 w 125"/>
                <a:gd name="T1" fmla="*/ 112 h 124"/>
                <a:gd name="T2" fmla="*/ 113 w 125"/>
                <a:gd name="T3" fmla="*/ 0 h 124"/>
                <a:gd name="T4" fmla="*/ 125 w 125"/>
                <a:gd name="T5" fmla="*/ 12 h 124"/>
                <a:gd name="T6" fmla="*/ 12 w 125"/>
                <a:gd name="T7" fmla="*/ 124 h 124"/>
                <a:gd name="T8" fmla="*/ 0 w 125"/>
                <a:gd name="T9" fmla="*/ 112 h 124"/>
              </a:gdLst>
              <a:ahLst/>
              <a:cxnLst>
                <a:cxn ang="0">
                  <a:pos x="T0" y="T1"/>
                </a:cxn>
                <a:cxn ang="0">
                  <a:pos x="T2" y="T3"/>
                </a:cxn>
                <a:cxn ang="0">
                  <a:pos x="T4" y="T5"/>
                </a:cxn>
                <a:cxn ang="0">
                  <a:pos x="T6" y="T7"/>
                </a:cxn>
                <a:cxn ang="0">
                  <a:pos x="T8" y="T9"/>
                </a:cxn>
              </a:cxnLst>
              <a:rect l="0" t="0" r="r" b="b"/>
              <a:pathLst>
                <a:path w="125" h="124">
                  <a:moveTo>
                    <a:pt x="0" y="112"/>
                  </a:moveTo>
                  <a:lnTo>
                    <a:pt x="113" y="0"/>
                  </a:lnTo>
                  <a:lnTo>
                    <a:pt x="125" y="12"/>
                  </a:lnTo>
                  <a:lnTo>
                    <a:pt x="12" y="124"/>
                  </a:lnTo>
                  <a:lnTo>
                    <a:pt x="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82">
              <a:extLst>
                <a:ext uri="{FF2B5EF4-FFF2-40B4-BE49-F238E27FC236}">
                  <a16:creationId xmlns:a16="http://schemas.microsoft.com/office/drawing/2014/main" id="{1BA1340D-632A-4776-B404-ECA74918E385}"/>
                </a:ext>
              </a:extLst>
            </p:cNvPr>
            <p:cNvSpPr>
              <a:spLocks/>
            </p:cNvSpPr>
            <p:nvPr/>
          </p:nvSpPr>
          <p:spPr bwMode="auto">
            <a:xfrm>
              <a:off x="1736725" y="773113"/>
              <a:ext cx="198438" cy="196850"/>
            </a:xfrm>
            <a:custGeom>
              <a:avLst/>
              <a:gdLst>
                <a:gd name="T0" fmla="*/ 12 w 125"/>
                <a:gd name="T1" fmla="*/ 0 h 124"/>
                <a:gd name="T2" fmla="*/ 125 w 125"/>
                <a:gd name="T3" fmla="*/ 112 h 124"/>
                <a:gd name="T4" fmla="*/ 113 w 125"/>
                <a:gd name="T5" fmla="*/ 124 h 124"/>
                <a:gd name="T6" fmla="*/ 0 w 125"/>
                <a:gd name="T7" fmla="*/ 12 h 124"/>
                <a:gd name="T8" fmla="*/ 12 w 125"/>
                <a:gd name="T9" fmla="*/ 0 h 124"/>
              </a:gdLst>
              <a:ahLst/>
              <a:cxnLst>
                <a:cxn ang="0">
                  <a:pos x="T0" y="T1"/>
                </a:cxn>
                <a:cxn ang="0">
                  <a:pos x="T2" y="T3"/>
                </a:cxn>
                <a:cxn ang="0">
                  <a:pos x="T4" y="T5"/>
                </a:cxn>
                <a:cxn ang="0">
                  <a:pos x="T6" y="T7"/>
                </a:cxn>
                <a:cxn ang="0">
                  <a:pos x="T8" y="T9"/>
                </a:cxn>
              </a:cxnLst>
              <a:rect l="0" t="0" r="r" b="b"/>
              <a:pathLst>
                <a:path w="125" h="124">
                  <a:moveTo>
                    <a:pt x="12" y="0"/>
                  </a:moveTo>
                  <a:lnTo>
                    <a:pt x="125" y="112"/>
                  </a:lnTo>
                  <a:lnTo>
                    <a:pt x="113" y="124"/>
                  </a:lnTo>
                  <a:lnTo>
                    <a:pt x="0" y="12"/>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Rectangle 83">
              <a:extLst>
                <a:ext uri="{FF2B5EF4-FFF2-40B4-BE49-F238E27FC236}">
                  <a16:creationId xmlns:a16="http://schemas.microsoft.com/office/drawing/2014/main" id="{414E7CCF-AFAE-4905-A104-FFE11AA51EFA}"/>
                </a:ext>
              </a:extLst>
            </p:cNvPr>
            <p:cNvSpPr>
              <a:spLocks noChangeArrowheads="1"/>
            </p:cNvSpPr>
            <p:nvPr/>
          </p:nvSpPr>
          <p:spPr bwMode="auto">
            <a:xfrm>
              <a:off x="1724025" y="755650"/>
              <a:ext cx="38100" cy="230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84">
              <a:extLst>
                <a:ext uri="{FF2B5EF4-FFF2-40B4-BE49-F238E27FC236}">
                  <a16:creationId xmlns:a16="http://schemas.microsoft.com/office/drawing/2014/main" id="{5DD1C2FB-B8CA-4518-AE75-01A531FDD990}"/>
                </a:ext>
              </a:extLst>
            </p:cNvPr>
            <p:cNvSpPr>
              <a:spLocks/>
            </p:cNvSpPr>
            <p:nvPr/>
          </p:nvSpPr>
          <p:spPr bwMode="auto">
            <a:xfrm>
              <a:off x="1549400" y="773113"/>
              <a:ext cx="196850" cy="196850"/>
            </a:xfrm>
            <a:custGeom>
              <a:avLst/>
              <a:gdLst>
                <a:gd name="T0" fmla="*/ 0 w 124"/>
                <a:gd name="T1" fmla="*/ 112 h 124"/>
                <a:gd name="T2" fmla="*/ 112 w 124"/>
                <a:gd name="T3" fmla="*/ 0 h 124"/>
                <a:gd name="T4" fmla="*/ 124 w 124"/>
                <a:gd name="T5" fmla="*/ 12 h 124"/>
                <a:gd name="T6" fmla="*/ 12 w 124"/>
                <a:gd name="T7" fmla="*/ 124 h 124"/>
                <a:gd name="T8" fmla="*/ 0 w 124"/>
                <a:gd name="T9" fmla="*/ 112 h 124"/>
              </a:gdLst>
              <a:ahLst/>
              <a:cxnLst>
                <a:cxn ang="0">
                  <a:pos x="T0" y="T1"/>
                </a:cxn>
                <a:cxn ang="0">
                  <a:pos x="T2" y="T3"/>
                </a:cxn>
                <a:cxn ang="0">
                  <a:pos x="T4" y="T5"/>
                </a:cxn>
                <a:cxn ang="0">
                  <a:pos x="T6" y="T7"/>
                </a:cxn>
                <a:cxn ang="0">
                  <a:pos x="T8" y="T9"/>
                </a:cxn>
              </a:cxnLst>
              <a:rect l="0" t="0" r="r" b="b"/>
              <a:pathLst>
                <a:path w="124" h="124">
                  <a:moveTo>
                    <a:pt x="0" y="112"/>
                  </a:moveTo>
                  <a:lnTo>
                    <a:pt x="112" y="0"/>
                  </a:lnTo>
                  <a:lnTo>
                    <a:pt x="124" y="12"/>
                  </a:lnTo>
                  <a:lnTo>
                    <a:pt x="12" y="124"/>
                  </a:lnTo>
                  <a:lnTo>
                    <a:pt x="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85">
              <a:extLst>
                <a:ext uri="{FF2B5EF4-FFF2-40B4-BE49-F238E27FC236}">
                  <a16:creationId xmlns:a16="http://schemas.microsoft.com/office/drawing/2014/main" id="{2399D9C8-657F-4B1E-9CA4-F36CC465D887}"/>
                </a:ext>
              </a:extLst>
            </p:cNvPr>
            <p:cNvSpPr>
              <a:spLocks/>
            </p:cNvSpPr>
            <p:nvPr/>
          </p:nvSpPr>
          <p:spPr bwMode="auto">
            <a:xfrm>
              <a:off x="1549400" y="773113"/>
              <a:ext cx="196850" cy="196850"/>
            </a:xfrm>
            <a:custGeom>
              <a:avLst/>
              <a:gdLst>
                <a:gd name="T0" fmla="*/ 12 w 124"/>
                <a:gd name="T1" fmla="*/ 0 h 124"/>
                <a:gd name="T2" fmla="*/ 124 w 124"/>
                <a:gd name="T3" fmla="*/ 112 h 124"/>
                <a:gd name="T4" fmla="*/ 112 w 124"/>
                <a:gd name="T5" fmla="*/ 124 h 124"/>
                <a:gd name="T6" fmla="*/ 0 w 124"/>
                <a:gd name="T7" fmla="*/ 12 h 124"/>
                <a:gd name="T8" fmla="*/ 12 w 124"/>
                <a:gd name="T9" fmla="*/ 0 h 124"/>
              </a:gdLst>
              <a:ahLst/>
              <a:cxnLst>
                <a:cxn ang="0">
                  <a:pos x="T0" y="T1"/>
                </a:cxn>
                <a:cxn ang="0">
                  <a:pos x="T2" y="T3"/>
                </a:cxn>
                <a:cxn ang="0">
                  <a:pos x="T4" y="T5"/>
                </a:cxn>
                <a:cxn ang="0">
                  <a:pos x="T6" y="T7"/>
                </a:cxn>
                <a:cxn ang="0">
                  <a:pos x="T8" y="T9"/>
                </a:cxn>
              </a:cxnLst>
              <a:rect l="0" t="0" r="r" b="b"/>
              <a:pathLst>
                <a:path w="124" h="124">
                  <a:moveTo>
                    <a:pt x="12" y="0"/>
                  </a:moveTo>
                  <a:lnTo>
                    <a:pt x="124" y="112"/>
                  </a:lnTo>
                  <a:lnTo>
                    <a:pt x="112" y="124"/>
                  </a:lnTo>
                  <a:lnTo>
                    <a:pt x="0" y="12"/>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Rectangle 86">
              <a:extLst>
                <a:ext uri="{FF2B5EF4-FFF2-40B4-BE49-F238E27FC236}">
                  <a16:creationId xmlns:a16="http://schemas.microsoft.com/office/drawing/2014/main" id="{88B31E9C-FA66-48FE-A7E7-3209284026B4}"/>
                </a:ext>
              </a:extLst>
            </p:cNvPr>
            <p:cNvSpPr>
              <a:spLocks noChangeArrowheads="1"/>
            </p:cNvSpPr>
            <p:nvPr/>
          </p:nvSpPr>
          <p:spPr bwMode="auto">
            <a:xfrm>
              <a:off x="2266950" y="755650"/>
              <a:ext cx="825500" cy="396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Freeform 87">
              <a:extLst>
                <a:ext uri="{FF2B5EF4-FFF2-40B4-BE49-F238E27FC236}">
                  <a16:creationId xmlns:a16="http://schemas.microsoft.com/office/drawing/2014/main" id="{9E3C5DE0-3191-448B-B860-24FF051FB35A}"/>
                </a:ext>
              </a:extLst>
            </p:cNvPr>
            <p:cNvSpPr>
              <a:spLocks/>
            </p:cNvSpPr>
            <p:nvPr/>
          </p:nvSpPr>
          <p:spPr bwMode="auto">
            <a:xfrm>
              <a:off x="2266950" y="950913"/>
              <a:ext cx="1379538" cy="44450"/>
            </a:xfrm>
            <a:custGeom>
              <a:avLst/>
              <a:gdLst>
                <a:gd name="T0" fmla="*/ 869 w 869"/>
                <a:gd name="T1" fmla="*/ 0 h 28"/>
                <a:gd name="T2" fmla="*/ 869 w 869"/>
                <a:gd name="T3" fmla="*/ 28 h 28"/>
                <a:gd name="T4" fmla="*/ 0 w 869"/>
                <a:gd name="T5" fmla="*/ 28 h 28"/>
                <a:gd name="T6" fmla="*/ 0 w 869"/>
                <a:gd name="T7" fmla="*/ 0 h 28"/>
                <a:gd name="T8" fmla="*/ 777 w 869"/>
                <a:gd name="T9" fmla="*/ 0 h 28"/>
                <a:gd name="T10" fmla="*/ 869 w 869"/>
                <a:gd name="T11" fmla="*/ 0 h 28"/>
              </a:gdLst>
              <a:ahLst/>
              <a:cxnLst>
                <a:cxn ang="0">
                  <a:pos x="T0" y="T1"/>
                </a:cxn>
                <a:cxn ang="0">
                  <a:pos x="T2" y="T3"/>
                </a:cxn>
                <a:cxn ang="0">
                  <a:pos x="T4" y="T5"/>
                </a:cxn>
                <a:cxn ang="0">
                  <a:pos x="T6" y="T7"/>
                </a:cxn>
                <a:cxn ang="0">
                  <a:pos x="T8" y="T9"/>
                </a:cxn>
                <a:cxn ang="0">
                  <a:pos x="T10" y="T11"/>
                </a:cxn>
              </a:cxnLst>
              <a:rect l="0" t="0" r="r" b="b"/>
              <a:pathLst>
                <a:path w="869" h="28">
                  <a:moveTo>
                    <a:pt x="869" y="0"/>
                  </a:moveTo>
                  <a:lnTo>
                    <a:pt x="869" y="28"/>
                  </a:lnTo>
                  <a:lnTo>
                    <a:pt x="0" y="28"/>
                  </a:lnTo>
                  <a:lnTo>
                    <a:pt x="0" y="0"/>
                  </a:lnTo>
                  <a:lnTo>
                    <a:pt x="777" y="0"/>
                  </a:lnTo>
                  <a:lnTo>
                    <a:pt x="86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Freeform 88">
              <a:extLst>
                <a:ext uri="{FF2B5EF4-FFF2-40B4-BE49-F238E27FC236}">
                  <a16:creationId xmlns:a16="http://schemas.microsoft.com/office/drawing/2014/main" id="{58B0F1BA-54B2-4C66-BC47-5A58A2B26DB0}"/>
                </a:ext>
              </a:extLst>
            </p:cNvPr>
            <p:cNvSpPr>
              <a:spLocks/>
            </p:cNvSpPr>
            <p:nvPr/>
          </p:nvSpPr>
          <p:spPr bwMode="auto">
            <a:xfrm>
              <a:off x="2266950" y="950913"/>
              <a:ext cx="1379538" cy="44450"/>
            </a:xfrm>
            <a:custGeom>
              <a:avLst/>
              <a:gdLst>
                <a:gd name="T0" fmla="*/ 869 w 869"/>
                <a:gd name="T1" fmla="*/ 0 h 28"/>
                <a:gd name="T2" fmla="*/ 869 w 869"/>
                <a:gd name="T3" fmla="*/ 28 h 28"/>
                <a:gd name="T4" fmla="*/ 0 w 869"/>
                <a:gd name="T5" fmla="*/ 28 h 28"/>
                <a:gd name="T6" fmla="*/ 0 w 869"/>
                <a:gd name="T7" fmla="*/ 0 h 28"/>
                <a:gd name="T8" fmla="*/ 777 w 869"/>
                <a:gd name="T9" fmla="*/ 0 h 28"/>
              </a:gdLst>
              <a:ahLst/>
              <a:cxnLst>
                <a:cxn ang="0">
                  <a:pos x="T0" y="T1"/>
                </a:cxn>
                <a:cxn ang="0">
                  <a:pos x="T2" y="T3"/>
                </a:cxn>
                <a:cxn ang="0">
                  <a:pos x="T4" y="T5"/>
                </a:cxn>
                <a:cxn ang="0">
                  <a:pos x="T6" y="T7"/>
                </a:cxn>
                <a:cxn ang="0">
                  <a:pos x="T8" y="T9"/>
                </a:cxn>
              </a:cxnLst>
              <a:rect l="0" t="0" r="r" b="b"/>
              <a:pathLst>
                <a:path w="869" h="28">
                  <a:moveTo>
                    <a:pt x="869" y="0"/>
                  </a:moveTo>
                  <a:lnTo>
                    <a:pt x="869" y="28"/>
                  </a:lnTo>
                  <a:lnTo>
                    <a:pt x="0" y="28"/>
                  </a:lnTo>
                  <a:lnTo>
                    <a:pt x="0" y="0"/>
                  </a:lnTo>
                  <a:lnTo>
                    <a:pt x="777"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Rectangle 89">
              <a:extLst>
                <a:ext uri="{FF2B5EF4-FFF2-40B4-BE49-F238E27FC236}">
                  <a16:creationId xmlns:a16="http://schemas.microsoft.com/office/drawing/2014/main" id="{0E9F846D-48E5-4C10-9945-09829F82D27D}"/>
                </a:ext>
              </a:extLst>
            </p:cNvPr>
            <p:cNvSpPr>
              <a:spLocks noChangeArrowheads="1"/>
            </p:cNvSpPr>
            <p:nvPr/>
          </p:nvSpPr>
          <p:spPr bwMode="auto">
            <a:xfrm>
              <a:off x="3054350" y="755650"/>
              <a:ext cx="41275" cy="230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7" name="Freeform 90">
              <a:extLst>
                <a:ext uri="{FF2B5EF4-FFF2-40B4-BE49-F238E27FC236}">
                  <a16:creationId xmlns:a16="http://schemas.microsoft.com/office/drawing/2014/main" id="{AEB606BF-7785-4835-951E-2B9A4D376DA2}"/>
                </a:ext>
              </a:extLst>
            </p:cNvPr>
            <p:cNvSpPr>
              <a:spLocks/>
            </p:cNvSpPr>
            <p:nvPr/>
          </p:nvSpPr>
          <p:spPr bwMode="auto">
            <a:xfrm>
              <a:off x="2878138" y="773113"/>
              <a:ext cx="198438" cy="196850"/>
            </a:xfrm>
            <a:custGeom>
              <a:avLst/>
              <a:gdLst>
                <a:gd name="T0" fmla="*/ 0 w 125"/>
                <a:gd name="T1" fmla="*/ 112 h 124"/>
                <a:gd name="T2" fmla="*/ 113 w 125"/>
                <a:gd name="T3" fmla="*/ 0 h 124"/>
                <a:gd name="T4" fmla="*/ 125 w 125"/>
                <a:gd name="T5" fmla="*/ 12 h 124"/>
                <a:gd name="T6" fmla="*/ 12 w 125"/>
                <a:gd name="T7" fmla="*/ 124 h 124"/>
                <a:gd name="T8" fmla="*/ 0 w 125"/>
                <a:gd name="T9" fmla="*/ 112 h 124"/>
              </a:gdLst>
              <a:ahLst/>
              <a:cxnLst>
                <a:cxn ang="0">
                  <a:pos x="T0" y="T1"/>
                </a:cxn>
                <a:cxn ang="0">
                  <a:pos x="T2" y="T3"/>
                </a:cxn>
                <a:cxn ang="0">
                  <a:pos x="T4" y="T5"/>
                </a:cxn>
                <a:cxn ang="0">
                  <a:pos x="T6" y="T7"/>
                </a:cxn>
                <a:cxn ang="0">
                  <a:pos x="T8" y="T9"/>
                </a:cxn>
              </a:cxnLst>
              <a:rect l="0" t="0" r="r" b="b"/>
              <a:pathLst>
                <a:path w="125" h="124">
                  <a:moveTo>
                    <a:pt x="0" y="112"/>
                  </a:moveTo>
                  <a:lnTo>
                    <a:pt x="113" y="0"/>
                  </a:lnTo>
                  <a:lnTo>
                    <a:pt x="125" y="12"/>
                  </a:lnTo>
                  <a:lnTo>
                    <a:pt x="12" y="124"/>
                  </a:lnTo>
                  <a:lnTo>
                    <a:pt x="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8" name="Freeform 91">
              <a:extLst>
                <a:ext uri="{FF2B5EF4-FFF2-40B4-BE49-F238E27FC236}">
                  <a16:creationId xmlns:a16="http://schemas.microsoft.com/office/drawing/2014/main" id="{347555F6-1022-4B04-AB6B-C7318068040C}"/>
                </a:ext>
              </a:extLst>
            </p:cNvPr>
            <p:cNvSpPr>
              <a:spLocks/>
            </p:cNvSpPr>
            <p:nvPr/>
          </p:nvSpPr>
          <p:spPr bwMode="auto">
            <a:xfrm>
              <a:off x="2878138" y="773113"/>
              <a:ext cx="198438" cy="196850"/>
            </a:xfrm>
            <a:custGeom>
              <a:avLst/>
              <a:gdLst>
                <a:gd name="T0" fmla="*/ 12 w 125"/>
                <a:gd name="T1" fmla="*/ 0 h 124"/>
                <a:gd name="T2" fmla="*/ 125 w 125"/>
                <a:gd name="T3" fmla="*/ 112 h 124"/>
                <a:gd name="T4" fmla="*/ 113 w 125"/>
                <a:gd name="T5" fmla="*/ 124 h 124"/>
                <a:gd name="T6" fmla="*/ 0 w 125"/>
                <a:gd name="T7" fmla="*/ 12 h 124"/>
                <a:gd name="T8" fmla="*/ 12 w 125"/>
                <a:gd name="T9" fmla="*/ 0 h 124"/>
              </a:gdLst>
              <a:ahLst/>
              <a:cxnLst>
                <a:cxn ang="0">
                  <a:pos x="T0" y="T1"/>
                </a:cxn>
                <a:cxn ang="0">
                  <a:pos x="T2" y="T3"/>
                </a:cxn>
                <a:cxn ang="0">
                  <a:pos x="T4" y="T5"/>
                </a:cxn>
                <a:cxn ang="0">
                  <a:pos x="T6" y="T7"/>
                </a:cxn>
                <a:cxn ang="0">
                  <a:pos x="T8" y="T9"/>
                </a:cxn>
              </a:cxnLst>
              <a:rect l="0" t="0" r="r" b="b"/>
              <a:pathLst>
                <a:path w="125" h="124">
                  <a:moveTo>
                    <a:pt x="12" y="0"/>
                  </a:moveTo>
                  <a:lnTo>
                    <a:pt x="125" y="112"/>
                  </a:lnTo>
                  <a:lnTo>
                    <a:pt x="113" y="124"/>
                  </a:lnTo>
                  <a:lnTo>
                    <a:pt x="0" y="12"/>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9" name="Rectangle 92">
              <a:extLst>
                <a:ext uri="{FF2B5EF4-FFF2-40B4-BE49-F238E27FC236}">
                  <a16:creationId xmlns:a16="http://schemas.microsoft.com/office/drawing/2014/main" id="{C17C0340-E51A-4F17-848E-91F461BEA6D9}"/>
                </a:ext>
              </a:extLst>
            </p:cNvPr>
            <p:cNvSpPr>
              <a:spLocks noChangeArrowheads="1"/>
            </p:cNvSpPr>
            <p:nvPr/>
          </p:nvSpPr>
          <p:spPr bwMode="auto">
            <a:xfrm>
              <a:off x="2865438" y="755650"/>
              <a:ext cx="38100" cy="230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Freeform 93">
              <a:extLst>
                <a:ext uri="{FF2B5EF4-FFF2-40B4-BE49-F238E27FC236}">
                  <a16:creationId xmlns:a16="http://schemas.microsoft.com/office/drawing/2014/main" id="{CB7564AF-0488-42C1-B10C-E3D26A118F32}"/>
                </a:ext>
              </a:extLst>
            </p:cNvPr>
            <p:cNvSpPr>
              <a:spLocks/>
            </p:cNvSpPr>
            <p:nvPr/>
          </p:nvSpPr>
          <p:spPr bwMode="auto">
            <a:xfrm>
              <a:off x="2690813" y="773113"/>
              <a:ext cx="196850" cy="196850"/>
            </a:xfrm>
            <a:custGeom>
              <a:avLst/>
              <a:gdLst>
                <a:gd name="T0" fmla="*/ 0 w 124"/>
                <a:gd name="T1" fmla="*/ 112 h 124"/>
                <a:gd name="T2" fmla="*/ 112 w 124"/>
                <a:gd name="T3" fmla="*/ 0 h 124"/>
                <a:gd name="T4" fmla="*/ 124 w 124"/>
                <a:gd name="T5" fmla="*/ 12 h 124"/>
                <a:gd name="T6" fmla="*/ 10 w 124"/>
                <a:gd name="T7" fmla="*/ 124 h 124"/>
                <a:gd name="T8" fmla="*/ 0 w 124"/>
                <a:gd name="T9" fmla="*/ 112 h 124"/>
              </a:gdLst>
              <a:ahLst/>
              <a:cxnLst>
                <a:cxn ang="0">
                  <a:pos x="T0" y="T1"/>
                </a:cxn>
                <a:cxn ang="0">
                  <a:pos x="T2" y="T3"/>
                </a:cxn>
                <a:cxn ang="0">
                  <a:pos x="T4" y="T5"/>
                </a:cxn>
                <a:cxn ang="0">
                  <a:pos x="T6" y="T7"/>
                </a:cxn>
                <a:cxn ang="0">
                  <a:pos x="T8" y="T9"/>
                </a:cxn>
              </a:cxnLst>
              <a:rect l="0" t="0" r="r" b="b"/>
              <a:pathLst>
                <a:path w="124" h="124">
                  <a:moveTo>
                    <a:pt x="0" y="112"/>
                  </a:moveTo>
                  <a:lnTo>
                    <a:pt x="112" y="0"/>
                  </a:lnTo>
                  <a:lnTo>
                    <a:pt x="124" y="12"/>
                  </a:lnTo>
                  <a:lnTo>
                    <a:pt x="10" y="124"/>
                  </a:lnTo>
                  <a:lnTo>
                    <a:pt x="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Freeform 94">
              <a:extLst>
                <a:ext uri="{FF2B5EF4-FFF2-40B4-BE49-F238E27FC236}">
                  <a16:creationId xmlns:a16="http://schemas.microsoft.com/office/drawing/2014/main" id="{EB558EA9-4E02-4D7F-8E10-2B43F8AB1B88}"/>
                </a:ext>
              </a:extLst>
            </p:cNvPr>
            <p:cNvSpPr>
              <a:spLocks/>
            </p:cNvSpPr>
            <p:nvPr/>
          </p:nvSpPr>
          <p:spPr bwMode="auto">
            <a:xfrm>
              <a:off x="2690813" y="773113"/>
              <a:ext cx="196850" cy="196850"/>
            </a:xfrm>
            <a:custGeom>
              <a:avLst/>
              <a:gdLst>
                <a:gd name="T0" fmla="*/ 10 w 124"/>
                <a:gd name="T1" fmla="*/ 0 h 124"/>
                <a:gd name="T2" fmla="*/ 124 w 124"/>
                <a:gd name="T3" fmla="*/ 112 h 124"/>
                <a:gd name="T4" fmla="*/ 112 w 124"/>
                <a:gd name="T5" fmla="*/ 124 h 124"/>
                <a:gd name="T6" fmla="*/ 0 w 124"/>
                <a:gd name="T7" fmla="*/ 12 h 124"/>
                <a:gd name="T8" fmla="*/ 10 w 124"/>
                <a:gd name="T9" fmla="*/ 0 h 124"/>
              </a:gdLst>
              <a:ahLst/>
              <a:cxnLst>
                <a:cxn ang="0">
                  <a:pos x="T0" y="T1"/>
                </a:cxn>
                <a:cxn ang="0">
                  <a:pos x="T2" y="T3"/>
                </a:cxn>
                <a:cxn ang="0">
                  <a:pos x="T4" y="T5"/>
                </a:cxn>
                <a:cxn ang="0">
                  <a:pos x="T6" y="T7"/>
                </a:cxn>
                <a:cxn ang="0">
                  <a:pos x="T8" y="T9"/>
                </a:cxn>
              </a:cxnLst>
              <a:rect l="0" t="0" r="r" b="b"/>
              <a:pathLst>
                <a:path w="124" h="124">
                  <a:moveTo>
                    <a:pt x="10" y="0"/>
                  </a:moveTo>
                  <a:lnTo>
                    <a:pt x="124" y="112"/>
                  </a:lnTo>
                  <a:lnTo>
                    <a:pt x="112" y="124"/>
                  </a:lnTo>
                  <a:lnTo>
                    <a:pt x="0" y="12"/>
                  </a:lnTo>
                  <a:lnTo>
                    <a:pt x="1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Rectangle 95">
              <a:extLst>
                <a:ext uri="{FF2B5EF4-FFF2-40B4-BE49-F238E27FC236}">
                  <a16:creationId xmlns:a16="http://schemas.microsoft.com/office/drawing/2014/main" id="{BD079FCF-B5FD-4C73-BBCB-3CA2565BD6C0}"/>
                </a:ext>
              </a:extLst>
            </p:cNvPr>
            <p:cNvSpPr>
              <a:spLocks noChangeArrowheads="1"/>
            </p:cNvSpPr>
            <p:nvPr/>
          </p:nvSpPr>
          <p:spPr bwMode="auto">
            <a:xfrm>
              <a:off x="2674938" y="755650"/>
              <a:ext cx="41275" cy="230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Freeform 96">
              <a:extLst>
                <a:ext uri="{FF2B5EF4-FFF2-40B4-BE49-F238E27FC236}">
                  <a16:creationId xmlns:a16="http://schemas.microsoft.com/office/drawing/2014/main" id="{72531B99-93E9-49EB-8BDB-598751A8A92B}"/>
                </a:ext>
              </a:extLst>
            </p:cNvPr>
            <p:cNvSpPr>
              <a:spLocks/>
            </p:cNvSpPr>
            <p:nvPr/>
          </p:nvSpPr>
          <p:spPr bwMode="auto">
            <a:xfrm>
              <a:off x="2498725" y="773113"/>
              <a:ext cx="201613" cy="196850"/>
            </a:xfrm>
            <a:custGeom>
              <a:avLst/>
              <a:gdLst>
                <a:gd name="T0" fmla="*/ 0 w 127"/>
                <a:gd name="T1" fmla="*/ 112 h 124"/>
                <a:gd name="T2" fmla="*/ 115 w 127"/>
                <a:gd name="T3" fmla="*/ 0 h 124"/>
                <a:gd name="T4" fmla="*/ 127 w 127"/>
                <a:gd name="T5" fmla="*/ 12 h 124"/>
                <a:gd name="T6" fmla="*/ 12 w 127"/>
                <a:gd name="T7" fmla="*/ 124 h 124"/>
                <a:gd name="T8" fmla="*/ 0 w 127"/>
                <a:gd name="T9" fmla="*/ 112 h 124"/>
              </a:gdLst>
              <a:ahLst/>
              <a:cxnLst>
                <a:cxn ang="0">
                  <a:pos x="T0" y="T1"/>
                </a:cxn>
                <a:cxn ang="0">
                  <a:pos x="T2" y="T3"/>
                </a:cxn>
                <a:cxn ang="0">
                  <a:pos x="T4" y="T5"/>
                </a:cxn>
                <a:cxn ang="0">
                  <a:pos x="T6" y="T7"/>
                </a:cxn>
                <a:cxn ang="0">
                  <a:pos x="T8" y="T9"/>
                </a:cxn>
              </a:cxnLst>
              <a:rect l="0" t="0" r="r" b="b"/>
              <a:pathLst>
                <a:path w="127" h="124">
                  <a:moveTo>
                    <a:pt x="0" y="112"/>
                  </a:moveTo>
                  <a:lnTo>
                    <a:pt x="115" y="0"/>
                  </a:lnTo>
                  <a:lnTo>
                    <a:pt x="127" y="12"/>
                  </a:lnTo>
                  <a:lnTo>
                    <a:pt x="12" y="124"/>
                  </a:lnTo>
                  <a:lnTo>
                    <a:pt x="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Freeform 97">
              <a:extLst>
                <a:ext uri="{FF2B5EF4-FFF2-40B4-BE49-F238E27FC236}">
                  <a16:creationId xmlns:a16="http://schemas.microsoft.com/office/drawing/2014/main" id="{655DD5EF-76F5-439C-A59F-D32BC74587AD}"/>
                </a:ext>
              </a:extLst>
            </p:cNvPr>
            <p:cNvSpPr>
              <a:spLocks/>
            </p:cNvSpPr>
            <p:nvPr/>
          </p:nvSpPr>
          <p:spPr bwMode="auto">
            <a:xfrm>
              <a:off x="2498725" y="773113"/>
              <a:ext cx="201613" cy="196850"/>
            </a:xfrm>
            <a:custGeom>
              <a:avLst/>
              <a:gdLst>
                <a:gd name="T0" fmla="*/ 12 w 127"/>
                <a:gd name="T1" fmla="*/ 0 h 124"/>
                <a:gd name="T2" fmla="*/ 127 w 127"/>
                <a:gd name="T3" fmla="*/ 112 h 124"/>
                <a:gd name="T4" fmla="*/ 115 w 127"/>
                <a:gd name="T5" fmla="*/ 124 h 124"/>
                <a:gd name="T6" fmla="*/ 0 w 127"/>
                <a:gd name="T7" fmla="*/ 12 h 124"/>
                <a:gd name="T8" fmla="*/ 12 w 127"/>
                <a:gd name="T9" fmla="*/ 0 h 124"/>
              </a:gdLst>
              <a:ahLst/>
              <a:cxnLst>
                <a:cxn ang="0">
                  <a:pos x="T0" y="T1"/>
                </a:cxn>
                <a:cxn ang="0">
                  <a:pos x="T2" y="T3"/>
                </a:cxn>
                <a:cxn ang="0">
                  <a:pos x="T4" y="T5"/>
                </a:cxn>
                <a:cxn ang="0">
                  <a:pos x="T6" y="T7"/>
                </a:cxn>
                <a:cxn ang="0">
                  <a:pos x="T8" y="T9"/>
                </a:cxn>
              </a:cxnLst>
              <a:rect l="0" t="0" r="r" b="b"/>
              <a:pathLst>
                <a:path w="127" h="124">
                  <a:moveTo>
                    <a:pt x="12" y="0"/>
                  </a:moveTo>
                  <a:lnTo>
                    <a:pt x="127" y="112"/>
                  </a:lnTo>
                  <a:lnTo>
                    <a:pt x="115" y="124"/>
                  </a:lnTo>
                  <a:lnTo>
                    <a:pt x="0" y="12"/>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Rectangle 98">
              <a:extLst>
                <a:ext uri="{FF2B5EF4-FFF2-40B4-BE49-F238E27FC236}">
                  <a16:creationId xmlns:a16="http://schemas.microsoft.com/office/drawing/2014/main" id="{12614028-6637-4A32-9594-AD4AEBCA49D6}"/>
                </a:ext>
              </a:extLst>
            </p:cNvPr>
            <p:cNvSpPr>
              <a:spLocks noChangeArrowheads="1"/>
            </p:cNvSpPr>
            <p:nvPr/>
          </p:nvSpPr>
          <p:spPr bwMode="auto">
            <a:xfrm>
              <a:off x="2486025" y="755650"/>
              <a:ext cx="41275" cy="230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Freeform 99">
              <a:extLst>
                <a:ext uri="{FF2B5EF4-FFF2-40B4-BE49-F238E27FC236}">
                  <a16:creationId xmlns:a16="http://schemas.microsoft.com/office/drawing/2014/main" id="{E5117DA5-34A5-4FF1-9582-E771FC0EC618}"/>
                </a:ext>
              </a:extLst>
            </p:cNvPr>
            <p:cNvSpPr>
              <a:spLocks/>
            </p:cNvSpPr>
            <p:nvPr/>
          </p:nvSpPr>
          <p:spPr bwMode="auto">
            <a:xfrm>
              <a:off x="2311400" y="773113"/>
              <a:ext cx="196850" cy="196850"/>
            </a:xfrm>
            <a:custGeom>
              <a:avLst/>
              <a:gdLst>
                <a:gd name="T0" fmla="*/ 0 w 124"/>
                <a:gd name="T1" fmla="*/ 112 h 124"/>
                <a:gd name="T2" fmla="*/ 112 w 124"/>
                <a:gd name="T3" fmla="*/ 0 h 124"/>
                <a:gd name="T4" fmla="*/ 124 w 124"/>
                <a:gd name="T5" fmla="*/ 12 h 124"/>
                <a:gd name="T6" fmla="*/ 12 w 124"/>
                <a:gd name="T7" fmla="*/ 124 h 124"/>
                <a:gd name="T8" fmla="*/ 0 w 124"/>
                <a:gd name="T9" fmla="*/ 112 h 124"/>
              </a:gdLst>
              <a:ahLst/>
              <a:cxnLst>
                <a:cxn ang="0">
                  <a:pos x="T0" y="T1"/>
                </a:cxn>
                <a:cxn ang="0">
                  <a:pos x="T2" y="T3"/>
                </a:cxn>
                <a:cxn ang="0">
                  <a:pos x="T4" y="T5"/>
                </a:cxn>
                <a:cxn ang="0">
                  <a:pos x="T6" y="T7"/>
                </a:cxn>
                <a:cxn ang="0">
                  <a:pos x="T8" y="T9"/>
                </a:cxn>
              </a:cxnLst>
              <a:rect l="0" t="0" r="r" b="b"/>
              <a:pathLst>
                <a:path w="124" h="124">
                  <a:moveTo>
                    <a:pt x="0" y="112"/>
                  </a:moveTo>
                  <a:lnTo>
                    <a:pt x="112" y="0"/>
                  </a:lnTo>
                  <a:lnTo>
                    <a:pt x="124" y="12"/>
                  </a:lnTo>
                  <a:lnTo>
                    <a:pt x="12" y="124"/>
                  </a:lnTo>
                  <a:lnTo>
                    <a:pt x="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 name="Freeform 100">
              <a:extLst>
                <a:ext uri="{FF2B5EF4-FFF2-40B4-BE49-F238E27FC236}">
                  <a16:creationId xmlns:a16="http://schemas.microsoft.com/office/drawing/2014/main" id="{11CF2F24-E201-437D-8619-2CD4AE17C1DE}"/>
                </a:ext>
              </a:extLst>
            </p:cNvPr>
            <p:cNvSpPr>
              <a:spLocks/>
            </p:cNvSpPr>
            <p:nvPr/>
          </p:nvSpPr>
          <p:spPr bwMode="auto">
            <a:xfrm>
              <a:off x="2311400" y="773113"/>
              <a:ext cx="196850" cy="196850"/>
            </a:xfrm>
            <a:custGeom>
              <a:avLst/>
              <a:gdLst>
                <a:gd name="T0" fmla="*/ 12 w 124"/>
                <a:gd name="T1" fmla="*/ 0 h 124"/>
                <a:gd name="T2" fmla="*/ 124 w 124"/>
                <a:gd name="T3" fmla="*/ 112 h 124"/>
                <a:gd name="T4" fmla="*/ 112 w 124"/>
                <a:gd name="T5" fmla="*/ 124 h 124"/>
                <a:gd name="T6" fmla="*/ 0 w 124"/>
                <a:gd name="T7" fmla="*/ 12 h 124"/>
                <a:gd name="T8" fmla="*/ 12 w 124"/>
                <a:gd name="T9" fmla="*/ 0 h 124"/>
              </a:gdLst>
              <a:ahLst/>
              <a:cxnLst>
                <a:cxn ang="0">
                  <a:pos x="T0" y="T1"/>
                </a:cxn>
                <a:cxn ang="0">
                  <a:pos x="T2" y="T3"/>
                </a:cxn>
                <a:cxn ang="0">
                  <a:pos x="T4" y="T5"/>
                </a:cxn>
                <a:cxn ang="0">
                  <a:pos x="T6" y="T7"/>
                </a:cxn>
                <a:cxn ang="0">
                  <a:pos x="T8" y="T9"/>
                </a:cxn>
              </a:cxnLst>
              <a:rect l="0" t="0" r="r" b="b"/>
              <a:pathLst>
                <a:path w="124" h="124">
                  <a:moveTo>
                    <a:pt x="12" y="0"/>
                  </a:moveTo>
                  <a:lnTo>
                    <a:pt x="124" y="112"/>
                  </a:lnTo>
                  <a:lnTo>
                    <a:pt x="112" y="124"/>
                  </a:lnTo>
                  <a:lnTo>
                    <a:pt x="0" y="12"/>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101">
              <a:extLst>
                <a:ext uri="{FF2B5EF4-FFF2-40B4-BE49-F238E27FC236}">
                  <a16:creationId xmlns:a16="http://schemas.microsoft.com/office/drawing/2014/main" id="{F1214A04-D28B-472F-BD56-BD1F9E422025}"/>
                </a:ext>
              </a:extLst>
            </p:cNvPr>
            <p:cNvSpPr>
              <a:spLocks/>
            </p:cNvSpPr>
            <p:nvPr/>
          </p:nvSpPr>
          <p:spPr bwMode="auto">
            <a:xfrm>
              <a:off x="1052513" y="628650"/>
              <a:ext cx="652463" cy="474662"/>
            </a:xfrm>
            <a:custGeom>
              <a:avLst/>
              <a:gdLst>
                <a:gd name="T0" fmla="*/ 205 w 205"/>
                <a:gd name="T1" fmla="*/ 149 h 149"/>
                <a:gd name="T2" fmla="*/ 0 w 205"/>
                <a:gd name="T3" fmla="*/ 149 h 149"/>
                <a:gd name="T4" fmla="*/ 0 w 205"/>
                <a:gd name="T5" fmla="*/ 0 h 149"/>
                <a:gd name="T6" fmla="*/ 125 w 205"/>
                <a:gd name="T7" fmla="*/ 0 h 149"/>
                <a:gd name="T8" fmla="*/ 205 w 205"/>
                <a:gd name="T9" fmla="*/ 67 h 149"/>
                <a:gd name="T10" fmla="*/ 205 w 205"/>
                <a:gd name="T11" fmla="*/ 149 h 149"/>
              </a:gdLst>
              <a:ahLst/>
              <a:cxnLst>
                <a:cxn ang="0">
                  <a:pos x="T0" y="T1"/>
                </a:cxn>
                <a:cxn ang="0">
                  <a:pos x="T2" y="T3"/>
                </a:cxn>
                <a:cxn ang="0">
                  <a:pos x="T4" y="T5"/>
                </a:cxn>
                <a:cxn ang="0">
                  <a:pos x="T6" y="T7"/>
                </a:cxn>
                <a:cxn ang="0">
                  <a:pos x="T8" y="T9"/>
                </a:cxn>
                <a:cxn ang="0">
                  <a:pos x="T10" y="T11"/>
                </a:cxn>
              </a:cxnLst>
              <a:rect l="0" t="0" r="r" b="b"/>
              <a:pathLst>
                <a:path w="205" h="149">
                  <a:moveTo>
                    <a:pt x="205" y="149"/>
                  </a:moveTo>
                  <a:cubicBezTo>
                    <a:pt x="0" y="149"/>
                    <a:pt x="0" y="149"/>
                    <a:pt x="0" y="149"/>
                  </a:cubicBezTo>
                  <a:cubicBezTo>
                    <a:pt x="0" y="0"/>
                    <a:pt x="0" y="0"/>
                    <a:pt x="0" y="0"/>
                  </a:cubicBezTo>
                  <a:cubicBezTo>
                    <a:pt x="125" y="0"/>
                    <a:pt x="125" y="0"/>
                    <a:pt x="125" y="0"/>
                  </a:cubicBezTo>
                  <a:cubicBezTo>
                    <a:pt x="169" y="0"/>
                    <a:pt x="205" y="30"/>
                    <a:pt x="205" y="67"/>
                  </a:cubicBezTo>
                  <a:lnTo>
                    <a:pt x="205" y="1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Rectangle 102">
              <a:extLst>
                <a:ext uri="{FF2B5EF4-FFF2-40B4-BE49-F238E27FC236}">
                  <a16:creationId xmlns:a16="http://schemas.microsoft.com/office/drawing/2014/main" id="{EF1A0428-1375-40F8-949D-73BF9D675116}"/>
                </a:ext>
              </a:extLst>
            </p:cNvPr>
            <p:cNvSpPr>
              <a:spLocks noChangeArrowheads="1"/>
            </p:cNvSpPr>
            <p:nvPr/>
          </p:nvSpPr>
          <p:spPr bwMode="auto">
            <a:xfrm>
              <a:off x="236538" y="698500"/>
              <a:ext cx="219075" cy="4905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103">
              <a:extLst>
                <a:ext uri="{FF2B5EF4-FFF2-40B4-BE49-F238E27FC236}">
                  <a16:creationId xmlns:a16="http://schemas.microsoft.com/office/drawing/2014/main" id="{5D2D8534-2FF4-4623-AEA6-7908FE311242}"/>
                </a:ext>
              </a:extLst>
            </p:cNvPr>
            <p:cNvSpPr>
              <a:spLocks/>
            </p:cNvSpPr>
            <p:nvPr/>
          </p:nvSpPr>
          <p:spPr bwMode="auto">
            <a:xfrm>
              <a:off x="411163" y="1588"/>
              <a:ext cx="3952875" cy="977900"/>
            </a:xfrm>
            <a:custGeom>
              <a:avLst/>
              <a:gdLst>
                <a:gd name="T0" fmla="*/ 2474 w 2490"/>
                <a:gd name="T1" fmla="*/ 616 h 616"/>
                <a:gd name="T2" fmla="*/ 580 w 2490"/>
                <a:gd name="T3" fmla="*/ 48 h 616"/>
                <a:gd name="T4" fmla="*/ 28 w 2490"/>
                <a:gd name="T5" fmla="*/ 469 h 616"/>
                <a:gd name="T6" fmla="*/ 0 w 2490"/>
                <a:gd name="T7" fmla="*/ 437 h 616"/>
                <a:gd name="T8" fmla="*/ 572 w 2490"/>
                <a:gd name="T9" fmla="*/ 0 h 616"/>
                <a:gd name="T10" fmla="*/ 2490 w 2490"/>
                <a:gd name="T11" fmla="*/ 578 h 616"/>
                <a:gd name="T12" fmla="*/ 2474 w 2490"/>
                <a:gd name="T13" fmla="*/ 616 h 616"/>
              </a:gdLst>
              <a:ahLst/>
              <a:cxnLst>
                <a:cxn ang="0">
                  <a:pos x="T0" y="T1"/>
                </a:cxn>
                <a:cxn ang="0">
                  <a:pos x="T2" y="T3"/>
                </a:cxn>
                <a:cxn ang="0">
                  <a:pos x="T4" y="T5"/>
                </a:cxn>
                <a:cxn ang="0">
                  <a:pos x="T6" y="T7"/>
                </a:cxn>
                <a:cxn ang="0">
                  <a:pos x="T8" y="T9"/>
                </a:cxn>
                <a:cxn ang="0">
                  <a:pos x="T10" y="T11"/>
                </a:cxn>
                <a:cxn ang="0">
                  <a:pos x="T12" y="T13"/>
                </a:cxn>
              </a:cxnLst>
              <a:rect l="0" t="0" r="r" b="b"/>
              <a:pathLst>
                <a:path w="2490" h="616">
                  <a:moveTo>
                    <a:pt x="2474" y="616"/>
                  </a:moveTo>
                  <a:lnTo>
                    <a:pt x="580" y="48"/>
                  </a:lnTo>
                  <a:lnTo>
                    <a:pt x="28" y="469"/>
                  </a:lnTo>
                  <a:lnTo>
                    <a:pt x="0" y="437"/>
                  </a:lnTo>
                  <a:lnTo>
                    <a:pt x="572" y="0"/>
                  </a:lnTo>
                  <a:lnTo>
                    <a:pt x="2490" y="578"/>
                  </a:lnTo>
                  <a:lnTo>
                    <a:pt x="2474" y="6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Rectangle 104">
              <a:extLst>
                <a:ext uri="{FF2B5EF4-FFF2-40B4-BE49-F238E27FC236}">
                  <a16:creationId xmlns:a16="http://schemas.microsoft.com/office/drawing/2014/main" id="{5BB9E17A-220B-48A2-8F0E-FCBDAE589CAE}"/>
                </a:ext>
              </a:extLst>
            </p:cNvPr>
            <p:cNvSpPr>
              <a:spLocks noChangeArrowheads="1"/>
            </p:cNvSpPr>
            <p:nvPr/>
          </p:nvSpPr>
          <p:spPr bwMode="auto">
            <a:xfrm>
              <a:off x="4294188" y="966788"/>
              <a:ext cx="44450" cy="1012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Rectangle 105">
              <a:extLst>
                <a:ext uri="{FF2B5EF4-FFF2-40B4-BE49-F238E27FC236}">
                  <a16:creationId xmlns:a16="http://schemas.microsoft.com/office/drawing/2014/main" id="{9A0D611E-9F25-4C68-AAFB-2130AD47F698}"/>
                </a:ext>
              </a:extLst>
            </p:cNvPr>
            <p:cNvSpPr>
              <a:spLocks noChangeArrowheads="1"/>
            </p:cNvSpPr>
            <p:nvPr/>
          </p:nvSpPr>
          <p:spPr bwMode="auto">
            <a:xfrm>
              <a:off x="3952875" y="1938338"/>
              <a:ext cx="736600" cy="2413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Rectangle 106">
              <a:extLst>
                <a:ext uri="{FF2B5EF4-FFF2-40B4-BE49-F238E27FC236}">
                  <a16:creationId xmlns:a16="http://schemas.microsoft.com/office/drawing/2014/main" id="{07EB0736-3617-4F98-AE1E-BC2A49521A88}"/>
                </a:ext>
              </a:extLst>
            </p:cNvPr>
            <p:cNvSpPr>
              <a:spLocks noChangeArrowheads="1"/>
            </p:cNvSpPr>
            <p:nvPr/>
          </p:nvSpPr>
          <p:spPr bwMode="auto">
            <a:xfrm>
              <a:off x="4224338" y="1855788"/>
              <a:ext cx="187325" cy="123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Rectangle 107">
              <a:extLst>
                <a:ext uri="{FF2B5EF4-FFF2-40B4-BE49-F238E27FC236}">
                  <a16:creationId xmlns:a16="http://schemas.microsoft.com/office/drawing/2014/main" id="{F4D90D66-0E3B-4BC2-8FA3-D98C67D2C9D0}"/>
                </a:ext>
              </a:extLst>
            </p:cNvPr>
            <p:cNvSpPr>
              <a:spLocks noChangeArrowheads="1"/>
            </p:cNvSpPr>
            <p:nvPr/>
          </p:nvSpPr>
          <p:spPr bwMode="auto">
            <a:xfrm>
              <a:off x="3044825" y="752475"/>
              <a:ext cx="771525" cy="36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108">
              <a:extLst>
                <a:ext uri="{FF2B5EF4-FFF2-40B4-BE49-F238E27FC236}">
                  <a16:creationId xmlns:a16="http://schemas.microsoft.com/office/drawing/2014/main" id="{2AFD7427-6FA0-4B03-8EAE-D3FD2BFF98D1}"/>
                </a:ext>
              </a:extLst>
            </p:cNvPr>
            <p:cNvSpPr>
              <a:spLocks/>
            </p:cNvSpPr>
            <p:nvPr/>
          </p:nvSpPr>
          <p:spPr bwMode="auto">
            <a:xfrm>
              <a:off x="3044825" y="900113"/>
              <a:ext cx="1287463" cy="88900"/>
            </a:xfrm>
            <a:custGeom>
              <a:avLst/>
              <a:gdLst>
                <a:gd name="T0" fmla="*/ 0 w 811"/>
                <a:gd name="T1" fmla="*/ 56 h 56"/>
                <a:gd name="T2" fmla="*/ 0 w 811"/>
                <a:gd name="T3" fmla="*/ 30 h 56"/>
                <a:gd name="T4" fmla="*/ 725 w 811"/>
                <a:gd name="T5" fmla="*/ 30 h 56"/>
                <a:gd name="T6" fmla="*/ 735 w 811"/>
                <a:gd name="T7" fmla="*/ 0 h 56"/>
                <a:gd name="T8" fmla="*/ 811 w 811"/>
                <a:gd name="T9" fmla="*/ 30 h 56"/>
                <a:gd name="T10" fmla="*/ 811 w 811"/>
                <a:gd name="T11" fmla="*/ 56 h 56"/>
                <a:gd name="T12" fmla="*/ 0 w 811"/>
                <a:gd name="T13" fmla="*/ 56 h 56"/>
              </a:gdLst>
              <a:ahLst/>
              <a:cxnLst>
                <a:cxn ang="0">
                  <a:pos x="T0" y="T1"/>
                </a:cxn>
                <a:cxn ang="0">
                  <a:pos x="T2" y="T3"/>
                </a:cxn>
                <a:cxn ang="0">
                  <a:pos x="T4" y="T5"/>
                </a:cxn>
                <a:cxn ang="0">
                  <a:pos x="T6" y="T7"/>
                </a:cxn>
                <a:cxn ang="0">
                  <a:pos x="T8" y="T9"/>
                </a:cxn>
                <a:cxn ang="0">
                  <a:pos x="T10" y="T11"/>
                </a:cxn>
                <a:cxn ang="0">
                  <a:pos x="T12" y="T13"/>
                </a:cxn>
              </a:cxnLst>
              <a:rect l="0" t="0" r="r" b="b"/>
              <a:pathLst>
                <a:path w="811" h="56">
                  <a:moveTo>
                    <a:pt x="0" y="56"/>
                  </a:moveTo>
                  <a:lnTo>
                    <a:pt x="0" y="30"/>
                  </a:lnTo>
                  <a:lnTo>
                    <a:pt x="725" y="30"/>
                  </a:lnTo>
                  <a:lnTo>
                    <a:pt x="735" y="0"/>
                  </a:lnTo>
                  <a:lnTo>
                    <a:pt x="811" y="30"/>
                  </a:lnTo>
                  <a:lnTo>
                    <a:pt x="811" y="56"/>
                  </a:lnTo>
                  <a:lnTo>
                    <a:pt x="0"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Rectangle 109">
              <a:extLst>
                <a:ext uri="{FF2B5EF4-FFF2-40B4-BE49-F238E27FC236}">
                  <a16:creationId xmlns:a16="http://schemas.microsoft.com/office/drawing/2014/main" id="{95F0ABD9-F98C-47DA-B6CB-750AF10E6581}"/>
                </a:ext>
              </a:extLst>
            </p:cNvPr>
            <p:cNvSpPr>
              <a:spLocks noChangeArrowheads="1"/>
            </p:cNvSpPr>
            <p:nvPr/>
          </p:nvSpPr>
          <p:spPr bwMode="auto">
            <a:xfrm>
              <a:off x="3781425" y="752475"/>
              <a:ext cx="34925" cy="2143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Rectangle 110">
              <a:extLst>
                <a:ext uri="{FF2B5EF4-FFF2-40B4-BE49-F238E27FC236}">
                  <a16:creationId xmlns:a16="http://schemas.microsoft.com/office/drawing/2014/main" id="{2B777433-D91C-45E4-8FBB-080911726A23}"/>
                </a:ext>
              </a:extLst>
            </p:cNvPr>
            <p:cNvSpPr>
              <a:spLocks noChangeArrowheads="1"/>
            </p:cNvSpPr>
            <p:nvPr/>
          </p:nvSpPr>
          <p:spPr bwMode="auto">
            <a:xfrm>
              <a:off x="3949700" y="820738"/>
              <a:ext cx="38100" cy="1333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111">
              <a:extLst>
                <a:ext uri="{FF2B5EF4-FFF2-40B4-BE49-F238E27FC236}">
                  <a16:creationId xmlns:a16="http://schemas.microsoft.com/office/drawing/2014/main" id="{0F5EA16B-9564-44E4-A852-2B340A549E57}"/>
                </a:ext>
              </a:extLst>
            </p:cNvPr>
            <p:cNvSpPr>
              <a:spLocks/>
            </p:cNvSpPr>
            <p:nvPr/>
          </p:nvSpPr>
          <p:spPr bwMode="auto">
            <a:xfrm>
              <a:off x="3614738" y="768350"/>
              <a:ext cx="185738" cy="185737"/>
            </a:xfrm>
            <a:custGeom>
              <a:avLst/>
              <a:gdLst>
                <a:gd name="T0" fmla="*/ 0 w 117"/>
                <a:gd name="T1" fmla="*/ 105 h 117"/>
                <a:gd name="T2" fmla="*/ 107 w 117"/>
                <a:gd name="T3" fmla="*/ 0 h 117"/>
                <a:gd name="T4" fmla="*/ 117 w 117"/>
                <a:gd name="T5" fmla="*/ 11 h 117"/>
                <a:gd name="T6" fmla="*/ 12 w 117"/>
                <a:gd name="T7" fmla="*/ 117 h 117"/>
                <a:gd name="T8" fmla="*/ 0 w 117"/>
                <a:gd name="T9" fmla="*/ 105 h 117"/>
              </a:gdLst>
              <a:ahLst/>
              <a:cxnLst>
                <a:cxn ang="0">
                  <a:pos x="T0" y="T1"/>
                </a:cxn>
                <a:cxn ang="0">
                  <a:pos x="T2" y="T3"/>
                </a:cxn>
                <a:cxn ang="0">
                  <a:pos x="T4" y="T5"/>
                </a:cxn>
                <a:cxn ang="0">
                  <a:pos x="T6" y="T7"/>
                </a:cxn>
                <a:cxn ang="0">
                  <a:pos x="T8" y="T9"/>
                </a:cxn>
              </a:cxnLst>
              <a:rect l="0" t="0" r="r" b="b"/>
              <a:pathLst>
                <a:path w="117" h="117">
                  <a:moveTo>
                    <a:pt x="0" y="105"/>
                  </a:moveTo>
                  <a:lnTo>
                    <a:pt x="107" y="0"/>
                  </a:lnTo>
                  <a:lnTo>
                    <a:pt x="117" y="11"/>
                  </a:lnTo>
                  <a:lnTo>
                    <a:pt x="12" y="117"/>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Freeform 112">
              <a:extLst>
                <a:ext uri="{FF2B5EF4-FFF2-40B4-BE49-F238E27FC236}">
                  <a16:creationId xmlns:a16="http://schemas.microsoft.com/office/drawing/2014/main" id="{0C6CD059-A68A-4255-8A29-C3948126C993}"/>
                </a:ext>
              </a:extLst>
            </p:cNvPr>
            <p:cNvSpPr>
              <a:spLocks/>
            </p:cNvSpPr>
            <p:nvPr/>
          </p:nvSpPr>
          <p:spPr bwMode="auto">
            <a:xfrm>
              <a:off x="3797300" y="814388"/>
              <a:ext cx="142875" cy="139700"/>
            </a:xfrm>
            <a:custGeom>
              <a:avLst/>
              <a:gdLst>
                <a:gd name="T0" fmla="*/ 0 w 90"/>
                <a:gd name="T1" fmla="*/ 78 h 88"/>
                <a:gd name="T2" fmla="*/ 78 w 90"/>
                <a:gd name="T3" fmla="*/ 0 h 88"/>
                <a:gd name="T4" fmla="*/ 90 w 90"/>
                <a:gd name="T5" fmla="*/ 10 h 88"/>
                <a:gd name="T6" fmla="*/ 12 w 90"/>
                <a:gd name="T7" fmla="*/ 88 h 88"/>
                <a:gd name="T8" fmla="*/ 0 w 90"/>
                <a:gd name="T9" fmla="*/ 78 h 88"/>
              </a:gdLst>
              <a:ahLst/>
              <a:cxnLst>
                <a:cxn ang="0">
                  <a:pos x="T0" y="T1"/>
                </a:cxn>
                <a:cxn ang="0">
                  <a:pos x="T2" y="T3"/>
                </a:cxn>
                <a:cxn ang="0">
                  <a:pos x="T4" y="T5"/>
                </a:cxn>
                <a:cxn ang="0">
                  <a:pos x="T6" y="T7"/>
                </a:cxn>
                <a:cxn ang="0">
                  <a:pos x="T8" y="T9"/>
                </a:cxn>
              </a:cxnLst>
              <a:rect l="0" t="0" r="r" b="b"/>
              <a:pathLst>
                <a:path w="90" h="88">
                  <a:moveTo>
                    <a:pt x="0" y="78"/>
                  </a:moveTo>
                  <a:lnTo>
                    <a:pt x="78" y="0"/>
                  </a:lnTo>
                  <a:lnTo>
                    <a:pt x="90" y="10"/>
                  </a:lnTo>
                  <a:lnTo>
                    <a:pt x="12" y="88"/>
                  </a:lnTo>
                  <a:lnTo>
                    <a:pt x="0" y="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Freeform 113">
              <a:extLst>
                <a:ext uri="{FF2B5EF4-FFF2-40B4-BE49-F238E27FC236}">
                  <a16:creationId xmlns:a16="http://schemas.microsoft.com/office/drawing/2014/main" id="{0072BB92-886F-463B-A076-69C8D35E23F8}"/>
                </a:ext>
              </a:extLst>
            </p:cNvPr>
            <p:cNvSpPr>
              <a:spLocks/>
            </p:cNvSpPr>
            <p:nvPr/>
          </p:nvSpPr>
          <p:spPr bwMode="auto">
            <a:xfrm>
              <a:off x="3614738" y="768350"/>
              <a:ext cx="185738" cy="185737"/>
            </a:xfrm>
            <a:custGeom>
              <a:avLst/>
              <a:gdLst>
                <a:gd name="T0" fmla="*/ 12 w 117"/>
                <a:gd name="T1" fmla="*/ 0 h 117"/>
                <a:gd name="T2" fmla="*/ 117 w 117"/>
                <a:gd name="T3" fmla="*/ 105 h 117"/>
                <a:gd name="T4" fmla="*/ 107 w 117"/>
                <a:gd name="T5" fmla="*/ 117 h 117"/>
                <a:gd name="T6" fmla="*/ 0 w 117"/>
                <a:gd name="T7" fmla="*/ 11 h 117"/>
                <a:gd name="T8" fmla="*/ 12 w 117"/>
                <a:gd name="T9" fmla="*/ 0 h 117"/>
              </a:gdLst>
              <a:ahLst/>
              <a:cxnLst>
                <a:cxn ang="0">
                  <a:pos x="T0" y="T1"/>
                </a:cxn>
                <a:cxn ang="0">
                  <a:pos x="T2" y="T3"/>
                </a:cxn>
                <a:cxn ang="0">
                  <a:pos x="T4" y="T5"/>
                </a:cxn>
                <a:cxn ang="0">
                  <a:pos x="T6" y="T7"/>
                </a:cxn>
                <a:cxn ang="0">
                  <a:pos x="T8" y="T9"/>
                </a:cxn>
              </a:cxnLst>
              <a:rect l="0" t="0" r="r" b="b"/>
              <a:pathLst>
                <a:path w="117" h="117">
                  <a:moveTo>
                    <a:pt x="12" y="0"/>
                  </a:moveTo>
                  <a:lnTo>
                    <a:pt x="117" y="105"/>
                  </a:lnTo>
                  <a:lnTo>
                    <a:pt x="107" y="117"/>
                  </a:lnTo>
                  <a:lnTo>
                    <a:pt x="0" y="11"/>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Rectangle 114">
              <a:extLst>
                <a:ext uri="{FF2B5EF4-FFF2-40B4-BE49-F238E27FC236}">
                  <a16:creationId xmlns:a16="http://schemas.microsoft.com/office/drawing/2014/main" id="{6E9DC577-21E3-4D66-9993-7CD62B5B73FB}"/>
                </a:ext>
              </a:extLst>
            </p:cNvPr>
            <p:cNvSpPr>
              <a:spLocks noChangeArrowheads="1"/>
            </p:cNvSpPr>
            <p:nvPr/>
          </p:nvSpPr>
          <p:spPr bwMode="auto">
            <a:xfrm>
              <a:off x="3602038" y="752475"/>
              <a:ext cx="38100" cy="2143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Freeform 115">
              <a:extLst>
                <a:ext uri="{FF2B5EF4-FFF2-40B4-BE49-F238E27FC236}">
                  <a16:creationId xmlns:a16="http://schemas.microsoft.com/office/drawing/2014/main" id="{59728FCC-2F04-49FD-807F-0BE902EEFA46}"/>
                </a:ext>
              </a:extLst>
            </p:cNvPr>
            <p:cNvSpPr>
              <a:spLocks/>
            </p:cNvSpPr>
            <p:nvPr/>
          </p:nvSpPr>
          <p:spPr bwMode="auto">
            <a:xfrm>
              <a:off x="3440113" y="768350"/>
              <a:ext cx="184150" cy="185737"/>
            </a:xfrm>
            <a:custGeom>
              <a:avLst/>
              <a:gdLst>
                <a:gd name="T0" fmla="*/ 0 w 116"/>
                <a:gd name="T1" fmla="*/ 105 h 117"/>
                <a:gd name="T2" fmla="*/ 104 w 116"/>
                <a:gd name="T3" fmla="*/ 0 h 117"/>
                <a:gd name="T4" fmla="*/ 116 w 116"/>
                <a:gd name="T5" fmla="*/ 11 h 117"/>
                <a:gd name="T6" fmla="*/ 10 w 116"/>
                <a:gd name="T7" fmla="*/ 117 h 117"/>
                <a:gd name="T8" fmla="*/ 0 w 116"/>
                <a:gd name="T9" fmla="*/ 105 h 117"/>
              </a:gdLst>
              <a:ahLst/>
              <a:cxnLst>
                <a:cxn ang="0">
                  <a:pos x="T0" y="T1"/>
                </a:cxn>
                <a:cxn ang="0">
                  <a:pos x="T2" y="T3"/>
                </a:cxn>
                <a:cxn ang="0">
                  <a:pos x="T4" y="T5"/>
                </a:cxn>
                <a:cxn ang="0">
                  <a:pos x="T6" y="T7"/>
                </a:cxn>
                <a:cxn ang="0">
                  <a:pos x="T8" y="T9"/>
                </a:cxn>
              </a:cxnLst>
              <a:rect l="0" t="0" r="r" b="b"/>
              <a:pathLst>
                <a:path w="116" h="117">
                  <a:moveTo>
                    <a:pt x="0" y="105"/>
                  </a:moveTo>
                  <a:lnTo>
                    <a:pt x="104" y="0"/>
                  </a:lnTo>
                  <a:lnTo>
                    <a:pt x="116" y="11"/>
                  </a:lnTo>
                  <a:lnTo>
                    <a:pt x="10" y="117"/>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116">
              <a:extLst>
                <a:ext uri="{FF2B5EF4-FFF2-40B4-BE49-F238E27FC236}">
                  <a16:creationId xmlns:a16="http://schemas.microsoft.com/office/drawing/2014/main" id="{44A1446D-B918-4420-A459-56138715034C}"/>
                </a:ext>
              </a:extLst>
            </p:cNvPr>
            <p:cNvSpPr>
              <a:spLocks/>
            </p:cNvSpPr>
            <p:nvPr/>
          </p:nvSpPr>
          <p:spPr bwMode="auto">
            <a:xfrm>
              <a:off x="3440113" y="768350"/>
              <a:ext cx="184150" cy="185737"/>
            </a:xfrm>
            <a:custGeom>
              <a:avLst/>
              <a:gdLst>
                <a:gd name="T0" fmla="*/ 10 w 116"/>
                <a:gd name="T1" fmla="*/ 0 h 117"/>
                <a:gd name="T2" fmla="*/ 116 w 116"/>
                <a:gd name="T3" fmla="*/ 105 h 117"/>
                <a:gd name="T4" fmla="*/ 104 w 116"/>
                <a:gd name="T5" fmla="*/ 117 h 117"/>
                <a:gd name="T6" fmla="*/ 0 w 116"/>
                <a:gd name="T7" fmla="*/ 11 h 117"/>
                <a:gd name="T8" fmla="*/ 10 w 116"/>
                <a:gd name="T9" fmla="*/ 0 h 117"/>
              </a:gdLst>
              <a:ahLst/>
              <a:cxnLst>
                <a:cxn ang="0">
                  <a:pos x="T0" y="T1"/>
                </a:cxn>
                <a:cxn ang="0">
                  <a:pos x="T2" y="T3"/>
                </a:cxn>
                <a:cxn ang="0">
                  <a:pos x="T4" y="T5"/>
                </a:cxn>
                <a:cxn ang="0">
                  <a:pos x="T6" y="T7"/>
                </a:cxn>
                <a:cxn ang="0">
                  <a:pos x="T8" y="T9"/>
                </a:cxn>
              </a:cxnLst>
              <a:rect l="0" t="0" r="r" b="b"/>
              <a:pathLst>
                <a:path w="116" h="117">
                  <a:moveTo>
                    <a:pt x="10" y="0"/>
                  </a:moveTo>
                  <a:lnTo>
                    <a:pt x="116" y="105"/>
                  </a:lnTo>
                  <a:lnTo>
                    <a:pt x="104" y="117"/>
                  </a:lnTo>
                  <a:lnTo>
                    <a:pt x="0" y="11"/>
                  </a:lnTo>
                  <a:lnTo>
                    <a:pt x="1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Rectangle 117">
              <a:extLst>
                <a:ext uri="{FF2B5EF4-FFF2-40B4-BE49-F238E27FC236}">
                  <a16:creationId xmlns:a16="http://schemas.microsoft.com/office/drawing/2014/main" id="{AADC5436-87CD-48D8-ACF7-3E0F37A16231}"/>
                </a:ext>
              </a:extLst>
            </p:cNvPr>
            <p:cNvSpPr>
              <a:spLocks noChangeArrowheads="1"/>
            </p:cNvSpPr>
            <p:nvPr/>
          </p:nvSpPr>
          <p:spPr bwMode="auto">
            <a:xfrm>
              <a:off x="3427413" y="752475"/>
              <a:ext cx="38100" cy="2143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118">
              <a:extLst>
                <a:ext uri="{FF2B5EF4-FFF2-40B4-BE49-F238E27FC236}">
                  <a16:creationId xmlns:a16="http://schemas.microsoft.com/office/drawing/2014/main" id="{4D0E9D2F-48DC-48D3-8FE4-07713550F733}"/>
                </a:ext>
              </a:extLst>
            </p:cNvPr>
            <p:cNvSpPr>
              <a:spLocks/>
            </p:cNvSpPr>
            <p:nvPr/>
          </p:nvSpPr>
          <p:spPr bwMode="auto">
            <a:xfrm>
              <a:off x="3260725" y="768350"/>
              <a:ext cx="188913" cy="185737"/>
            </a:xfrm>
            <a:custGeom>
              <a:avLst/>
              <a:gdLst>
                <a:gd name="T0" fmla="*/ 0 w 119"/>
                <a:gd name="T1" fmla="*/ 105 h 117"/>
                <a:gd name="T2" fmla="*/ 107 w 119"/>
                <a:gd name="T3" fmla="*/ 0 h 117"/>
                <a:gd name="T4" fmla="*/ 119 w 119"/>
                <a:gd name="T5" fmla="*/ 11 h 117"/>
                <a:gd name="T6" fmla="*/ 12 w 119"/>
                <a:gd name="T7" fmla="*/ 117 h 117"/>
                <a:gd name="T8" fmla="*/ 0 w 119"/>
                <a:gd name="T9" fmla="*/ 105 h 117"/>
              </a:gdLst>
              <a:ahLst/>
              <a:cxnLst>
                <a:cxn ang="0">
                  <a:pos x="T0" y="T1"/>
                </a:cxn>
                <a:cxn ang="0">
                  <a:pos x="T2" y="T3"/>
                </a:cxn>
                <a:cxn ang="0">
                  <a:pos x="T4" y="T5"/>
                </a:cxn>
                <a:cxn ang="0">
                  <a:pos x="T6" y="T7"/>
                </a:cxn>
                <a:cxn ang="0">
                  <a:pos x="T8" y="T9"/>
                </a:cxn>
              </a:cxnLst>
              <a:rect l="0" t="0" r="r" b="b"/>
              <a:pathLst>
                <a:path w="119" h="117">
                  <a:moveTo>
                    <a:pt x="0" y="105"/>
                  </a:moveTo>
                  <a:lnTo>
                    <a:pt x="107" y="0"/>
                  </a:lnTo>
                  <a:lnTo>
                    <a:pt x="119" y="11"/>
                  </a:lnTo>
                  <a:lnTo>
                    <a:pt x="12" y="117"/>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6" name="Freeform 119">
              <a:extLst>
                <a:ext uri="{FF2B5EF4-FFF2-40B4-BE49-F238E27FC236}">
                  <a16:creationId xmlns:a16="http://schemas.microsoft.com/office/drawing/2014/main" id="{A472EDF8-7731-48DE-935E-DE77A1DE8323}"/>
                </a:ext>
              </a:extLst>
            </p:cNvPr>
            <p:cNvSpPr>
              <a:spLocks/>
            </p:cNvSpPr>
            <p:nvPr/>
          </p:nvSpPr>
          <p:spPr bwMode="auto">
            <a:xfrm>
              <a:off x="3260725" y="768350"/>
              <a:ext cx="188913" cy="185737"/>
            </a:xfrm>
            <a:custGeom>
              <a:avLst/>
              <a:gdLst>
                <a:gd name="T0" fmla="*/ 12 w 119"/>
                <a:gd name="T1" fmla="*/ 0 h 117"/>
                <a:gd name="T2" fmla="*/ 119 w 119"/>
                <a:gd name="T3" fmla="*/ 105 h 117"/>
                <a:gd name="T4" fmla="*/ 107 w 119"/>
                <a:gd name="T5" fmla="*/ 117 h 117"/>
                <a:gd name="T6" fmla="*/ 0 w 119"/>
                <a:gd name="T7" fmla="*/ 11 h 117"/>
                <a:gd name="T8" fmla="*/ 12 w 119"/>
                <a:gd name="T9" fmla="*/ 0 h 117"/>
              </a:gdLst>
              <a:ahLst/>
              <a:cxnLst>
                <a:cxn ang="0">
                  <a:pos x="T0" y="T1"/>
                </a:cxn>
                <a:cxn ang="0">
                  <a:pos x="T2" y="T3"/>
                </a:cxn>
                <a:cxn ang="0">
                  <a:pos x="T4" y="T5"/>
                </a:cxn>
                <a:cxn ang="0">
                  <a:pos x="T6" y="T7"/>
                </a:cxn>
                <a:cxn ang="0">
                  <a:pos x="T8" y="T9"/>
                </a:cxn>
              </a:cxnLst>
              <a:rect l="0" t="0" r="r" b="b"/>
              <a:pathLst>
                <a:path w="119" h="117">
                  <a:moveTo>
                    <a:pt x="12" y="0"/>
                  </a:moveTo>
                  <a:lnTo>
                    <a:pt x="119" y="105"/>
                  </a:lnTo>
                  <a:lnTo>
                    <a:pt x="107" y="117"/>
                  </a:lnTo>
                  <a:lnTo>
                    <a:pt x="0" y="11"/>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7" name="Rectangle 120">
              <a:extLst>
                <a:ext uri="{FF2B5EF4-FFF2-40B4-BE49-F238E27FC236}">
                  <a16:creationId xmlns:a16="http://schemas.microsoft.com/office/drawing/2014/main" id="{3A8ADDFA-5CBA-4993-969B-B1CE9ED623B3}"/>
                </a:ext>
              </a:extLst>
            </p:cNvPr>
            <p:cNvSpPr>
              <a:spLocks noChangeArrowheads="1"/>
            </p:cNvSpPr>
            <p:nvPr/>
          </p:nvSpPr>
          <p:spPr bwMode="auto">
            <a:xfrm>
              <a:off x="3251200" y="752475"/>
              <a:ext cx="34925" cy="2143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 name="Freeform 121">
              <a:extLst>
                <a:ext uri="{FF2B5EF4-FFF2-40B4-BE49-F238E27FC236}">
                  <a16:creationId xmlns:a16="http://schemas.microsoft.com/office/drawing/2014/main" id="{D1C253EF-87ED-4D24-9DC3-88D4215B9CA1}"/>
                </a:ext>
              </a:extLst>
            </p:cNvPr>
            <p:cNvSpPr>
              <a:spLocks/>
            </p:cNvSpPr>
            <p:nvPr/>
          </p:nvSpPr>
          <p:spPr bwMode="auto">
            <a:xfrm>
              <a:off x="3086100" y="768350"/>
              <a:ext cx="184150" cy="185737"/>
            </a:xfrm>
            <a:custGeom>
              <a:avLst/>
              <a:gdLst>
                <a:gd name="T0" fmla="*/ 0 w 116"/>
                <a:gd name="T1" fmla="*/ 105 h 117"/>
                <a:gd name="T2" fmla="*/ 106 w 116"/>
                <a:gd name="T3" fmla="*/ 0 h 117"/>
                <a:gd name="T4" fmla="*/ 116 w 116"/>
                <a:gd name="T5" fmla="*/ 11 h 117"/>
                <a:gd name="T6" fmla="*/ 12 w 116"/>
                <a:gd name="T7" fmla="*/ 117 h 117"/>
                <a:gd name="T8" fmla="*/ 0 w 116"/>
                <a:gd name="T9" fmla="*/ 105 h 117"/>
              </a:gdLst>
              <a:ahLst/>
              <a:cxnLst>
                <a:cxn ang="0">
                  <a:pos x="T0" y="T1"/>
                </a:cxn>
                <a:cxn ang="0">
                  <a:pos x="T2" y="T3"/>
                </a:cxn>
                <a:cxn ang="0">
                  <a:pos x="T4" y="T5"/>
                </a:cxn>
                <a:cxn ang="0">
                  <a:pos x="T6" y="T7"/>
                </a:cxn>
                <a:cxn ang="0">
                  <a:pos x="T8" y="T9"/>
                </a:cxn>
              </a:cxnLst>
              <a:rect l="0" t="0" r="r" b="b"/>
              <a:pathLst>
                <a:path w="116" h="117">
                  <a:moveTo>
                    <a:pt x="0" y="105"/>
                  </a:moveTo>
                  <a:lnTo>
                    <a:pt x="106" y="0"/>
                  </a:lnTo>
                  <a:lnTo>
                    <a:pt x="116" y="11"/>
                  </a:lnTo>
                  <a:lnTo>
                    <a:pt x="12" y="117"/>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9" name="Freeform 122">
              <a:extLst>
                <a:ext uri="{FF2B5EF4-FFF2-40B4-BE49-F238E27FC236}">
                  <a16:creationId xmlns:a16="http://schemas.microsoft.com/office/drawing/2014/main" id="{062AEF8F-7618-4714-B045-047397A16F54}"/>
                </a:ext>
              </a:extLst>
            </p:cNvPr>
            <p:cNvSpPr>
              <a:spLocks/>
            </p:cNvSpPr>
            <p:nvPr/>
          </p:nvSpPr>
          <p:spPr bwMode="auto">
            <a:xfrm>
              <a:off x="3086100" y="768350"/>
              <a:ext cx="184150" cy="185737"/>
            </a:xfrm>
            <a:custGeom>
              <a:avLst/>
              <a:gdLst>
                <a:gd name="T0" fmla="*/ 12 w 116"/>
                <a:gd name="T1" fmla="*/ 0 h 117"/>
                <a:gd name="T2" fmla="*/ 116 w 116"/>
                <a:gd name="T3" fmla="*/ 105 h 117"/>
                <a:gd name="T4" fmla="*/ 106 w 116"/>
                <a:gd name="T5" fmla="*/ 117 h 117"/>
                <a:gd name="T6" fmla="*/ 0 w 116"/>
                <a:gd name="T7" fmla="*/ 11 h 117"/>
                <a:gd name="T8" fmla="*/ 12 w 116"/>
                <a:gd name="T9" fmla="*/ 0 h 117"/>
              </a:gdLst>
              <a:ahLst/>
              <a:cxnLst>
                <a:cxn ang="0">
                  <a:pos x="T0" y="T1"/>
                </a:cxn>
                <a:cxn ang="0">
                  <a:pos x="T2" y="T3"/>
                </a:cxn>
                <a:cxn ang="0">
                  <a:pos x="T4" y="T5"/>
                </a:cxn>
                <a:cxn ang="0">
                  <a:pos x="T6" y="T7"/>
                </a:cxn>
                <a:cxn ang="0">
                  <a:pos x="T8" y="T9"/>
                </a:cxn>
              </a:cxnLst>
              <a:rect l="0" t="0" r="r" b="b"/>
              <a:pathLst>
                <a:path w="116" h="117">
                  <a:moveTo>
                    <a:pt x="12" y="0"/>
                  </a:moveTo>
                  <a:lnTo>
                    <a:pt x="116" y="105"/>
                  </a:lnTo>
                  <a:lnTo>
                    <a:pt x="106" y="117"/>
                  </a:lnTo>
                  <a:lnTo>
                    <a:pt x="0" y="11"/>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0" name="Rectangle 123">
              <a:extLst>
                <a:ext uri="{FF2B5EF4-FFF2-40B4-BE49-F238E27FC236}">
                  <a16:creationId xmlns:a16="http://schemas.microsoft.com/office/drawing/2014/main" id="{542FD34D-2296-4664-B4FE-5BB07577234A}"/>
                </a:ext>
              </a:extLst>
            </p:cNvPr>
            <p:cNvSpPr>
              <a:spLocks noChangeArrowheads="1"/>
            </p:cNvSpPr>
            <p:nvPr/>
          </p:nvSpPr>
          <p:spPr bwMode="auto">
            <a:xfrm>
              <a:off x="3952875" y="2192338"/>
              <a:ext cx="736600" cy="2428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1" name="Rectangle 124">
              <a:extLst>
                <a:ext uri="{FF2B5EF4-FFF2-40B4-BE49-F238E27FC236}">
                  <a16:creationId xmlns:a16="http://schemas.microsoft.com/office/drawing/2014/main" id="{26A8FEB6-3DAC-421A-BC90-006925DFF2C8}"/>
                </a:ext>
              </a:extLst>
            </p:cNvPr>
            <p:cNvSpPr>
              <a:spLocks noChangeArrowheads="1"/>
            </p:cNvSpPr>
            <p:nvPr/>
          </p:nvSpPr>
          <p:spPr bwMode="auto">
            <a:xfrm>
              <a:off x="3175" y="695325"/>
              <a:ext cx="206375" cy="676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2" name="Freeform 125">
              <a:extLst>
                <a:ext uri="{FF2B5EF4-FFF2-40B4-BE49-F238E27FC236}">
                  <a16:creationId xmlns:a16="http://schemas.microsoft.com/office/drawing/2014/main" id="{B6774275-A9EC-4A04-AE53-8A95FC5224B9}"/>
                </a:ext>
              </a:extLst>
            </p:cNvPr>
            <p:cNvSpPr>
              <a:spLocks/>
            </p:cNvSpPr>
            <p:nvPr/>
          </p:nvSpPr>
          <p:spPr bwMode="auto">
            <a:xfrm>
              <a:off x="752475" y="4430713"/>
              <a:ext cx="1154113" cy="207962"/>
            </a:xfrm>
            <a:custGeom>
              <a:avLst/>
              <a:gdLst>
                <a:gd name="T0" fmla="*/ 362 w 362"/>
                <a:gd name="T1" fmla="*/ 31 h 65"/>
                <a:gd name="T2" fmla="*/ 362 w 362"/>
                <a:gd name="T3" fmla="*/ 65 h 65"/>
                <a:gd name="T4" fmla="*/ 0 w 362"/>
                <a:gd name="T5" fmla="*/ 65 h 65"/>
                <a:gd name="T6" fmla="*/ 0 w 362"/>
                <a:gd name="T7" fmla="*/ 31 h 65"/>
                <a:gd name="T8" fmla="*/ 30 w 362"/>
                <a:gd name="T9" fmla="*/ 0 h 65"/>
                <a:gd name="T10" fmla="*/ 332 w 362"/>
                <a:gd name="T11" fmla="*/ 0 h 65"/>
                <a:gd name="T12" fmla="*/ 362 w 362"/>
                <a:gd name="T13" fmla="*/ 31 h 65"/>
              </a:gdLst>
              <a:ahLst/>
              <a:cxnLst>
                <a:cxn ang="0">
                  <a:pos x="T0" y="T1"/>
                </a:cxn>
                <a:cxn ang="0">
                  <a:pos x="T2" y="T3"/>
                </a:cxn>
                <a:cxn ang="0">
                  <a:pos x="T4" y="T5"/>
                </a:cxn>
                <a:cxn ang="0">
                  <a:pos x="T6" y="T7"/>
                </a:cxn>
                <a:cxn ang="0">
                  <a:pos x="T8" y="T9"/>
                </a:cxn>
                <a:cxn ang="0">
                  <a:pos x="T10" y="T11"/>
                </a:cxn>
                <a:cxn ang="0">
                  <a:pos x="T12" y="T13"/>
                </a:cxn>
              </a:cxnLst>
              <a:rect l="0" t="0" r="r" b="b"/>
              <a:pathLst>
                <a:path w="362" h="65">
                  <a:moveTo>
                    <a:pt x="362" y="31"/>
                  </a:moveTo>
                  <a:cubicBezTo>
                    <a:pt x="362" y="65"/>
                    <a:pt x="362" y="65"/>
                    <a:pt x="362" y="65"/>
                  </a:cubicBezTo>
                  <a:cubicBezTo>
                    <a:pt x="0" y="65"/>
                    <a:pt x="0" y="65"/>
                    <a:pt x="0" y="65"/>
                  </a:cubicBezTo>
                  <a:cubicBezTo>
                    <a:pt x="0" y="31"/>
                    <a:pt x="0" y="31"/>
                    <a:pt x="0" y="31"/>
                  </a:cubicBezTo>
                  <a:cubicBezTo>
                    <a:pt x="0" y="14"/>
                    <a:pt x="13" y="0"/>
                    <a:pt x="30" y="0"/>
                  </a:cubicBezTo>
                  <a:cubicBezTo>
                    <a:pt x="332" y="0"/>
                    <a:pt x="332" y="0"/>
                    <a:pt x="332" y="0"/>
                  </a:cubicBezTo>
                  <a:cubicBezTo>
                    <a:pt x="349" y="0"/>
                    <a:pt x="362" y="14"/>
                    <a:pt x="362"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33" name="Rectangle 132">
            <a:extLst>
              <a:ext uri="{FF2B5EF4-FFF2-40B4-BE49-F238E27FC236}">
                <a16:creationId xmlns:a16="http://schemas.microsoft.com/office/drawing/2014/main" id="{29B7AB3E-6B5F-42B3-9E57-8633EC06F9E0}"/>
              </a:ext>
            </a:extLst>
          </p:cNvPr>
          <p:cNvSpPr/>
          <p:nvPr userDrawn="1"/>
        </p:nvSpPr>
        <p:spPr>
          <a:xfrm>
            <a:off x="272952" y="287255"/>
            <a:ext cx="368489" cy="7242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CAF7A862-2343-40B9-BBA2-62AB9F6250A3}"/>
              </a:ext>
            </a:extLst>
          </p:cNvPr>
          <p:cNvSpPr/>
          <p:nvPr userDrawn="1"/>
        </p:nvSpPr>
        <p:spPr>
          <a:xfrm>
            <a:off x="-4" y="287254"/>
            <a:ext cx="191071" cy="7242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697195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End slide layout">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E1F4041B-47EF-4111-8834-E95C31D4AA28}"/>
              </a:ext>
            </a:extLst>
          </p:cNvPr>
          <p:cNvSpPr/>
          <p:nvPr userDrawn="1"/>
        </p:nvSpPr>
        <p:spPr>
          <a:xfrm>
            <a:off x="0" y="0"/>
            <a:ext cx="12192001" cy="6858000"/>
          </a:xfrm>
          <a:custGeom>
            <a:avLst/>
            <a:gdLst>
              <a:gd name="connsiteX0" fmla="*/ 12240039 w 12240039"/>
              <a:gd name="connsiteY0" fmla="*/ 5335596 h 6858000"/>
              <a:gd name="connsiteX1" fmla="*/ 12240039 w 12240039"/>
              <a:gd name="connsiteY1" fmla="*/ 6858000 h 6858000"/>
              <a:gd name="connsiteX2" fmla="*/ 11571468 w 12240039"/>
              <a:gd name="connsiteY2" fmla="*/ 6858000 h 6858000"/>
              <a:gd name="connsiteX3" fmla="*/ 11571468 w 12240039"/>
              <a:gd name="connsiteY3" fmla="*/ 1 h 6858000"/>
              <a:gd name="connsiteX4" fmla="*/ 12240039 w 12240039"/>
              <a:gd name="connsiteY4" fmla="*/ 1 h 6858000"/>
              <a:gd name="connsiteX5" fmla="*/ 12240039 w 12240039"/>
              <a:gd name="connsiteY5" fmla="*/ 1522405 h 6858000"/>
              <a:gd name="connsiteX6" fmla="*/ 9257174 w 12240039"/>
              <a:gd name="connsiteY6" fmla="*/ 1 h 6858000"/>
              <a:gd name="connsiteX7" fmla="*/ 10763036 w 12240039"/>
              <a:gd name="connsiteY7" fmla="*/ 1 h 6858000"/>
              <a:gd name="connsiteX8" fmla="*/ 12240039 w 12240039"/>
              <a:gd name="connsiteY8" fmla="*/ 3363290 h 6858000"/>
              <a:gd name="connsiteX9" fmla="*/ 12240039 w 12240039"/>
              <a:gd name="connsiteY9" fmla="*/ 3494711 h 6858000"/>
              <a:gd name="connsiteX10" fmla="*/ 10763036 w 12240039"/>
              <a:gd name="connsiteY10" fmla="*/ 6858000 h 6858000"/>
              <a:gd name="connsiteX11" fmla="*/ 9257174 w 12240039"/>
              <a:gd name="connsiteY11" fmla="*/ 6858000 h 6858000"/>
              <a:gd name="connsiteX12" fmla="*/ 10763036 w 12240039"/>
              <a:gd name="connsiteY12" fmla="*/ 3429000 h 6858000"/>
              <a:gd name="connsiteX13" fmla="*/ 6942881 w 12240039"/>
              <a:gd name="connsiteY13" fmla="*/ 0 h 6858000"/>
              <a:gd name="connsiteX14" fmla="*/ 8448742 w 12240039"/>
              <a:gd name="connsiteY14" fmla="*/ 0 h 6858000"/>
              <a:gd name="connsiteX15" fmla="*/ 9954603 w 12240039"/>
              <a:gd name="connsiteY15" fmla="*/ 3429000 h 6858000"/>
              <a:gd name="connsiteX16" fmla="*/ 8448742 w 12240039"/>
              <a:gd name="connsiteY16" fmla="*/ 6858000 h 6858000"/>
              <a:gd name="connsiteX17" fmla="*/ 6942881 w 12240039"/>
              <a:gd name="connsiteY17" fmla="*/ 6858000 h 6858000"/>
              <a:gd name="connsiteX18" fmla="*/ 8448742 w 12240039"/>
              <a:gd name="connsiteY18" fmla="*/ 3429000 h 6858000"/>
              <a:gd name="connsiteX19" fmla="*/ 4628587 w 12240039"/>
              <a:gd name="connsiteY19" fmla="*/ 0 h 6858000"/>
              <a:gd name="connsiteX20" fmla="*/ 6134449 w 12240039"/>
              <a:gd name="connsiteY20" fmla="*/ 0 h 6858000"/>
              <a:gd name="connsiteX21" fmla="*/ 7640310 w 12240039"/>
              <a:gd name="connsiteY21" fmla="*/ 3429000 h 6858000"/>
              <a:gd name="connsiteX22" fmla="*/ 6134449 w 12240039"/>
              <a:gd name="connsiteY22" fmla="*/ 6858000 h 6858000"/>
              <a:gd name="connsiteX23" fmla="*/ 4628587 w 12240039"/>
              <a:gd name="connsiteY23" fmla="*/ 6858000 h 6858000"/>
              <a:gd name="connsiteX24" fmla="*/ 6134449 w 12240039"/>
              <a:gd name="connsiteY24" fmla="*/ 3429000 h 6858000"/>
              <a:gd name="connsiteX25" fmla="*/ 2314294 w 12240039"/>
              <a:gd name="connsiteY25" fmla="*/ 0 h 6858000"/>
              <a:gd name="connsiteX26" fmla="*/ 3820156 w 12240039"/>
              <a:gd name="connsiteY26" fmla="*/ 0 h 6858000"/>
              <a:gd name="connsiteX27" fmla="*/ 5326016 w 12240039"/>
              <a:gd name="connsiteY27" fmla="*/ 3429000 h 6858000"/>
              <a:gd name="connsiteX28" fmla="*/ 3820156 w 12240039"/>
              <a:gd name="connsiteY28" fmla="*/ 6858000 h 6858000"/>
              <a:gd name="connsiteX29" fmla="*/ 2314294 w 12240039"/>
              <a:gd name="connsiteY29" fmla="*/ 6858000 h 6858000"/>
              <a:gd name="connsiteX30" fmla="*/ 3820156 w 12240039"/>
              <a:gd name="connsiteY30" fmla="*/ 3429000 h 6858000"/>
              <a:gd name="connsiteX31" fmla="*/ 0 w 12240039"/>
              <a:gd name="connsiteY31" fmla="*/ 0 h 6858000"/>
              <a:gd name="connsiteX32" fmla="*/ 1505862 w 12240039"/>
              <a:gd name="connsiteY32" fmla="*/ 0 h 6858000"/>
              <a:gd name="connsiteX33" fmla="*/ 3011723 w 12240039"/>
              <a:gd name="connsiteY33" fmla="*/ 3429000 h 6858000"/>
              <a:gd name="connsiteX34" fmla="*/ 1505862 w 12240039"/>
              <a:gd name="connsiteY34" fmla="*/ 6858000 h 6858000"/>
              <a:gd name="connsiteX35" fmla="*/ 0 w 12240039"/>
              <a:gd name="connsiteY35" fmla="*/ 6858000 h 6858000"/>
              <a:gd name="connsiteX36" fmla="*/ 1505862 w 12240039"/>
              <a:gd name="connsiteY36" fmla="*/ 3429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2240039" h="6858000">
                <a:moveTo>
                  <a:pt x="12240039" y="5335596"/>
                </a:moveTo>
                <a:lnTo>
                  <a:pt x="12240039" y="6858000"/>
                </a:lnTo>
                <a:lnTo>
                  <a:pt x="11571468" y="6858000"/>
                </a:lnTo>
                <a:close/>
                <a:moveTo>
                  <a:pt x="11571468" y="1"/>
                </a:moveTo>
                <a:lnTo>
                  <a:pt x="12240039" y="1"/>
                </a:lnTo>
                <a:lnTo>
                  <a:pt x="12240039" y="1522405"/>
                </a:lnTo>
                <a:close/>
                <a:moveTo>
                  <a:pt x="9257174" y="1"/>
                </a:moveTo>
                <a:lnTo>
                  <a:pt x="10763036" y="1"/>
                </a:lnTo>
                <a:lnTo>
                  <a:pt x="12240039" y="3363290"/>
                </a:lnTo>
                <a:lnTo>
                  <a:pt x="12240039" y="3494711"/>
                </a:lnTo>
                <a:lnTo>
                  <a:pt x="10763036" y="6858000"/>
                </a:lnTo>
                <a:lnTo>
                  <a:pt x="9257174" y="6858000"/>
                </a:lnTo>
                <a:lnTo>
                  <a:pt x="10763036" y="3429000"/>
                </a:lnTo>
                <a:close/>
                <a:moveTo>
                  <a:pt x="6942881" y="0"/>
                </a:moveTo>
                <a:lnTo>
                  <a:pt x="8448742" y="0"/>
                </a:lnTo>
                <a:lnTo>
                  <a:pt x="9954603" y="3429000"/>
                </a:lnTo>
                <a:lnTo>
                  <a:pt x="8448742" y="6858000"/>
                </a:lnTo>
                <a:lnTo>
                  <a:pt x="6942881" y="6858000"/>
                </a:lnTo>
                <a:lnTo>
                  <a:pt x="8448742" y="3429000"/>
                </a:lnTo>
                <a:close/>
                <a:moveTo>
                  <a:pt x="4628587" y="0"/>
                </a:moveTo>
                <a:lnTo>
                  <a:pt x="6134449" y="0"/>
                </a:lnTo>
                <a:lnTo>
                  <a:pt x="7640310" y="3429000"/>
                </a:lnTo>
                <a:lnTo>
                  <a:pt x="6134449" y="6858000"/>
                </a:lnTo>
                <a:lnTo>
                  <a:pt x="4628587" y="6858000"/>
                </a:lnTo>
                <a:lnTo>
                  <a:pt x="6134449" y="3429000"/>
                </a:lnTo>
                <a:close/>
                <a:moveTo>
                  <a:pt x="2314294" y="0"/>
                </a:moveTo>
                <a:lnTo>
                  <a:pt x="3820156" y="0"/>
                </a:lnTo>
                <a:lnTo>
                  <a:pt x="5326016" y="3429000"/>
                </a:lnTo>
                <a:lnTo>
                  <a:pt x="3820156" y="6858000"/>
                </a:lnTo>
                <a:lnTo>
                  <a:pt x="2314294" y="6858000"/>
                </a:lnTo>
                <a:lnTo>
                  <a:pt x="3820156" y="3429000"/>
                </a:lnTo>
                <a:close/>
                <a:moveTo>
                  <a:pt x="0" y="0"/>
                </a:moveTo>
                <a:lnTo>
                  <a:pt x="1505862" y="0"/>
                </a:lnTo>
                <a:lnTo>
                  <a:pt x="3011723" y="3429000"/>
                </a:lnTo>
                <a:lnTo>
                  <a:pt x="1505862" y="6858000"/>
                </a:lnTo>
                <a:lnTo>
                  <a:pt x="0" y="6858000"/>
                </a:lnTo>
                <a:lnTo>
                  <a:pt x="1505862" y="3429000"/>
                </a:lnTo>
                <a:close/>
              </a:path>
            </a:pathLst>
          </a:custGeom>
          <a:solidFill>
            <a:schemeClr val="accent2">
              <a:alpha val="3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4026073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5" Type="http://schemas.openxmlformats.org/officeDocument/2006/relationships/theme" Target="../theme/theme2.xml"/><Relationship Id="rId4"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slideLayout" Target="../slideLayouts/slideLayout3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19" Type="http://schemas.openxmlformats.org/officeDocument/2006/relationships/theme" Target="../theme/theme4.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1046580"/>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40" r:id="rId3"/>
    <p:sldLayoutId id="2147483743" r:id="rId4"/>
    <p:sldLayoutId id="2147483739" r:id="rId5"/>
    <p:sldLayoutId id="2147483741" r:id="rId6"/>
    <p:sldLayoutId id="2147483742" r:id="rId7"/>
    <p:sldLayoutId id="2147483655" r:id="rId8"/>
    <p:sldLayoutId id="2147483736" r:id="rId9"/>
    <p:sldLayoutId id="2147483747" r:id="rId10"/>
    <p:sldLayoutId id="2147483750" r:id="rId11"/>
    <p:sldLayoutId id="2147483746" r:id="rId12"/>
    <p:sldLayoutId id="2147483745" r:id="rId13"/>
    <p:sldLayoutId id="2147483744" r:id="rId14"/>
  </p:sldLayoutIdLst>
  <p:txStyles>
    <p:titleStyle>
      <a:lvl1pPr algn="l" defTabSz="91442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5" algn="l" defTabSz="914423" rtl="0" eaLnBrk="1" latinLnBrk="0" hangingPunct="1">
        <a:defRPr sz="1800" kern="1200">
          <a:solidFill>
            <a:schemeClr val="tx1"/>
          </a:solidFill>
          <a:latin typeface="+mn-lt"/>
          <a:ea typeface="+mn-ea"/>
          <a:cs typeface="+mn-cs"/>
        </a:defRPr>
      </a:lvl4pPr>
      <a:lvl5pPr marL="1828845" algn="l" defTabSz="914423" rtl="0" eaLnBrk="1" latinLnBrk="0" hangingPunct="1">
        <a:defRPr sz="1800" kern="1200">
          <a:solidFill>
            <a:schemeClr val="tx1"/>
          </a:solidFill>
          <a:latin typeface="+mn-lt"/>
          <a:ea typeface="+mn-ea"/>
          <a:cs typeface="+mn-cs"/>
        </a:defRPr>
      </a:lvl5pPr>
      <a:lvl6pPr marL="2286058" algn="l" defTabSz="914423" rtl="0" eaLnBrk="1" latinLnBrk="0" hangingPunct="1">
        <a:defRPr sz="1800" kern="1200">
          <a:solidFill>
            <a:schemeClr val="tx1"/>
          </a:solidFill>
          <a:latin typeface="+mn-lt"/>
          <a:ea typeface="+mn-ea"/>
          <a:cs typeface="+mn-cs"/>
        </a:defRPr>
      </a:lvl6pPr>
      <a:lvl7pPr marL="2743268"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2" algn="l" defTabSz="91442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0174220"/>
      </p:ext>
    </p:extLst>
  </p:cSld>
  <p:clrMap bg1="lt1" tx1="dk1" bg2="lt2" tx2="dk2" accent1="accent1" accent2="accent2" accent3="accent3" accent4="accent4" accent5="accent5" accent6="accent6" hlink="hlink" folHlink="folHlink"/>
  <p:sldLayoutIdLst>
    <p:sldLayoutId id="2147483686" r:id="rId1"/>
    <p:sldLayoutId id="2147483654" r:id="rId2"/>
    <p:sldLayoutId id="2147483656" r:id="rId3"/>
    <p:sldLayoutId id="2147483687" r:id="rId4"/>
  </p:sldLayoutIdLst>
  <p:txStyles>
    <p:titleStyle>
      <a:lvl1pPr algn="l" defTabSz="91442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5" algn="l" defTabSz="914423" rtl="0" eaLnBrk="1" latinLnBrk="0" hangingPunct="1">
        <a:defRPr sz="1800" kern="1200">
          <a:solidFill>
            <a:schemeClr val="tx1"/>
          </a:solidFill>
          <a:latin typeface="+mn-lt"/>
          <a:ea typeface="+mn-ea"/>
          <a:cs typeface="+mn-cs"/>
        </a:defRPr>
      </a:lvl4pPr>
      <a:lvl5pPr marL="1828845" algn="l" defTabSz="914423" rtl="0" eaLnBrk="1" latinLnBrk="0" hangingPunct="1">
        <a:defRPr sz="1800" kern="1200">
          <a:solidFill>
            <a:schemeClr val="tx1"/>
          </a:solidFill>
          <a:latin typeface="+mn-lt"/>
          <a:ea typeface="+mn-ea"/>
          <a:cs typeface="+mn-cs"/>
        </a:defRPr>
      </a:lvl5pPr>
      <a:lvl6pPr marL="2286058" algn="l" defTabSz="914423" rtl="0" eaLnBrk="1" latinLnBrk="0" hangingPunct="1">
        <a:defRPr sz="1800" kern="1200">
          <a:solidFill>
            <a:schemeClr val="tx1"/>
          </a:solidFill>
          <a:latin typeface="+mn-lt"/>
          <a:ea typeface="+mn-ea"/>
          <a:cs typeface="+mn-cs"/>
        </a:defRPr>
      </a:lvl6pPr>
      <a:lvl7pPr marL="2743268"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2" algn="l" defTabSz="914423"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5178107"/>
      </p:ext>
    </p:extLst>
  </p:cSld>
  <p:clrMap bg1="lt1" tx1="dk1" bg2="lt2" tx2="dk2" accent1="accent1" accent2="accent2" accent3="accent3" accent4="accent4" accent5="accent5" accent6="accent6" hlink="hlink" folHlink="folHlink"/>
  <p:sldLayoutIdLst>
    <p:sldLayoutId id="2147483685" r:id="rId1"/>
  </p:sldLayoutIdLst>
  <p:txStyles>
    <p:titleStyle>
      <a:lvl1pPr algn="l" defTabSz="91442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5" indent="-228605" algn="l" defTabSz="91442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18" indent="-228605"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8" indent="-228605"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0"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52"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63"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5"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8" indent="-228605"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3" rtl="0" eaLnBrk="1" latinLnBrk="0" hangingPunct="1">
        <a:defRPr sz="1800" kern="1200">
          <a:solidFill>
            <a:schemeClr val="tx1"/>
          </a:solidFill>
          <a:latin typeface="+mn-lt"/>
          <a:ea typeface="+mn-ea"/>
          <a:cs typeface="+mn-cs"/>
        </a:defRPr>
      </a:lvl1pPr>
      <a:lvl2pPr marL="457212" algn="l" defTabSz="914423" rtl="0" eaLnBrk="1" latinLnBrk="0" hangingPunct="1">
        <a:defRPr sz="1800" kern="1200">
          <a:solidFill>
            <a:schemeClr val="tx1"/>
          </a:solidFill>
          <a:latin typeface="+mn-lt"/>
          <a:ea typeface="+mn-ea"/>
          <a:cs typeface="+mn-cs"/>
        </a:defRPr>
      </a:lvl2pPr>
      <a:lvl3pPr marL="914423" algn="l" defTabSz="914423" rtl="0" eaLnBrk="1" latinLnBrk="0" hangingPunct="1">
        <a:defRPr sz="1800" kern="1200">
          <a:solidFill>
            <a:schemeClr val="tx1"/>
          </a:solidFill>
          <a:latin typeface="+mn-lt"/>
          <a:ea typeface="+mn-ea"/>
          <a:cs typeface="+mn-cs"/>
        </a:defRPr>
      </a:lvl3pPr>
      <a:lvl4pPr marL="1371635" algn="l" defTabSz="914423" rtl="0" eaLnBrk="1" latinLnBrk="0" hangingPunct="1">
        <a:defRPr sz="1800" kern="1200">
          <a:solidFill>
            <a:schemeClr val="tx1"/>
          </a:solidFill>
          <a:latin typeface="+mn-lt"/>
          <a:ea typeface="+mn-ea"/>
          <a:cs typeface="+mn-cs"/>
        </a:defRPr>
      </a:lvl4pPr>
      <a:lvl5pPr marL="1828845" algn="l" defTabSz="914423" rtl="0" eaLnBrk="1" latinLnBrk="0" hangingPunct="1">
        <a:defRPr sz="1800" kern="1200">
          <a:solidFill>
            <a:schemeClr val="tx1"/>
          </a:solidFill>
          <a:latin typeface="+mn-lt"/>
          <a:ea typeface="+mn-ea"/>
          <a:cs typeface="+mn-cs"/>
        </a:defRPr>
      </a:lvl5pPr>
      <a:lvl6pPr marL="2286058" algn="l" defTabSz="914423" rtl="0" eaLnBrk="1" latinLnBrk="0" hangingPunct="1">
        <a:defRPr sz="1800" kern="1200">
          <a:solidFill>
            <a:schemeClr val="tx1"/>
          </a:solidFill>
          <a:latin typeface="+mn-lt"/>
          <a:ea typeface="+mn-ea"/>
          <a:cs typeface="+mn-cs"/>
        </a:defRPr>
      </a:lvl6pPr>
      <a:lvl7pPr marL="2743268" algn="l" defTabSz="914423" rtl="0" eaLnBrk="1" latinLnBrk="0" hangingPunct="1">
        <a:defRPr sz="1800" kern="1200">
          <a:solidFill>
            <a:schemeClr val="tx1"/>
          </a:solidFill>
          <a:latin typeface="+mn-lt"/>
          <a:ea typeface="+mn-ea"/>
          <a:cs typeface="+mn-cs"/>
        </a:defRPr>
      </a:lvl7pPr>
      <a:lvl8pPr marL="3200480" algn="l" defTabSz="914423" rtl="0" eaLnBrk="1" latinLnBrk="0" hangingPunct="1">
        <a:defRPr sz="1800" kern="1200">
          <a:solidFill>
            <a:schemeClr val="tx1"/>
          </a:solidFill>
          <a:latin typeface="+mn-lt"/>
          <a:ea typeface="+mn-ea"/>
          <a:cs typeface="+mn-cs"/>
        </a:defRPr>
      </a:lvl8pPr>
      <a:lvl9pPr marL="3657692" algn="l" defTabSz="914423"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3/21/2022</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696100373"/>
      </p:ext>
    </p:extLst>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 id="2147483782" r:id="rId12"/>
    <p:sldLayoutId id="2147483783" r:id="rId13"/>
    <p:sldLayoutId id="2147483784" r:id="rId14"/>
    <p:sldLayoutId id="2147483785" r:id="rId15"/>
    <p:sldLayoutId id="2147483786" r:id="rId16"/>
    <p:sldLayoutId id="2147483787" r:id="rId17"/>
    <p:sldLayoutId id="2147483788" r:id="rId18"/>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FF6F8DA-76DC-42AE-9949-A0D46A66577D}"/>
              </a:ext>
            </a:extLst>
          </p:cNvPr>
          <p:cNvSpPr>
            <a:spLocks noGrp="1"/>
          </p:cNvSpPr>
          <p:nvPr>
            <p:ph type="body" sz="quarter" idx="10"/>
          </p:nvPr>
        </p:nvSpPr>
        <p:spPr>
          <a:xfrm>
            <a:off x="907527" y="1308100"/>
            <a:ext cx="10458973" cy="1968500"/>
          </a:xfrm>
        </p:spPr>
        <p:txBody>
          <a:bodyPr/>
          <a:lstStyle/>
          <a:p>
            <a:pPr algn="ctr"/>
            <a:r>
              <a:rPr lang="en-US" sz="2400" b="1" dirty="0"/>
              <a:t>SISTEM PENDUKUNG KEPUTUSAN </a:t>
            </a:r>
            <a:r>
              <a:rPr lang="id-ID" sz="2400" b="1" dirty="0"/>
              <a:t>PENILAIAN PRESTASI BELAJAR SISWA BERBASIS WEB MENGGUNAKAN METODE AHP DAN PROMETHEE </a:t>
            </a:r>
          </a:p>
          <a:p>
            <a:pPr algn="ctr"/>
            <a:r>
              <a:rPr lang="id-ID" sz="2400" b="1" dirty="0"/>
              <a:t>STUDI KASUS (SMA NEGERI 1 TINOMBO SELATAN)</a:t>
            </a:r>
            <a:endParaRPr lang="en-US" sz="2400" dirty="0"/>
          </a:p>
        </p:txBody>
      </p:sp>
      <p:sp>
        <p:nvSpPr>
          <p:cNvPr id="39" name="Rounded Rectangle 10">
            <a:extLst>
              <a:ext uri="{FF2B5EF4-FFF2-40B4-BE49-F238E27FC236}">
                <a16:creationId xmlns:a16="http://schemas.microsoft.com/office/drawing/2014/main" id="{74426D57-CD22-49EE-A78D-D8242052321B}"/>
              </a:ext>
            </a:extLst>
          </p:cNvPr>
          <p:cNvSpPr/>
          <p:nvPr/>
        </p:nvSpPr>
        <p:spPr>
          <a:xfrm>
            <a:off x="5545033" y="5565030"/>
            <a:ext cx="254160" cy="336352"/>
          </a:xfrm>
          <a:custGeom>
            <a:avLst/>
            <a:gdLst/>
            <a:ahLst/>
            <a:cxnLst/>
            <a:rect l="l" t="t" r="r" b="b"/>
            <a:pathLst>
              <a:path w="2448272" h="3240000">
                <a:moveTo>
                  <a:pt x="1358676" y="2676152"/>
                </a:moveTo>
                <a:cubicBezTo>
                  <a:pt x="1327753" y="2676152"/>
                  <a:pt x="1302685" y="2701220"/>
                  <a:pt x="1302685" y="2732143"/>
                </a:cubicBezTo>
                <a:lnTo>
                  <a:pt x="1302685" y="2956101"/>
                </a:lnTo>
                <a:cubicBezTo>
                  <a:pt x="1302685" y="2987024"/>
                  <a:pt x="1327753" y="3012092"/>
                  <a:pt x="1358676" y="3012092"/>
                </a:cubicBezTo>
                <a:lnTo>
                  <a:pt x="1582634" y="3012092"/>
                </a:lnTo>
                <a:cubicBezTo>
                  <a:pt x="1613557" y="3012092"/>
                  <a:pt x="1638625" y="2987024"/>
                  <a:pt x="1638625" y="2956101"/>
                </a:cubicBezTo>
                <a:lnTo>
                  <a:pt x="1638625" y="2732143"/>
                </a:lnTo>
                <a:cubicBezTo>
                  <a:pt x="1638625" y="2701220"/>
                  <a:pt x="1613557" y="2676152"/>
                  <a:pt x="1582634" y="2676152"/>
                </a:cubicBezTo>
                <a:close/>
                <a:moveTo>
                  <a:pt x="837062" y="2676152"/>
                </a:moveTo>
                <a:cubicBezTo>
                  <a:pt x="806139" y="2676152"/>
                  <a:pt x="781071" y="2701220"/>
                  <a:pt x="781071" y="2732143"/>
                </a:cubicBezTo>
                <a:lnTo>
                  <a:pt x="781071" y="2956101"/>
                </a:lnTo>
                <a:cubicBezTo>
                  <a:pt x="781071" y="2987024"/>
                  <a:pt x="806139" y="3012092"/>
                  <a:pt x="837062" y="3012092"/>
                </a:cubicBezTo>
                <a:lnTo>
                  <a:pt x="1061020" y="3012092"/>
                </a:lnTo>
                <a:cubicBezTo>
                  <a:pt x="1091943" y="3012092"/>
                  <a:pt x="1117011" y="2987024"/>
                  <a:pt x="1117011" y="2956101"/>
                </a:cubicBezTo>
                <a:lnTo>
                  <a:pt x="1117011" y="2732143"/>
                </a:lnTo>
                <a:cubicBezTo>
                  <a:pt x="1117011" y="2701220"/>
                  <a:pt x="1091943" y="2676152"/>
                  <a:pt x="1061020" y="2676152"/>
                </a:cubicBezTo>
                <a:close/>
                <a:moveTo>
                  <a:pt x="315448" y="2676152"/>
                </a:moveTo>
                <a:cubicBezTo>
                  <a:pt x="284525" y="2676152"/>
                  <a:pt x="259457" y="2701220"/>
                  <a:pt x="259457" y="2732143"/>
                </a:cubicBezTo>
                <a:lnTo>
                  <a:pt x="259457" y="2956101"/>
                </a:lnTo>
                <a:cubicBezTo>
                  <a:pt x="259457" y="2987024"/>
                  <a:pt x="284525" y="3012092"/>
                  <a:pt x="315448" y="3012092"/>
                </a:cubicBezTo>
                <a:lnTo>
                  <a:pt x="539406" y="3012092"/>
                </a:lnTo>
                <a:cubicBezTo>
                  <a:pt x="570329" y="3012092"/>
                  <a:pt x="595397" y="2987024"/>
                  <a:pt x="595397" y="2956101"/>
                </a:cubicBezTo>
                <a:lnTo>
                  <a:pt x="595397" y="2732143"/>
                </a:lnTo>
                <a:cubicBezTo>
                  <a:pt x="595397" y="2701220"/>
                  <a:pt x="570329" y="2676152"/>
                  <a:pt x="539406" y="2676152"/>
                </a:cubicBezTo>
                <a:close/>
                <a:moveTo>
                  <a:pt x="1880291" y="2179832"/>
                </a:moveTo>
                <a:cubicBezTo>
                  <a:pt x="1849368" y="2179832"/>
                  <a:pt x="1824300" y="2204900"/>
                  <a:pt x="1824300" y="2235823"/>
                </a:cubicBezTo>
                <a:lnTo>
                  <a:pt x="1824300" y="2956101"/>
                </a:lnTo>
                <a:cubicBezTo>
                  <a:pt x="1824300" y="2987024"/>
                  <a:pt x="1849368" y="3012092"/>
                  <a:pt x="1880291" y="3012092"/>
                </a:cubicBezTo>
                <a:lnTo>
                  <a:pt x="2104249" y="3012092"/>
                </a:lnTo>
                <a:cubicBezTo>
                  <a:pt x="2135172" y="3012092"/>
                  <a:pt x="2160240" y="2987024"/>
                  <a:pt x="2160240" y="2956101"/>
                </a:cubicBezTo>
                <a:lnTo>
                  <a:pt x="2160240" y="2235823"/>
                </a:lnTo>
                <a:cubicBezTo>
                  <a:pt x="2160240" y="2204900"/>
                  <a:pt x="2135172" y="2179832"/>
                  <a:pt x="2104249" y="2179832"/>
                </a:cubicBezTo>
                <a:close/>
                <a:moveTo>
                  <a:pt x="1358676" y="2179832"/>
                </a:moveTo>
                <a:cubicBezTo>
                  <a:pt x="1327753" y="2179832"/>
                  <a:pt x="1302685" y="2204900"/>
                  <a:pt x="1302685" y="2235823"/>
                </a:cubicBezTo>
                <a:lnTo>
                  <a:pt x="1302685" y="2459781"/>
                </a:lnTo>
                <a:cubicBezTo>
                  <a:pt x="1302685" y="2490704"/>
                  <a:pt x="1327753" y="2515772"/>
                  <a:pt x="1358676" y="2515772"/>
                </a:cubicBezTo>
                <a:lnTo>
                  <a:pt x="1582634" y="2515772"/>
                </a:lnTo>
                <a:cubicBezTo>
                  <a:pt x="1613557" y="2515772"/>
                  <a:pt x="1638625" y="2490704"/>
                  <a:pt x="1638625" y="2459781"/>
                </a:cubicBezTo>
                <a:lnTo>
                  <a:pt x="1638625" y="2235823"/>
                </a:lnTo>
                <a:cubicBezTo>
                  <a:pt x="1638625" y="2204900"/>
                  <a:pt x="1613557" y="2179832"/>
                  <a:pt x="1582634" y="2179832"/>
                </a:cubicBezTo>
                <a:close/>
                <a:moveTo>
                  <a:pt x="837062" y="2179832"/>
                </a:moveTo>
                <a:cubicBezTo>
                  <a:pt x="806139" y="2179832"/>
                  <a:pt x="781071" y="2204900"/>
                  <a:pt x="781071" y="2235823"/>
                </a:cubicBezTo>
                <a:lnTo>
                  <a:pt x="781071" y="2459781"/>
                </a:lnTo>
                <a:cubicBezTo>
                  <a:pt x="781071" y="2490704"/>
                  <a:pt x="806139" y="2515772"/>
                  <a:pt x="837062" y="2515772"/>
                </a:cubicBezTo>
                <a:lnTo>
                  <a:pt x="1061020" y="2515772"/>
                </a:lnTo>
                <a:cubicBezTo>
                  <a:pt x="1091943" y="2515772"/>
                  <a:pt x="1117011" y="2490704"/>
                  <a:pt x="1117011" y="2459781"/>
                </a:cubicBezTo>
                <a:lnTo>
                  <a:pt x="1117011" y="2235823"/>
                </a:lnTo>
                <a:cubicBezTo>
                  <a:pt x="1117011" y="2204900"/>
                  <a:pt x="1091943" y="2179832"/>
                  <a:pt x="1061020" y="2179832"/>
                </a:cubicBezTo>
                <a:close/>
                <a:moveTo>
                  <a:pt x="315448" y="2179832"/>
                </a:moveTo>
                <a:cubicBezTo>
                  <a:pt x="284525" y="2179832"/>
                  <a:pt x="259457" y="2204900"/>
                  <a:pt x="259457" y="2235823"/>
                </a:cubicBezTo>
                <a:lnTo>
                  <a:pt x="259457" y="2459781"/>
                </a:lnTo>
                <a:cubicBezTo>
                  <a:pt x="259457" y="2490704"/>
                  <a:pt x="284525" y="2515772"/>
                  <a:pt x="315448" y="2515772"/>
                </a:cubicBezTo>
                <a:lnTo>
                  <a:pt x="539406" y="2515772"/>
                </a:lnTo>
                <a:cubicBezTo>
                  <a:pt x="570329" y="2515772"/>
                  <a:pt x="595397" y="2490704"/>
                  <a:pt x="595397" y="2459781"/>
                </a:cubicBezTo>
                <a:lnTo>
                  <a:pt x="595397" y="2235823"/>
                </a:lnTo>
                <a:cubicBezTo>
                  <a:pt x="595397" y="2204900"/>
                  <a:pt x="570329" y="2179832"/>
                  <a:pt x="539406" y="2179832"/>
                </a:cubicBezTo>
                <a:close/>
                <a:moveTo>
                  <a:pt x="1880291" y="1683512"/>
                </a:moveTo>
                <a:cubicBezTo>
                  <a:pt x="1849368" y="1683512"/>
                  <a:pt x="1824300" y="1708580"/>
                  <a:pt x="1824300" y="1739503"/>
                </a:cubicBezTo>
                <a:lnTo>
                  <a:pt x="1824300" y="1963461"/>
                </a:lnTo>
                <a:cubicBezTo>
                  <a:pt x="1824300" y="1994384"/>
                  <a:pt x="1849368" y="2019452"/>
                  <a:pt x="1880291" y="2019452"/>
                </a:cubicBezTo>
                <a:lnTo>
                  <a:pt x="2104249" y="2019452"/>
                </a:lnTo>
                <a:cubicBezTo>
                  <a:pt x="2135172" y="2019452"/>
                  <a:pt x="2160240" y="1994384"/>
                  <a:pt x="2160240" y="1963461"/>
                </a:cubicBezTo>
                <a:lnTo>
                  <a:pt x="2160240" y="1739503"/>
                </a:lnTo>
                <a:cubicBezTo>
                  <a:pt x="2160240" y="1708580"/>
                  <a:pt x="2135172" y="1683512"/>
                  <a:pt x="2104249" y="1683512"/>
                </a:cubicBezTo>
                <a:close/>
                <a:moveTo>
                  <a:pt x="1358676" y="1683512"/>
                </a:moveTo>
                <a:cubicBezTo>
                  <a:pt x="1327753" y="1683512"/>
                  <a:pt x="1302685" y="1708580"/>
                  <a:pt x="1302685" y="1739503"/>
                </a:cubicBezTo>
                <a:lnTo>
                  <a:pt x="1302685" y="1963461"/>
                </a:lnTo>
                <a:cubicBezTo>
                  <a:pt x="1302685" y="1994384"/>
                  <a:pt x="1327753" y="2019452"/>
                  <a:pt x="1358676" y="2019452"/>
                </a:cubicBezTo>
                <a:lnTo>
                  <a:pt x="1582634" y="2019452"/>
                </a:lnTo>
                <a:cubicBezTo>
                  <a:pt x="1613557" y="2019452"/>
                  <a:pt x="1638625" y="1994384"/>
                  <a:pt x="1638625" y="1963461"/>
                </a:cubicBezTo>
                <a:lnTo>
                  <a:pt x="1638625" y="1739503"/>
                </a:lnTo>
                <a:cubicBezTo>
                  <a:pt x="1638625" y="1708580"/>
                  <a:pt x="1613557" y="1683512"/>
                  <a:pt x="1582634" y="1683512"/>
                </a:cubicBezTo>
                <a:close/>
                <a:moveTo>
                  <a:pt x="837062" y="1683512"/>
                </a:moveTo>
                <a:cubicBezTo>
                  <a:pt x="806139" y="1683512"/>
                  <a:pt x="781071" y="1708580"/>
                  <a:pt x="781071" y="1739503"/>
                </a:cubicBezTo>
                <a:lnTo>
                  <a:pt x="781071" y="1963461"/>
                </a:lnTo>
                <a:cubicBezTo>
                  <a:pt x="781071" y="1994384"/>
                  <a:pt x="806139" y="2019452"/>
                  <a:pt x="837062" y="2019452"/>
                </a:cubicBezTo>
                <a:lnTo>
                  <a:pt x="1061020" y="2019452"/>
                </a:lnTo>
                <a:cubicBezTo>
                  <a:pt x="1091943" y="2019452"/>
                  <a:pt x="1117011" y="1994384"/>
                  <a:pt x="1117011" y="1963461"/>
                </a:cubicBezTo>
                <a:lnTo>
                  <a:pt x="1117011" y="1739503"/>
                </a:lnTo>
                <a:cubicBezTo>
                  <a:pt x="1117011" y="1708580"/>
                  <a:pt x="1091943" y="1683512"/>
                  <a:pt x="1061020" y="1683512"/>
                </a:cubicBezTo>
                <a:close/>
                <a:moveTo>
                  <a:pt x="315448" y="1683512"/>
                </a:moveTo>
                <a:cubicBezTo>
                  <a:pt x="284525" y="1683512"/>
                  <a:pt x="259457" y="1708580"/>
                  <a:pt x="259457" y="1739503"/>
                </a:cubicBezTo>
                <a:lnTo>
                  <a:pt x="259457" y="1963461"/>
                </a:lnTo>
                <a:cubicBezTo>
                  <a:pt x="259457" y="1994384"/>
                  <a:pt x="284525" y="2019452"/>
                  <a:pt x="315448" y="2019452"/>
                </a:cubicBezTo>
                <a:lnTo>
                  <a:pt x="539406" y="2019452"/>
                </a:lnTo>
                <a:cubicBezTo>
                  <a:pt x="570329" y="2019452"/>
                  <a:pt x="595397" y="1994384"/>
                  <a:pt x="595397" y="1963461"/>
                </a:cubicBezTo>
                <a:lnTo>
                  <a:pt x="595397" y="1739503"/>
                </a:lnTo>
                <a:cubicBezTo>
                  <a:pt x="595397" y="1708580"/>
                  <a:pt x="570329" y="1683512"/>
                  <a:pt x="539406" y="1683512"/>
                </a:cubicBezTo>
                <a:close/>
                <a:moveTo>
                  <a:pt x="1880291" y="1187192"/>
                </a:moveTo>
                <a:cubicBezTo>
                  <a:pt x="1849368" y="1187192"/>
                  <a:pt x="1824300" y="1212260"/>
                  <a:pt x="1824300" y="1243183"/>
                </a:cubicBezTo>
                <a:lnTo>
                  <a:pt x="1824300" y="1467141"/>
                </a:lnTo>
                <a:cubicBezTo>
                  <a:pt x="1824300" y="1498064"/>
                  <a:pt x="1849368" y="1523132"/>
                  <a:pt x="1880291" y="1523132"/>
                </a:cubicBezTo>
                <a:lnTo>
                  <a:pt x="2104249" y="1523132"/>
                </a:lnTo>
                <a:cubicBezTo>
                  <a:pt x="2135172" y="1523132"/>
                  <a:pt x="2160240" y="1498064"/>
                  <a:pt x="2160240" y="1467141"/>
                </a:cubicBezTo>
                <a:lnTo>
                  <a:pt x="2160240" y="1243183"/>
                </a:lnTo>
                <a:cubicBezTo>
                  <a:pt x="2160240" y="1212260"/>
                  <a:pt x="2135172" y="1187192"/>
                  <a:pt x="2104249" y="1187192"/>
                </a:cubicBezTo>
                <a:close/>
                <a:moveTo>
                  <a:pt x="1358676" y="1187192"/>
                </a:moveTo>
                <a:cubicBezTo>
                  <a:pt x="1327753" y="1187192"/>
                  <a:pt x="1302685" y="1212260"/>
                  <a:pt x="1302685" y="1243183"/>
                </a:cubicBezTo>
                <a:lnTo>
                  <a:pt x="1302685" y="1467141"/>
                </a:lnTo>
                <a:cubicBezTo>
                  <a:pt x="1302685" y="1498064"/>
                  <a:pt x="1327753" y="1523132"/>
                  <a:pt x="1358676" y="1523132"/>
                </a:cubicBezTo>
                <a:lnTo>
                  <a:pt x="1582634" y="1523132"/>
                </a:lnTo>
                <a:cubicBezTo>
                  <a:pt x="1613557" y="1523132"/>
                  <a:pt x="1638625" y="1498064"/>
                  <a:pt x="1638625" y="1467141"/>
                </a:cubicBezTo>
                <a:lnTo>
                  <a:pt x="1638625" y="1243183"/>
                </a:lnTo>
                <a:cubicBezTo>
                  <a:pt x="1638625" y="1212260"/>
                  <a:pt x="1613557" y="1187192"/>
                  <a:pt x="1582634" y="1187192"/>
                </a:cubicBezTo>
                <a:close/>
                <a:moveTo>
                  <a:pt x="837062" y="1187192"/>
                </a:moveTo>
                <a:cubicBezTo>
                  <a:pt x="806139" y="1187192"/>
                  <a:pt x="781071" y="1212260"/>
                  <a:pt x="781071" y="1243183"/>
                </a:cubicBezTo>
                <a:lnTo>
                  <a:pt x="781071" y="1467141"/>
                </a:lnTo>
                <a:cubicBezTo>
                  <a:pt x="781071" y="1498064"/>
                  <a:pt x="806139" y="1523132"/>
                  <a:pt x="837062" y="1523132"/>
                </a:cubicBezTo>
                <a:lnTo>
                  <a:pt x="1061020" y="1523132"/>
                </a:lnTo>
                <a:cubicBezTo>
                  <a:pt x="1091943" y="1523132"/>
                  <a:pt x="1117011" y="1498064"/>
                  <a:pt x="1117011" y="1467141"/>
                </a:cubicBezTo>
                <a:lnTo>
                  <a:pt x="1117011" y="1243183"/>
                </a:lnTo>
                <a:cubicBezTo>
                  <a:pt x="1117011" y="1212260"/>
                  <a:pt x="1091943" y="1187192"/>
                  <a:pt x="1061020" y="1187192"/>
                </a:cubicBezTo>
                <a:close/>
                <a:moveTo>
                  <a:pt x="315448" y="1187192"/>
                </a:moveTo>
                <a:cubicBezTo>
                  <a:pt x="284525" y="1187192"/>
                  <a:pt x="259457" y="1212260"/>
                  <a:pt x="259457" y="1243183"/>
                </a:cubicBezTo>
                <a:lnTo>
                  <a:pt x="259457" y="1467141"/>
                </a:lnTo>
                <a:cubicBezTo>
                  <a:pt x="259457" y="1498064"/>
                  <a:pt x="284525" y="1523132"/>
                  <a:pt x="315448" y="1523132"/>
                </a:cubicBezTo>
                <a:lnTo>
                  <a:pt x="539406" y="1523132"/>
                </a:lnTo>
                <a:cubicBezTo>
                  <a:pt x="570329" y="1523132"/>
                  <a:pt x="595397" y="1498064"/>
                  <a:pt x="595397" y="1467141"/>
                </a:cubicBezTo>
                <a:lnTo>
                  <a:pt x="595397" y="1243183"/>
                </a:lnTo>
                <a:cubicBezTo>
                  <a:pt x="595397" y="1212260"/>
                  <a:pt x="570329" y="1187192"/>
                  <a:pt x="539406" y="1187192"/>
                </a:cubicBezTo>
                <a:close/>
                <a:moveTo>
                  <a:pt x="348041" y="163575"/>
                </a:moveTo>
                <a:cubicBezTo>
                  <a:pt x="275130" y="163575"/>
                  <a:pt x="216024" y="222681"/>
                  <a:pt x="216024" y="295592"/>
                </a:cubicBezTo>
                <a:lnTo>
                  <a:pt x="216024" y="823646"/>
                </a:lnTo>
                <a:cubicBezTo>
                  <a:pt x="216024" y="896557"/>
                  <a:pt x="275130" y="955663"/>
                  <a:pt x="348041" y="955663"/>
                </a:cubicBezTo>
                <a:lnTo>
                  <a:pt x="2100231" y="955663"/>
                </a:lnTo>
                <a:cubicBezTo>
                  <a:pt x="2173142" y="955663"/>
                  <a:pt x="2232248" y="896557"/>
                  <a:pt x="2232248" y="823646"/>
                </a:cubicBezTo>
                <a:lnTo>
                  <a:pt x="2232248" y="295592"/>
                </a:lnTo>
                <a:cubicBezTo>
                  <a:pt x="2232248" y="222681"/>
                  <a:pt x="2173142" y="163575"/>
                  <a:pt x="2100231" y="163575"/>
                </a:cubicBezTo>
                <a:close/>
                <a:moveTo>
                  <a:pt x="265172" y="0"/>
                </a:moveTo>
                <a:lnTo>
                  <a:pt x="2183100" y="0"/>
                </a:lnTo>
                <a:cubicBezTo>
                  <a:pt x="2329550" y="0"/>
                  <a:pt x="2448272" y="118722"/>
                  <a:pt x="2448272" y="265172"/>
                </a:cubicBezTo>
                <a:lnTo>
                  <a:pt x="2448272" y="2974828"/>
                </a:lnTo>
                <a:cubicBezTo>
                  <a:pt x="2448272" y="3121278"/>
                  <a:pt x="2329550" y="3240000"/>
                  <a:pt x="2183100" y="3240000"/>
                </a:cubicBezTo>
                <a:lnTo>
                  <a:pt x="265172" y="3240000"/>
                </a:lnTo>
                <a:cubicBezTo>
                  <a:pt x="118722" y="3240000"/>
                  <a:pt x="0" y="3121278"/>
                  <a:pt x="0" y="2974828"/>
                </a:cubicBezTo>
                <a:lnTo>
                  <a:pt x="0" y="265172"/>
                </a:lnTo>
                <a:cubicBezTo>
                  <a:pt x="0" y="118722"/>
                  <a:pt x="118722" y="0"/>
                  <a:pt x="26517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40" name="Rounded Rectangle 6">
            <a:extLst>
              <a:ext uri="{FF2B5EF4-FFF2-40B4-BE49-F238E27FC236}">
                <a16:creationId xmlns:a16="http://schemas.microsoft.com/office/drawing/2014/main" id="{57377BB8-9732-4078-B45C-4B9316DD2D9F}"/>
              </a:ext>
            </a:extLst>
          </p:cNvPr>
          <p:cNvSpPr/>
          <p:nvPr/>
        </p:nvSpPr>
        <p:spPr>
          <a:xfrm>
            <a:off x="5500643" y="4762609"/>
            <a:ext cx="345998" cy="351772"/>
          </a:xfrm>
          <a:custGeom>
            <a:avLst/>
            <a:gdLst/>
            <a:ahLst/>
            <a:cxnLst/>
            <a:rect l="l" t="t" r="r" b="b"/>
            <a:pathLst>
              <a:path w="3186824" h="3060919">
                <a:moveTo>
                  <a:pt x="1045874" y="2696689"/>
                </a:moveTo>
                <a:lnTo>
                  <a:pt x="2125874" y="2696689"/>
                </a:lnTo>
                <a:lnTo>
                  <a:pt x="2125874" y="2804689"/>
                </a:lnTo>
                <a:lnTo>
                  <a:pt x="1045874" y="2804689"/>
                </a:lnTo>
                <a:close/>
                <a:moveTo>
                  <a:pt x="1045874" y="2410468"/>
                </a:moveTo>
                <a:lnTo>
                  <a:pt x="2125874" y="2410468"/>
                </a:lnTo>
                <a:lnTo>
                  <a:pt x="2125874" y="2518468"/>
                </a:lnTo>
                <a:lnTo>
                  <a:pt x="1045874" y="2518468"/>
                </a:lnTo>
                <a:close/>
                <a:moveTo>
                  <a:pt x="1045874" y="2124247"/>
                </a:moveTo>
                <a:lnTo>
                  <a:pt x="2125874" y="2124247"/>
                </a:lnTo>
                <a:lnTo>
                  <a:pt x="2125874" y="2232247"/>
                </a:lnTo>
                <a:lnTo>
                  <a:pt x="1045874" y="2232247"/>
                </a:lnTo>
                <a:close/>
                <a:moveTo>
                  <a:pt x="902547" y="1956791"/>
                </a:moveTo>
                <a:lnTo>
                  <a:pt x="902547" y="2109191"/>
                </a:lnTo>
                <a:lnTo>
                  <a:pt x="902547" y="2185391"/>
                </a:lnTo>
                <a:lnTo>
                  <a:pt x="902547" y="2376263"/>
                </a:lnTo>
                <a:lnTo>
                  <a:pt x="902547" y="2973921"/>
                </a:lnTo>
                <a:lnTo>
                  <a:pt x="2284277" y="2973921"/>
                </a:lnTo>
                <a:lnTo>
                  <a:pt x="2284277" y="2376263"/>
                </a:lnTo>
                <a:lnTo>
                  <a:pt x="2284277" y="2185391"/>
                </a:lnTo>
                <a:lnTo>
                  <a:pt x="2284277" y="2109191"/>
                </a:lnTo>
                <a:lnTo>
                  <a:pt x="2284277" y="1956791"/>
                </a:lnTo>
                <a:close/>
                <a:moveTo>
                  <a:pt x="469172" y="1728191"/>
                </a:moveTo>
                <a:lnTo>
                  <a:pt x="469172" y="2185391"/>
                </a:lnTo>
                <a:lnTo>
                  <a:pt x="767127" y="2185391"/>
                </a:lnTo>
                <a:lnTo>
                  <a:pt x="767127" y="2109191"/>
                </a:lnTo>
                <a:lnTo>
                  <a:pt x="545372" y="2109191"/>
                </a:lnTo>
                <a:lnTo>
                  <a:pt x="545372" y="1804391"/>
                </a:lnTo>
                <a:lnTo>
                  <a:pt x="2641452" y="1804391"/>
                </a:lnTo>
                <a:lnTo>
                  <a:pt x="2641452" y="2109191"/>
                </a:lnTo>
                <a:lnTo>
                  <a:pt x="2419697" y="2109191"/>
                </a:lnTo>
                <a:lnTo>
                  <a:pt x="2419697" y="2185391"/>
                </a:lnTo>
                <a:lnTo>
                  <a:pt x="2717652" y="2185391"/>
                </a:lnTo>
                <a:lnTo>
                  <a:pt x="2717652" y="1728191"/>
                </a:lnTo>
                <a:close/>
                <a:moveTo>
                  <a:pt x="2819005" y="1350909"/>
                </a:moveTo>
                <a:cubicBezTo>
                  <a:pt x="2769294" y="1350909"/>
                  <a:pt x="2728995" y="1391208"/>
                  <a:pt x="2728995" y="1440919"/>
                </a:cubicBezTo>
                <a:cubicBezTo>
                  <a:pt x="2728995" y="1490630"/>
                  <a:pt x="2769294" y="1530929"/>
                  <a:pt x="2819005" y="1530929"/>
                </a:cubicBezTo>
                <a:cubicBezTo>
                  <a:pt x="2868716" y="1530929"/>
                  <a:pt x="2909015" y="1490630"/>
                  <a:pt x="2909015" y="1440919"/>
                </a:cubicBezTo>
                <a:cubicBezTo>
                  <a:pt x="2909015" y="1391208"/>
                  <a:pt x="2868716" y="1350909"/>
                  <a:pt x="2819005" y="1350909"/>
                </a:cubicBezTo>
                <a:close/>
                <a:moveTo>
                  <a:pt x="2509707" y="1350909"/>
                </a:moveTo>
                <a:cubicBezTo>
                  <a:pt x="2459996" y="1350909"/>
                  <a:pt x="2419697" y="1391208"/>
                  <a:pt x="2419697" y="1440919"/>
                </a:cubicBezTo>
                <a:cubicBezTo>
                  <a:pt x="2419697" y="1490630"/>
                  <a:pt x="2459996" y="1530929"/>
                  <a:pt x="2509707" y="1530929"/>
                </a:cubicBezTo>
                <a:cubicBezTo>
                  <a:pt x="2559418" y="1530929"/>
                  <a:pt x="2599717" y="1490630"/>
                  <a:pt x="2599717" y="1440919"/>
                </a:cubicBezTo>
                <a:cubicBezTo>
                  <a:pt x="2599717" y="1391208"/>
                  <a:pt x="2559418" y="1350909"/>
                  <a:pt x="2509707" y="1350909"/>
                </a:cubicBezTo>
                <a:close/>
                <a:moveTo>
                  <a:pt x="195993" y="1200328"/>
                </a:moveTo>
                <a:lnTo>
                  <a:pt x="2990831" y="1200328"/>
                </a:lnTo>
                <a:cubicBezTo>
                  <a:pt x="3099075" y="1200328"/>
                  <a:pt x="3186824" y="1288077"/>
                  <a:pt x="3186824" y="1396321"/>
                </a:cubicBezTo>
                <a:lnTo>
                  <a:pt x="3186824" y="2180270"/>
                </a:lnTo>
                <a:cubicBezTo>
                  <a:pt x="3186824" y="2288514"/>
                  <a:pt x="3099075" y="2376263"/>
                  <a:pt x="2990831" y="2376263"/>
                </a:cubicBezTo>
                <a:lnTo>
                  <a:pt x="2419697" y="2376263"/>
                </a:lnTo>
                <a:lnTo>
                  <a:pt x="2419697" y="3060919"/>
                </a:lnTo>
                <a:lnTo>
                  <a:pt x="767127" y="3060919"/>
                </a:lnTo>
                <a:lnTo>
                  <a:pt x="767127" y="2376263"/>
                </a:lnTo>
                <a:lnTo>
                  <a:pt x="195993" y="2376263"/>
                </a:lnTo>
                <a:cubicBezTo>
                  <a:pt x="87749" y="2376263"/>
                  <a:pt x="0" y="2288514"/>
                  <a:pt x="0" y="2180270"/>
                </a:cubicBezTo>
                <a:lnTo>
                  <a:pt x="0" y="1396321"/>
                </a:lnTo>
                <a:cubicBezTo>
                  <a:pt x="0" y="1288077"/>
                  <a:pt x="87749" y="1200328"/>
                  <a:pt x="195993" y="1200328"/>
                </a:cubicBezTo>
                <a:close/>
                <a:moveTo>
                  <a:pt x="767127" y="0"/>
                </a:moveTo>
                <a:lnTo>
                  <a:pt x="2419697" y="0"/>
                </a:lnTo>
                <a:lnTo>
                  <a:pt x="2419697" y="190589"/>
                </a:lnTo>
                <a:lnTo>
                  <a:pt x="2565249" y="190589"/>
                </a:lnTo>
                <a:cubicBezTo>
                  <a:pt x="2649419" y="190589"/>
                  <a:pt x="2717652" y="258822"/>
                  <a:pt x="2717652" y="342992"/>
                </a:cubicBezTo>
                <a:lnTo>
                  <a:pt x="2717652" y="1104989"/>
                </a:lnTo>
                <a:lnTo>
                  <a:pt x="2284277" y="1104989"/>
                </a:lnTo>
                <a:lnTo>
                  <a:pt x="2284277" y="1104128"/>
                </a:lnTo>
                <a:lnTo>
                  <a:pt x="2284277" y="190589"/>
                </a:lnTo>
                <a:lnTo>
                  <a:pt x="2284277" y="96523"/>
                </a:lnTo>
                <a:lnTo>
                  <a:pt x="902547" y="96523"/>
                </a:lnTo>
                <a:lnTo>
                  <a:pt x="902547" y="190589"/>
                </a:lnTo>
                <a:lnTo>
                  <a:pt x="902547" y="1104128"/>
                </a:lnTo>
                <a:lnTo>
                  <a:pt x="902547" y="1104989"/>
                </a:lnTo>
                <a:lnTo>
                  <a:pt x="469172" y="1104989"/>
                </a:lnTo>
                <a:lnTo>
                  <a:pt x="469172" y="342992"/>
                </a:lnTo>
                <a:cubicBezTo>
                  <a:pt x="469172" y="258822"/>
                  <a:pt x="537405" y="190589"/>
                  <a:pt x="621575" y="190589"/>
                </a:cubicBezTo>
                <a:lnTo>
                  <a:pt x="767127" y="19058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41" name="Rounded Rectangle 27">
            <a:extLst>
              <a:ext uri="{FF2B5EF4-FFF2-40B4-BE49-F238E27FC236}">
                <a16:creationId xmlns:a16="http://schemas.microsoft.com/office/drawing/2014/main" id="{3B0C89E6-78A4-4294-8B6C-33B495F4A563}"/>
              </a:ext>
            </a:extLst>
          </p:cNvPr>
          <p:cNvSpPr/>
          <p:nvPr/>
        </p:nvSpPr>
        <p:spPr>
          <a:xfrm>
            <a:off x="6322686" y="4782843"/>
            <a:ext cx="346396" cy="266079"/>
          </a:xfrm>
          <a:custGeom>
            <a:avLst/>
            <a:gdLst/>
            <a:ahLst/>
            <a:cxnLst/>
            <a:rect l="l" t="t" r="r" b="b"/>
            <a:pathLst>
              <a:path w="3186824" h="2447912">
                <a:moveTo>
                  <a:pt x="1917737" y="1021643"/>
                </a:moveTo>
                <a:cubicBezTo>
                  <a:pt x="2188548" y="1021643"/>
                  <a:pt x="2408083" y="1241178"/>
                  <a:pt x="2408083" y="1511989"/>
                </a:cubicBezTo>
                <a:cubicBezTo>
                  <a:pt x="2408083" y="1782800"/>
                  <a:pt x="2188548" y="2002335"/>
                  <a:pt x="1917737" y="2002335"/>
                </a:cubicBezTo>
                <a:cubicBezTo>
                  <a:pt x="1646926" y="2002335"/>
                  <a:pt x="1427391" y="1782800"/>
                  <a:pt x="1427391" y="1511989"/>
                </a:cubicBezTo>
                <a:cubicBezTo>
                  <a:pt x="1427391" y="1241178"/>
                  <a:pt x="1646926" y="1021643"/>
                  <a:pt x="1917737" y="1021643"/>
                </a:cubicBezTo>
                <a:close/>
                <a:moveTo>
                  <a:pt x="1917737" y="827913"/>
                </a:moveTo>
                <a:cubicBezTo>
                  <a:pt x="1539932" y="827913"/>
                  <a:pt x="1233661" y="1134184"/>
                  <a:pt x="1233661" y="1511989"/>
                </a:cubicBezTo>
                <a:cubicBezTo>
                  <a:pt x="1233661" y="1889794"/>
                  <a:pt x="1539932" y="2196065"/>
                  <a:pt x="1917737" y="2196065"/>
                </a:cubicBezTo>
                <a:cubicBezTo>
                  <a:pt x="2295542" y="2196065"/>
                  <a:pt x="2601813" y="1889794"/>
                  <a:pt x="2601813" y="1511989"/>
                </a:cubicBezTo>
                <a:cubicBezTo>
                  <a:pt x="2601813" y="1134184"/>
                  <a:pt x="2295542" y="827913"/>
                  <a:pt x="1917737" y="827913"/>
                </a:cubicBezTo>
                <a:close/>
                <a:moveTo>
                  <a:pt x="1112286" y="675885"/>
                </a:moveTo>
                <a:lnTo>
                  <a:pt x="1112286" y="830188"/>
                </a:lnTo>
                <a:lnTo>
                  <a:pt x="1328310" y="830188"/>
                </a:lnTo>
                <a:lnTo>
                  <a:pt x="1328310" y="675885"/>
                </a:lnTo>
                <a:close/>
                <a:moveTo>
                  <a:pt x="2586084" y="626422"/>
                </a:moveTo>
                <a:lnTo>
                  <a:pt x="2586084" y="830188"/>
                </a:lnTo>
                <a:lnTo>
                  <a:pt x="3001340" y="830188"/>
                </a:lnTo>
                <a:lnTo>
                  <a:pt x="3001340" y="626422"/>
                </a:lnTo>
                <a:close/>
                <a:moveTo>
                  <a:pt x="1593701" y="108218"/>
                </a:moveTo>
                <a:lnTo>
                  <a:pt x="1593701" y="432905"/>
                </a:lnTo>
                <a:lnTo>
                  <a:pt x="2241773" y="432905"/>
                </a:lnTo>
                <a:lnTo>
                  <a:pt x="2241773" y="108218"/>
                </a:lnTo>
                <a:close/>
                <a:moveTo>
                  <a:pt x="1452512" y="0"/>
                </a:moveTo>
                <a:lnTo>
                  <a:pt x="2382963" y="0"/>
                </a:lnTo>
                <a:cubicBezTo>
                  <a:pt x="2433311" y="0"/>
                  <a:pt x="2474127" y="40816"/>
                  <a:pt x="2474127" y="91164"/>
                </a:cubicBezTo>
                <a:lnTo>
                  <a:pt x="2474127" y="432905"/>
                </a:lnTo>
                <a:lnTo>
                  <a:pt x="2933014" y="432905"/>
                </a:lnTo>
                <a:cubicBezTo>
                  <a:pt x="3073189" y="432905"/>
                  <a:pt x="3186824" y="546540"/>
                  <a:pt x="3186824" y="686715"/>
                </a:cubicBezTo>
                <a:lnTo>
                  <a:pt x="3186824" y="2194102"/>
                </a:lnTo>
                <a:cubicBezTo>
                  <a:pt x="3186824" y="2334277"/>
                  <a:pt x="3073189" y="2447912"/>
                  <a:pt x="2933014" y="2447912"/>
                </a:cubicBezTo>
                <a:lnTo>
                  <a:pt x="253810" y="2447912"/>
                </a:lnTo>
                <a:cubicBezTo>
                  <a:pt x="113635" y="2447912"/>
                  <a:pt x="0" y="2334277"/>
                  <a:pt x="0" y="2194102"/>
                </a:cubicBezTo>
                <a:lnTo>
                  <a:pt x="0" y="686715"/>
                </a:lnTo>
                <a:cubicBezTo>
                  <a:pt x="0" y="546540"/>
                  <a:pt x="113635" y="432905"/>
                  <a:pt x="253810" y="432905"/>
                </a:cubicBezTo>
                <a:lnTo>
                  <a:pt x="307082" y="432905"/>
                </a:lnTo>
                <a:lnTo>
                  <a:pt x="307082" y="313169"/>
                </a:lnTo>
                <a:cubicBezTo>
                  <a:pt x="307082" y="287995"/>
                  <a:pt x="327490" y="267587"/>
                  <a:pt x="352664" y="267587"/>
                </a:cubicBezTo>
                <a:lnTo>
                  <a:pt x="817888" y="267587"/>
                </a:lnTo>
                <a:cubicBezTo>
                  <a:pt x="843062" y="267587"/>
                  <a:pt x="863470" y="287995"/>
                  <a:pt x="863470" y="313169"/>
                </a:cubicBezTo>
                <a:lnTo>
                  <a:pt x="863470" y="432905"/>
                </a:lnTo>
                <a:lnTo>
                  <a:pt x="1361348" y="432905"/>
                </a:lnTo>
                <a:lnTo>
                  <a:pt x="1361348" y="91164"/>
                </a:lnTo>
                <a:cubicBezTo>
                  <a:pt x="1361348" y="40816"/>
                  <a:pt x="1402164" y="0"/>
                  <a:pt x="145251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42" name="Rounded Rectangle 7">
            <a:extLst>
              <a:ext uri="{FF2B5EF4-FFF2-40B4-BE49-F238E27FC236}">
                <a16:creationId xmlns:a16="http://schemas.microsoft.com/office/drawing/2014/main" id="{18E6BE8C-8ADA-42D5-923B-611DB2571DE6}"/>
              </a:ext>
            </a:extLst>
          </p:cNvPr>
          <p:cNvSpPr/>
          <p:nvPr/>
        </p:nvSpPr>
        <p:spPr>
          <a:xfrm>
            <a:off x="6315770" y="5532759"/>
            <a:ext cx="352176" cy="303924"/>
          </a:xfrm>
          <a:custGeom>
            <a:avLst/>
            <a:gdLst/>
            <a:ahLst/>
            <a:cxnLst/>
            <a:rect l="l" t="t" r="r" b="b"/>
            <a:pathLst>
              <a:path w="3240006" h="2796091">
                <a:moveTo>
                  <a:pt x="686867" y="612319"/>
                </a:moveTo>
                <a:cubicBezTo>
                  <a:pt x="611281" y="612319"/>
                  <a:pt x="550007" y="673593"/>
                  <a:pt x="550007" y="749179"/>
                </a:cubicBezTo>
                <a:cubicBezTo>
                  <a:pt x="550007" y="824765"/>
                  <a:pt x="611281" y="886039"/>
                  <a:pt x="686867" y="886039"/>
                </a:cubicBezTo>
                <a:cubicBezTo>
                  <a:pt x="762453" y="886039"/>
                  <a:pt x="823727" y="824765"/>
                  <a:pt x="823727" y="749179"/>
                </a:cubicBezTo>
                <a:cubicBezTo>
                  <a:pt x="823727" y="673593"/>
                  <a:pt x="762453" y="612319"/>
                  <a:pt x="686867" y="612319"/>
                </a:cubicBezTo>
                <a:close/>
                <a:moveTo>
                  <a:pt x="1587500" y="281447"/>
                </a:moveTo>
                <a:cubicBezTo>
                  <a:pt x="1432061" y="281447"/>
                  <a:pt x="1306053" y="407455"/>
                  <a:pt x="1306053" y="562894"/>
                </a:cubicBezTo>
                <a:cubicBezTo>
                  <a:pt x="1306053" y="718333"/>
                  <a:pt x="1432061" y="844341"/>
                  <a:pt x="1587500" y="844341"/>
                </a:cubicBezTo>
                <a:cubicBezTo>
                  <a:pt x="1742939" y="844341"/>
                  <a:pt x="1868947" y="718333"/>
                  <a:pt x="1868947" y="562894"/>
                </a:cubicBezTo>
                <a:cubicBezTo>
                  <a:pt x="1868947" y="407455"/>
                  <a:pt x="1742939" y="281447"/>
                  <a:pt x="1587500" y="281447"/>
                </a:cubicBezTo>
                <a:close/>
                <a:moveTo>
                  <a:pt x="1587500" y="0"/>
                </a:moveTo>
                <a:cubicBezTo>
                  <a:pt x="1898378" y="0"/>
                  <a:pt x="2150394" y="252016"/>
                  <a:pt x="2150394" y="562894"/>
                </a:cubicBezTo>
                <a:cubicBezTo>
                  <a:pt x="2150394" y="786167"/>
                  <a:pt x="2020401" y="979078"/>
                  <a:pt x="1831095" y="1068260"/>
                </a:cubicBezTo>
                <a:lnTo>
                  <a:pt x="2215710" y="1068260"/>
                </a:lnTo>
                <a:cubicBezTo>
                  <a:pt x="2374756" y="1068260"/>
                  <a:pt x="2503688" y="1197192"/>
                  <a:pt x="2503688" y="1356238"/>
                </a:cubicBezTo>
                <a:lnTo>
                  <a:pt x="2503688" y="1474975"/>
                </a:lnTo>
                <a:lnTo>
                  <a:pt x="2656086" y="1474975"/>
                </a:lnTo>
                <a:cubicBezTo>
                  <a:pt x="2692420" y="1474975"/>
                  <a:pt x="2722815" y="1500405"/>
                  <a:pt x="2728975" y="1534767"/>
                </a:cubicBezTo>
                <a:lnTo>
                  <a:pt x="3240006" y="1109804"/>
                </a:lnTo>
                <a:lnTo>
                  <a:pt x="3240006" y="2754548"/>
                </a:lnTo>
                <a:lnTo>
                  <a:pt x="2728975" y="2329585"/>
                </a:lnTo>
                <a:cubicBezTo>
                  <a:pt x="2722815" y="2363946"/>
                  <a:pt x="2692420" y="2389375"/>
                  <a:pt x="2656086" y="2389375"/>
                </a:cubicBezTo>
                <a:lnTo>
                  <a:pt x="2503688" y="2389375"/>
                </a:lnTo>
                <a:lnTo>
                  <a:pt x="2503688" y="2508113"/>
                </a:lnTo>
                <a:cubicBezTo>
                  <a:pt x="2503688" y="2667159"/>
                  <a:pt x="2374756" y="2796091"/>
                  <a:pt x="2215710" y="2796091"/>
                </a:cubicBezTo>
                <a:lnTo>
                  <a:pt x="287978" y="2796091"/>
                </a:lnTo>
                <a:cubicBezTo>
                  <a:pt x="128932" y="2796091"/>
                  <a:pt x="0" y="2667159"/>
                  <a:pt x="0" y="2508113"/>
                </a:cubicBezTo>
                <a:lnTo>
                  <a:pt x="0" y="1356238"/>
                </a:lnTo>
                <a:cubicBezTo>
                  <a:pt x="0" y="1197192"/>
                  <a:pt x="128932" y="1068260"/>
                  <a:pt x="287978" y="1068260"/>
                </a:cubicBezTo>
                <a:lnTo>
                  <a:pt x="544513" y="1068260"/>
                </a:lnTo>
                <a:cubicBezTo>
                  <a:pt x="422089" y="1014226"/>
                  <a:pt x="336949" y="891645"/>
                  <a:pt x="336949" y="749179"/>
                </a:cubicBezTo>
                <a:cubicBezTo>
                  <a:pt x="336949" y="555925"/>
                  <a:pt x="493613" y="399261"/>
                  <a:pt x="686867" y="399261"/>
                </a:cubicBezTo>
                <a:cubicBezTo>
                  <a:pt x="880121" y="399261"/>
                  <a:pt x="1036785" y="555925"/>
                  <a:pt x="1036785" y="749179"/>
                </a:cubicBezTo>
                <a:cubicBezTo>
                  <a:pt x="1036785" y="891645"/>
                  <a:pt x="951645" y="1014226"/>
                  <a:pt x="829222" y="1068260"/>
                </a:cubicBezTo>
                <a:lnTo>
                  <a:pt x="1343906" y="1068260"/>
                </a:lnTo>
                <a:cubicBezTo>
                  <a:pt x="1154600" y="979078"/>
                  <a:pt x="1024606" y="786167"/>
                  <a:pt x="1024606" y="562894"/>
                </a:cubicBezTo>
                <a:cubicBezTo>
                  <a:pt x="1024606" y="252016"/>
                  <a:pt x="1276622" y="0"/>
                  <a:pt x="15875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3" name="Rounded Rectangle 2"/>
          <p:cNvSpPr/>
          <p:nvPr/>
        </p:nvSpPr>
        <p:spPr>
          <a:xfrm>
            <a:off x="0" y="139700"/>
            <a:ext cx="763789" cy="1066800"/>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pic>
        <p:nvPicPr>
          <p:cNvPr id="25" name="Picture 24" descr="C:\Users\DennisTandi\Pictures\img\untad.png"/>
          <p:cNvPicPr/>
          <p:nvPr/>
        </p:nvPicPr>
        <p:blipFill>
          <a:blip r:embed="rId3"/>
          <a:srcRect/>
          <a:stretch>
            <a:fillRect/>
          </a:stretch>
        </p:blipFill>
        <p:spPr bwMode="auto">
          <a:xfrm>
            <a:off x="145838" y="301940"/>
            <a:ext cx="617951" cy="619654"/>
          </a:xfrm>
          <a:prstGeom prst="rect">
            <a:avLst/>
          </a:prstGeom>
          <a:noFill/>
          <a:ln w="9525">
            <a:noFill/>
            <a:miter lim="800000"/>
            <a:headEnd/>
            <a:tailEnd/>
          </a:ln>
        </p:spPr>
      </p:pic>
      <p:sp>
        <p:nvSpPr>
          <p:cNvPr id="26" name="TextBox 25"/>
          <p:cNvSpPr txBox="1"/>
          <p:nvPr/>
        </p:nvSpPr>
        <p:spPr>
          <a:xfrm>
            <a:off x="763789" y="344513"/>
            <a:ext cx="3557391" cy="577081"/>
          </a:xfrm>
          <a:prstGeom prst="rect">
            <a:avLst/>
          </a:prstGeom>
          <a:noFill/>
        </p:spPr>
        <p:txBody>
          <a:bodyPr wrap="square" rtlCol="0">
            <a:spAutoFit/>
          </a:bodyPr>
          <a:lstStyle/>
          <a:p>
            <a:r>
              <a:rPr lang="en-US" sz="1050" b="1" dirty="0">
                <a:latin typeface="Arial" panose="020B0604020202020204" pitchFamily="34" charset="0"/>
                <a:cs typeface="Arial" panose="020B0604020202020204" pitchFamily="34" charset="0"/>
              </a:rPr>
              <a:t>UNIVERSITAS TADULAKO</a:t>
            </a:r>
          </a:p>
          <a:p>
            <a:r>
              <a:rPr lang="en-US" sz="1050" b="1" dirty="0">
                <a:latin typeface="Arial" panose="020B0604020202020204" pitchFamily="34" charset="0"/>
                <a:cs typeface="Arial" panose="020B0604020202020204" pitchFamily="34" charset="0"/>
              </a:rPr>
              <a:t>FAKULTAS TEKNIK</a:t>
            </a:r>
          </a:p>
          <a:p>
            <a:r>
              <a:rPr lang="en-US" sz="1050" b="1" dirty="0">
                <a:latin typeface="Arial" panose="020B0604020202020204" pitchFamily="34" charset="0"/>
                <a:cs typeface="Arial" panose="020B0604020202020204" pitchFamily="34" charset="0"/>
              </a:rPr>
              <a:t>JURUSAN TEKNOLOGI INFORMASI</a:t>
            </a:r>
          </a:p>
        </p:txBody>
      </p:sp>
      <p:sp>
        <p:nvSpPr>
          <p:cNvPr id="4" name="Rectangle 3"/>
          <p:cNvSpPr/>
          <p:nvPr/>
        </p:nvSpPr>
        <p:spPr>
          <a:xfrm>
            <a:off x="1117600" y="5339317"/>
            <a:ext cx="6096000" cy="1200329"/>
          </a:xfrm>
          <a:prstGeom prst="rect">
            <a:avLst/>
          </a:prstGeom>
        </p:spPr>
        <p:txBody>
          <a:bodyPr>
            <a:spAutoFit/>
          </a:bodyPr>
          <a:lstStyle/>
          <a:p>
            <a:pPr>
              <a:tabLst>
                <a:tab pos="1485900" algn="l"/>
              </a:tabLst>
            </a:pPr>
            <a:r>
              <a:rPr lang="en-US" b="1" dirty="0"/>
              <a:t>Nama             	: </a:t>
            </a:r>
            <a:r>
              <a:rPr lang="id-ID" b="1" dirty="0"/>
              <a:t>MUHAMMAD RIZQI</a:t>
            </a:r>
            <a:endParaRPr lang="en-US" b="1" dirty="0"/>
          </a:p>
          <a:p>
            <a:pPr>
              <a:tabLst>
                <a:tab pos="1487488" algn="l"/>
              </a:tabLst>
            </a:pPr>
            <a:r>
              <a:rPr lang="en-US" b="1" dirty="0" err="1"/>
              <a:t>Stambuk</a:t>
            </a:r>
            <a:r>
              <a:rPr lang="en-US" b="1" dirty="0"/>
              <a:t> 	: F551 15 </a:t>
            </a:r>
            <a:r>
              <a:rPr lang="id-ID" b="1" dirty="0"/>
              <a:t>015</a:t>
            </a:r>
            <a:endParaRPr lang="en-US" b="1" dirty="0"/>
          </a:p>
          <a:p>
            <a:pPr>
              <a:tabLst>
                <a:tab pos="1487488" algn="l"/>
              </a:tabLst>
            </a:pPr>
            <a:r>
              <a:rPr lang="en-US" b="1" dirty="0" err="1"/>
              <a:t>Konsentrasi</a:t>
            </a:r>
            <a:r>
              <a:rPr lang="en-US" b="1" dirty="0"/>
              <a:t>	: </a:t>
            </a:r>
            <a:r>
              <a:rPr lang="en-US" b="1" dirty="0" err="1"/>
              <a:t>Rekayasa</a:t>
            </a:r>
            <a:r>
              <a:rPr lang="en-US" b="1" dirty="0"/>
              <a:t> </a:t>
            </a:r>
            <a:r>
              <a:rPr lang="en-US" b="1" dirty="0" err="1"/>
              <a:t>Perangkat</a:t>
            </a:r>
            <a:r>
              <a:rPr lang="en-US" b="1" dirty="0"/>
              <a:t> </a:t>
            </a:r>
            <a:r>
              <a:rPr lang="en-US" b="1" dirty="0" err="1"/>
              <a:t>Lunak</a:t>
            </a:r>
            <a:endParaRPr lang="en-US" b="1" dirty="0"/>
          </a:p>
          <a:p>
            <a:pPr>
              <a:tabLst>
                <a:tab pos="1487488" algn="l"/>
              </a:tabLst>
            </a:pPr>
            <a:r>
              <a:rPr lang="en-US" b="1" dirty="0" err="1"/>
              <a:t>Pembimbing</a:t>
            </a:r>
            <a:r>
              <a:rPr lang="en-US" b="1" dirty="0"/>
              <a:t>	: </a:t>
            </a:r>
            <a:r>
              <a:rPr lang="en-US" b="1" dirty="0" err="1"/>
              <a:t>Wirdayanti</a:t>
            </a:r>
            <a:r>
              <a:rPr lang="en-US" b="1" dirty="0"/>
              <a:t>, S.T., </a:t>
            </a:r>
            <a:r>
              <a:rPr lang="en-US" b="1" dirty="0" err="1"/>
              <a:t>M.Eng</a:t>
            </a:r>
            <a:endParaRPr lang="en-US" dirty="0"/>
          </a:p>
        </p:txBody>
      </p:sp>
    </p:spTree>
    <p:extLst>
      <p:ext uri="{BB962C8B-B14F-4D97-AF65-F5344CB8AC3E}">
        <p14:creationId xmlns:p14="http://schemas.microsoft.com/office/powerpoint/2010/main" val="1342175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FF6F8DA-76DC-42AE-9949-A0D46A66577D}"/>
              </a:ext>
            </a:extLst>
          </p:cNvPr>
          <p:cNvSpPr>
            <a:spLocks noGrp="1"/>
          </p:cNvSpPr>
          <p:nvPr>
            <p:ph type="body" sz="quarter" idx="10"/>
          </p:nvPr>
        </p:nvSpPr>
        <p:spPr>
          <a:xfrm>
            <a:off x="680343" y="287255"/>
            <a:ext cx="11219558" cy="724247"/>
          </a:xfrm>
        </p:spPr>
        <p:txBody>
          <a:bodyPr>
            <a:normAutofit fontScale="92500" lnSpcReduction="20000"/>
          </a:bodyPr>
          <a:lstStyle/>
          <a:p>
            <a:r>
              <a:rPr lang="en-US" dirty="0" err="1"/>
              <a:t>Latar</a:t>
            </a:r>
            <a:r>
              <a:rPr lang="en-US" dirty="0"/>
              <a:t> </a:t>
            </a:r>
            <a:r>
              <a:rPr lang="en-US" dirty="0" err="1"/>
              <a:t>Belakang</a:t>
            </a:r>
            <a:endParaRPr lang="en-US" dirty="0">
              <a:solidFill>
                <a:schemeClr val="accent1"/>
              </a:solidFill>
            </a:endParaRPr>
          </a:p>
        </p:txBody>
      </p:sp>
      <p:sp>
        <p:nvSpPr>
          <p:cNvPr id="39" name="Rounded Rectangle 10">
            <a:extLst>
              <a:ext uri="{FF2B5EF4-FFF2-40B4-BE49-F238E27FC236}">
                <a16:creationId xmlns:a16="http://schemas.microsoft.com/office/drawing/2014/main" id="{74426D57-CD22-49EE-A78D-D8242052321B}"/>
              </a:ext>
            </a:extLst>
          </p:cNvPr>
          <p:cNvSpPr/>
          <p:nvPr/>
        </p:nvSpPr>
        <p:spPr>
          <a:xfrm>
            <a:off x="5545033" y="5565030"/>
            <a:ext cx="254160" cy="336352"/>
          </a:xfrm>
          <a:custGeom>
            <a:avLst/>
            <a:gdLst/>
            <a:ahLst/>
            <a:cxnLst/>
            <a:rect l="l" t="t" r="r" b="b"/>
            <a:pathLst>
              <a:path w="2448272" h="3240000">
                <a:moveTo>
                  <a:pt x="1358676" y="2676152"/>
                </a:moveTo>
                <a:cubicBezTo>
                  <a:pt x="1327753" y="2676152"/>
                  <a:pt x="1302685" y="2701220"/>
                  <a:pt x="1302685" y="2732143"/>
                </a:cubicBezTo>
                <a:lnTo>
                  <a:pt x="1302685" y="2956101"/>
                </a:lnTo>
                <a:cubicBezTo>
                  <a:pt x="1302685" y="2987024"/>
                  <a:pt x="1327753" y="3012092"/>
                  <a:pt x="1358676" y="3012092"/>
                </a:cubicBezTo>
                <a:lnTo>
                  <a:pt x="1582634" y="3012092"/>
                </a:lnTo>
                <a:cubicBezTo>
                  <a:pt x="1613557" y="3012092"/>
                  <a:pt x="1638625" y="2987024"/>
                  <a:pt x="1638625" y="2956101"/>
                </a:cubicBezTo>
                <a:lnTo>
                  <a:pt x="1638625" y="2732143"/>
                </a:lnTo>
                <a:cubicBezTo>
                  <a:pt x="1638625" y="2701220"/>
                  <a:pt x="1613557" y="2676152"/>
                  <a:pt x="1582634" y="2676152"/>
                </a:cubicBezTo>
                <a:close/>
                <a:moveTo>
                  <a:pt x="837062" y="2676152"/>
                </a:moveTo>
                <a:cubicBezTo>
                  <a:pt x="806139" y="2676152"/>
                  <a:pt x="781071" y="2701220"/>
                  <a:pt x="781071" y="2732143"/>
                </a:cubicBezTo>
                <a:lnTo>
                  <a:pt x="781071" y="2956101"/>
                </a:lnTo>
                <a:cubicBezTo>
                  <a:pt x="781071" y="2987024"/>
                  <a:pt x="806139" y="3012092"/>
                  <a:pt x="837062" y="3012092"/>
                </a:cubicBezTo>
                <a:lnTo>
                  <a:pt x="1061020" y="3012092"/>
                </a:lnTo>
                <a:cubicBezTo>
                  <a:pt x="1091943" y="3012092"/>
                  <a:pt x="1117011" y="2987024"/>
                  <a:pt x="1117011" y="2956101"/>
                </a:cubicBezTo>
                <a:lnTo>
                  <a:pt x="1117011" y="2732143"/>
                </a:lnTo>
                <a:cubicBezTo>
                  <a:pt x="1117011" y="2701220"/>
                  <a:pt x="1091943" y="2676152"/>
                  <a:pt x="1061020" y="2676152"/>
                </a:cubicBezTo>
                <a:close/>
                <a:moveTo>
                  <a:pt x="315448" y="2676152"/>
                </a:moveTo>
                <a:cubicBezTo>
                  <a:pt x="284525" y="2676152"/>
                  <a:pt x="259457" y="2701220"/>
                  <a:pt x="259457" y="2732143"/>
                </a:cubicBezTo>
                <a:lnTo>
                  <a:pt x="259457" y="2956101"/>
                </a:lnTo>
                <a:cubicBezTo>
                  <a:pt x="259457" y="2987024"/>
                  <a:pt x="284525" y="3012092"/>
                  <a:pt x="315448" y="3012092"/>
                </a:cubicBezTo>
                <a:lnTo>
                  <a:pt x="539406" y="3012092"/>
                </a:lnTo>
                <a:cubicBezTo>
                  <a:pt x="570329" y="3012092"/>
                  <a:pt x="595397" y="2987024"/>
                  <a:pt x="595397" y="2956101"/>
                </a:cubicBezTo>
                <a:lnTo>
                  <a:pt x="595397" y="2732143"/>
                </a:lnTo>
                <a:cubicBezTo>
                  <a:pt x="595397" y="2701220"/>
                  <a:pt x="570329" y="2676152"/>
                  <a:pt x="539406" y="2676152"/>
                </a:cubicBezTo>
                <a:close/>
                <a:moveTo>
                  <a:pt x="1880291" y="2179832"/>
                </a:moveTo>
                <a:cubicBezTo>
                  <a:pt x="1849368" y="2179832"/>
                  <a:pt x="1824300" y="2204900"/>
                  <a:pt x="1824300" y="2235823"/>
                </a:cubicBezTo>
                <a:lnTo>
                  <a:pt x="1824300" y="2956101"/>
                </a:lnTo>
                <a:cubicBezTo>
                  <a:pt x="1824300" y="2987024"/>
                  <a:pt x="1849368" y="3012092"/>
                  <a:pt x="1880291" y="3012092"/>
                </a:cubicBezTo>
                <a:lnTo>
                  <a:pt x="2104249" y="3012092"/>
                </a:lnTo>
                <a:cubicBezTo>
                  <a:pt x="2135172" y="3012092"/>
                  <a:pt x="2160240" y="2987024"/>
                  <a:pt x="2160240" y="2956101"/>
                </a:cubicBezTo>
                <a:lnTo>
                  <a:pt x="2160240" y="2235823"/>
                </a:lnTo>
                <a:cubicBezTo>
                  <a:pt x="2160240" y="2204900"/>
                  <a:pt x="2135172" y="2179832"/>
                  <a:pt x="2104249" y="2179832"/>
                </a:cubicBezTo>
                <a:close/>
                <a:moveTo>
                  <a:pt x="1358676" y="2179832"/>
                </a:moveTo>
                <a:cubicBezTo>
                  <a:pt x="1327753" y="2179832"/>
                  <a:pt x="1302685" y="2204900"/>
                  <a:pt x="1302685" y="2235823"/>
                </a:cubicBezTo>
                <a:lnTo>
                  <a:pt x="1302685" y="2459781"/>
                </a:lnTo>
                <a:cubicBezTo>
                  <a:pt x="1302685" y="2490704"/>
                  <a:pt x="1327753" y="2515772"/>
                  <a:pt x="1358676" y="2515772"/>
                </a:cubicBezTo>
                <a:lnTo>
                  <a:pt x="1582634" y="2515772"/>
                </a:lnTo>
                <a:cubicBezTo>
                  <a:pt x="1613557" y="2515772"/>
                  <a:pt x="1638625" y="2490704"/>
                  <a:pt x="1638625" y="2459781"/>
                </a:cubicBezTo>
                <a:lnTo>
                  <a:pt x="1638625" y="2235823"/>
                </a:lnTo>
                <a:cubicBezTo>
                  <a:pt x="1638625" y="2204900"/>
                  <a:pt x="1613557" y="2179832"/>
                  <a:pt x="1582634" y="2179832"/>
                </a:cubicBezTo>
                <a:close/>
                <a:moveTo>
                  <a:pt x="837062" y="2179832"/>
                </a:moveTo>
                <a:cubicBezTo>
                  <a:pt x="806139" y="2179832"/>
                  <a:pt x="781071" y="2204900"/>
                  <a:pt x="781071" y="2235823"/>
                </a:cubicBezTo>
                <a:lnTo>
                  <a:pt x="781071" y="2459781"/>
                </a:lnTo>
                <a:cubicBezTo>
                  <a:pt x="781071" y="2490704"/>
                  <a:pt x="806139" y="2515772"/>
                  <a:pt x="837062" y="2515772"/>
                </a:cubicBezTo>
                <a:lnTo>
                  <a:pt x="1061020" y="2515772"/>
                </a:lnTo>
                <a:cubicBezTo>
                  <a:pt x="1091943" y="2515772"/>
                  <a:pt x="1117011" y="2490704"/>
                  <a:pt x="1117011" y="2459781"/>
                </a:cubicBezTo>
                <a:lnTo>
                  <a:pt x="1117011" y="2235823"/>
                </a:lnTo>
                <a:cubicBezTo>
                  <a:pt x="1117011" y="2204900"/>
                  <a:pt x="1091943" y="2179832"/>
                  <a:pt x="1061020" y="2179832"/>
                </a:cubicBezTo>
                <a:close/>
                <a:moveTo>
                  <a:pt x="315448" y="2179832"/>
                </a:moveTo>
                <a:cubicBezTo>
                  <a:pt x="284525" y="2179832"/>
                  <a:pt x="259457" y="2204900"/>
                  <a:pt x="259457" y="2235823"/>
                </a:cubicBezTo>
                <a:lnTo>
                  <a:pt x="259457" y="2459781"/>
                </a:lnTo>
                <a:cubicBezTo>
                  <a:pt x="259457" y="2490704"/>
                  <a:pt x="284525" y="2515772"/>
                  <a:pt x="315448" y="2515772"/>
                </a:cubicBezTo>
                <a:lnTo>
                  <a:pt x="539406" y="2515772"/>
                </a:lnTo>
                <a:cubicBezTo>
                  <a:pt x="570329" y="2515772"/>
                  <a:pt x="595397" y="2490704"/>
                  <a:pt x="595397" y="2459781"/>
                </a:cubicBezTo>
                <a:lnTo>
                  <a:pt x="595397" y="2235823"/>
                </a:lnTo>
                <a:cubicBezTo>
                  <a:pt x="595397" y="2204900"/>
                  <a:pt x="570329" y="2179832"/>
                  <a:pt x="539406" y="2179832"/>
                </a:cubicBezTo>
                <a:close/>
                <a:moveTo>
                  <a:pt x="1880291" y="1683512"/>
                </a:moveTo>
                <a:cubicBezTo>
                  <a:pt x="1849368" y="1683512"/>
                  <a:pt x="1824300" y="1708580"/>
                  <a:pt x="1824300" y="1739503"/>
                </a:cubicBezTo>
                <a:lnTo>
                  <a:pt x="1824300" y="1963461"/>
                </a:lnTo>
                <a:cubicBezTo>
                  <a:pt x="1824300" y="1994384"/>
                  <a:pt x="1849368" y="2019452"/>
                  <a:pt x="1880291" y="2019452"/>
                </a:cubicBezTo>
                <a:lnTo>
                  <a:pt x="2104249" y="2019452"/>
                </a:lnTo>
                <a:cubicBezTo>
                  <a:pt x="2135172" y="2019452"/>
                  <a:pt x="2160240" y="1994384"/>
                  <a:pt x="2160240" y="1963461"/>
                </a:cubicBezTo>
                <a:lnTo>
                  <a:pt x="2160240" y="1739503"/>
                </a:lnTo>
                <a:cubicBezTo>
                  <a:pt x="2160240" y="1708580"/>
                  <a:pt x="2135172" y="1683512"/>
                  <a:pt x="2104249" y="1683512"/>
                </a:cubicBezTo>
                <a:close/>
                <a:moveTo>
                  <a:pt x="1358676" y="1683512"/>
                </a:moveTo>
                <a:cubicBezTo>
                  <a:pt x="1327753" y="1683512"/>
                  <a:pt x="1302685" y="1708580"/>
                  <a:pt x="1302685" y="1739503"/>
                </a:cubicBezTo>
                <a:lnTo>
                  <a:pt x="1302685" y="1963461"/>
                </a:lnTo>
                <a:cubicBezTo>
                  <a:pt x="1302685" y="1994384"/>
                  <a:pt x="1327753" y="2019452"/>
                  <a:pt x="1358676" y="2019452"/>
                </a:cubicBezTo>
                <a:lnTo>
                  <a:pt x="1582634" y="2019452"/>
                </a:lnTo>
                <a:cubicBezTo>
                  <a:pt x="1613557" y="2019452"/>
                  <a:pt x="1638625" y="1994384"/>
                  <a:pt x="1638625" y="1963461"/>
                </a:cubicBezTo>
                <a:lnTo>
                  <a:pt x="1638625" y="1739503"/>
                </a:lnTo>
                <a:cubicBezTo>
                  <a:pt x="1638625" y="1708580"/>
                  <a:pt x="1613557" y="1683512"/>
                  <a:pt x="1582634" y="1683512"/>
                </a:cubicBezTo>
                <a:close/>
                <a:moveTo>
                  <a:pt x="837062" y="1683512"/>
                </a:moveTo>
                <a:cubicBezTo>
                  <a:pt x="806139" y="1683512"/>
                  <a:pt x="781071" y="1708580"/>
                  <a:pt x="781071" y="1739503"/>
                </a:cubicBezTo>
                <a:lnTo>
                  <a:pt x="781071" y="1963461"/>
                </a:lnTo>
                <a:cubicBezTo>
                  <a:pt x="781071" y="1994384"/>
                  <a:pt x="806139" y="2019452"/>
                  <a:pt x="837062" y="2019452"/>
                </a:cubicBezTo>
                <a:lnTo>
                  <a:pt x="1061020" y="2019452"/>
                </a:lnTo>
                <a:cubicBezTo>
                  <a:pt x="1091943" y="2019452"/>
                  <a:pt x="1117011" y="1994384"/>
                  <a:pt x="1117011" y="1963461"/>
                </a:cubicBezTo>
                <a:lnTo>
                  <a:pt x="1117011" y="1739503"/>
                </a:lnTo>
                <a:cubicBezTo>
                  <a:pt x="1117011" y="1708580"/>
                  <a:pt x="1091943" y="1683512"/>
                  <a:pt x="1061020" y="1683512"/>
                </a:cubicBezTo>
                <a:close/>
                <a:moveTo>
                  <a:pt x="315448" y="1683512"/>
                </a:moveTo>
                <a:cubicBezTo>
                  <a:pt x="284525" y="1683512"/>
                  <a:pt x="259457" y="1708580"/>
                  <a:pt x="259457" y="1739503"/>
                </a:cubicBezTo>
                <a:lnTo>
                  <a:pt x="259457" y="1963461"/>
                </a:lnTo>
                <a:cubicBezTo>
                  <a:pt x="259457" y="1994384"/>
                  <a:pt x="284525" y="2019452"/>
                  <a:pt x="315448" y="2019452"/>
                </a:cubicBezTo>
                <a:lnTo>
                  <a:pt x="539406" y="2019452"/>
                </a:lnTo>
                <a:cubicBezTo>
                  <a:pt x="570329" y="2019452"/>
                  <a:pt x="595397" y="1994384"/>
                  <a:pt x="595397" y="1963461"/>
                </a:cubicBezTo>
                <a:lnTo>
                  <a:pt x="595397" y="1739503"/>
                </a:lnTo>
                <a:cubicBezTo>
                  <a:pt x="595397" y="1708580"/>
                  <a:pt x="570329" y="1683512"/>
                  <a:pt x="539406" y="1683512"/>
                </a:cubicBezTo>
                <a:close/>
                <a:moveTo>
                  <a:pt x="1880291" y="1187192"/>
                </a:moveTo>
                <a:cubicBezTo>
                  <a:pt x="1849368" y="1187192"/>
                  <a:pt x="1824300" y="1212260"/>
                  <a:pt x="1824300" y="1243183"/>
                </a:cubicBezTo>
                <a:lnTo>
                  <a:pt x="1824300" y="1467141"/>
                </a:lnTo>
                <a:cubicBezTo>
                  <a:pt x="1824300" y="1498064"/>
                  <a:pt x="1849368" y="1523132"/>
                  <a:pt x="1880291" y="1523132"/>
                </a:cubicBezTo>
                <a:lnTo>
                  <a:pt x="2104249" y="1523132"/>
                </a:lnTo>
                <a:cubicBezTo>
                  <a:pt x="2135172" y="1523132"/>
                  <a:pt x="2160240" y="1498064"/>
                  <a:pt x="2160240" y="1467141"/>
                </a:cubicBezTo>
                <a:lnTo>
                  <a:pt x="2160240" y="1243183"/>
                </a:lnTo>
                <a:cubicBezTo>
                  <a:pt x="2160240" y="1212260"/>
                  <a:pt x="2135172" y="1187192"/>
                  <a:pt x="2104249" y="1187192"/>
                </a:cubicBezTo>
                <a:close/>
                <a:moveTo>
                  <a:pt x="1358676" y="1187192"/>
                </a:moveTo>
                <a:cubicBezTo>
                  <a:pt x="1327753" y="1187192"/>
                  <a:pt x="1302685" y="1212260"/>
                  <a:pt x="1302685" y="1243183"/>
                </a:cubicBezTo>
                <a:lnTo>
                  <a:pt x="1302685" y="1467141"/>
                </a:lnTo>
                <a:cubicBezTo>
                  <a:pt x="1302685" y="1498064"/>
                  <a:pt x="1327753" y="1523132"/>
                  <a:pt x="1358676" y="1523132"/>
                </a:cubicBezTo>
                <a:lnTo>
                  <a:pt x="1582634" y="1523132"/>
                </a:lnTo>
                <a:cubicBezTo>
                  <a:pt x="1613557" y="1523132"/>
                  <a:pt x="1638625" y="1498064"/>
                  <a:pt x="1638625" y="1467141"/>
                </a:cubicBezTo>
                <a:lnTo>
                  <a:pt x="1638625" y="1243183"/>
                </a:lnTo>
                <a:cubicBezTo>
                  <a:pt x="1638625" y="1212260"/>
                  <a:pt x="1613557" y="1187192"/>
                  <a:pt x="1582634" y="1187192"/>
                </a:cubicBezTo>
                <a:close/>
                <a:moveTo>
                  <a:pt x="837062" y="1187192"/>
                </a:moveTo>
                <a:cubicBezTo>
                  <a:pt x="806139" y="1187192"/>
                  <a:pt x="781071" y="1212260"/>
                  <a:pt x="781071" y="1243183"/>
                </a:cubicBezTo>
                <a:lnTo>
                  <a:pt x="781071" y="1467141"/>
                </a:lnTo>
                <a:cubicBezTo>
                  <a:pt x="781071" y="1498064"/>
                  <a:pt x="806139" y="1523132"/>
                  <a:pt x="837062" y="1523132"/>
                </a:cubicBezTo>
                <a:lnTo>
                  <a:pt x="1061020" y="1523132"/>
                </a:lnTo>
                <a:cubicBezTo>
                  <a:pt x="1091943" y="1523132"/>
                  <a:pt x="1117011" y="1498064"/>
                  <a:pt x="1117011" y="1467141"/>
                </a:cubicBezTo>
                <a:lnTo>
                  <a:pt x="1117011" y="1243183"/>
                </a:lnTo>
                <a:cubicBezTo>
                  <a:pt x="1117011" y="1212260"/>
                  <a:pt x="1091943" y="1187192"/>
                  <a:pt x="1061020" y="1187192"/>
                </a:cubicBezTo>
                <a:close/>
                <a:moveTo>
                  <a:pt x="315448" y="1187192"/>
                </a:moveTo>
                <a:cubicBezTo>
                  <a:pt x="284525" y="1187192"/>
                  <a:pt x="259457" y="1212260"/>
                  <a:pt x="259457" y="1243183"/>
                </a:cubicBezTo>
                <a:lnTo>
                  <a:pt x="259457" y="1467141"/>
                </a:lnTo>
                <a:cubicBezTo>
                  <a:pt x="259457" y="1498064"/>
                  <a:pt x="284525" y="1523132"/>
                  <a:pt x="315448" y="1523132"/>
                </a:cubicBezTo>
                <a:lnTo>
                  <a:pt x="539406" y="1523132"/>
                </a:lnTo>
                <a:cubicBezTo>
                  <a:pt x="570329" y="1523132"/>
                  <a:pt x="595397" y="1498064"/>
                  <a:pt x="595397" y="1467141"/>
                </a:cubicBezTo>
                <a:lnTo>
                  <a:pt x="595397" y="1243183"/>
                </a:lnTo>
                <a:cubicBezTo>
                  <a:pt x="595397" y="1212260"/>
                  <a:pt x="570329" y="1187192"/>
                  <a:pt x="539406" y="1187192"/>
                </a:cubicBezTo>
                <a:close/>
                <a:moveTo>
                  <a:pt x="348041" y="163575"/>
                </a:moveTo>
                <a:cubicBezTo>
                  <a:pt x="275130" y="163575"/>
                  <a:pt x="216024" y="222681"/>
                  <a:pt x="216024" y="295592"/>
                </a:cubicBezTo>
                <a:lnTo>
                  <a:pt x="216024" y="823646"/>
                </a:lnTo>
                <a:cubicBezTo>
                  <a:pt x="216024" y="896557"/>
                  <a:pt x="275130" y="955663"/>
                  <a:pt x="348041" y="955663"/>
                </a:cubicBezTo>
                <a:lnTo>
                  <a:pt x="2100231" y="955663"/>
                </a:lnTo>
                <a:cubicBezTo>
                  <a:pt x="2173142" y="955663"/>
                  <a:pt x="2232248" y="896557"/>
                  <a:pt x="2232248" y="823646"/>
                </a:cubicBezTo>
                <a:lnTo>
                  <a:pt x="2232248" y="295592"/>
                </a:lnTo>
                <a:cubicBezTo>
                  <a:pt x="2232248" y="222681"/>
                  <a:pt x="2173142" y="163575"/>
                  <a:pt x="2100231" y="163575"/>
                </a:cubicBezTo>
                <a:close/>
                <a:moveTo>
                  <a:pt x="265172" y="0"/>
                </a:moveTo>
                <a:lnTo>
                  <a:pt x="2183100" y="0"/>
                </a:lnTo>
                <a:cubicBezTo>
                  <a:pt x="2329550" y="0"/>
                  <a:pt x="2448272" y="118722"/>
                  <a:pt x="2448272" y="265172"/>
                </a:cubicBezTo>
                <a:lnTo>
                  <a:pt x="2448272" y="2974828"/>
                </a:lnTo>
                <a:cubicBezTo>
                  <a:pt x="2448272" y="3121278"/>
                  <a:pt x="2329550" y="3240000"/>
                  <a:pt x="2183100" y="3240000"/>
                </a:cubicBezTo>
                <a:lnTo>
                  <a:pt x="265172" y="3240000"/>
                </a:lnTo>
                <a:cubicBezTo>
                  <a:pt x="118722" y="3240000"/>
                  <a:pt x="0" y="3121278"/>
                  <a:pt x="0" y="2974828"/>
                </a:cubicBezTo>
                <a:lnTo>
                  <a:pt x="0" y="265172"/>
                </a:lnTo>
                <a:cubicBezTo>
                  <a:pt x="0" y="118722"/>
                  <a:pt x="118722" y="0"/>
                  <a:pt x="26517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40" name="Rounded Rectangle 6">
            <a:extLst>
              <a:ext uri="{FF2B5EF4-FFF2-40B4-BE49-F238E27FC236}">
                <a16:creationId xmlns:a16="http://schemas.microsoft.com/office/drawing/2014/main" id="{57377BB8-9732-4078-B45C-4B9316DD2D9F}"/>
              </a:ext>
            </a:extLst>
          </p:cNvPr>
          <p:cNvSpPr/>
          <p:nvPr/>
        </p:nvSpPr>
        <p:spPr>
          <a:xfrm>
            <a:off x="5500643" y="4762609"/>
            <a:ext cx="345998" cy="351772"/>
          </a:xfrm>
          <a:custGeom>
            <a:avLst/>
            <a:gdLst/>
            <a:ahLst/>
            <a:cxnLst/>
            <a:rect l="l" t="t" r="r" b="b"/>
            <a:pathLst>
              <a:path w="3186824" h="3060919">
                <a:moveTo>
                  <a:pt x="1045874" y="2696689"/>
                </a:moveTo>
                <a:lnTo>
                  <a:pt x="2125874" y="2696689"/>
                </a:lnTo>
                <a:lnTo>
                  <a:pt x="2125874" y="2804689"/>
                </a:lnTo>
                <a:lnTo>
                  <a:pt x="1045874" y="2804689"/>
                </a:lnTo>
                <a:close/>
                <a:moveTo>
                  <a:pt x="1045874" y="2410468"/>
                </a:moveTo>
                <a:lnTo>
                  <a:pt x="2125874" y="2410468"/>
                </a:lnTo>
                <a:lnTo>
                  <a:pt x="2125874" y="2518468"/>
                </a:lnTo>
                <a:lnTo>
                  <a:pt x="1045874" y="2518468"/>
                </a:lnTo>
                <a:close/>
                <a:moveTo>
                  <a:pt x="1045874" y="2124247"/>
                </a:moveTo>
                <a:lnTo>
                  <a:pt x="2125874" y="2124247"/>
                </a:lnTo>
                <a:lnTo>
                  <a:pt x="2125874" y="2232247"/>
                </a:lnTo>
                <a:lnTo>
                  <a:pt x="1045874" y="2232247"/>
                </a:lnTo>
                <a:close/>
                <a:moveTo>
                  <a:pt x="902547" y="1956791"/>
                </a:moveTo>
                <a:lnTo>
                  <a:pt x="902547" y="2109191"/>
                </a:lnTo>
                <a:lnTo>
                  <a:pt x="902547" y="2185391"/>
                </a:lnTo>
                <a:lnTo>
                  <a:pt x="902547" y="2376263"/>
                </a:lnTo>
                <a:lnTo>
                  <a:pt x="902547" y="2973921"/>
                </a:lnTo>
                <a:lnTo>
                  <a:pt x="2284277" y="2973921"/>
                </a:lnTo>
                <a:lnTo>
                  <a:pt x="2284277" y="2376263"/>
                </a:lnTo>
                <a:lnTo>
                  <a:pt x="2284277" y="2185391"/>
                </a:lnTo>
                <a:lnTo>
                  <a:pt x="2284277" y="2109191"/>
                </a:lnTo>
                <a:lnTo>
                  <a:pt x="2284277" y="1956791"/>
                </a:lnTo>
                <a:close/>
                <a:moveTo>
                  <a:pt x="469172" y="1728191"/>
                </a:moveTo>
                <a:lnTo>
                  <a:pt x="469172" y="2185391"/>
                </a:lnTo>
                <a:lnTo>
                  <a:pt x="767127" y="2185391"/>
                </a:lnTo>
                <a:lnTo>
                  <a:pt x="767127" y="2109191"/>
                </a:lnTo>
                <a:lnTo>
                  <a:pt x="545372" y="2109191"/>
                </a:lnTo>
                <a:lnTo>
                  <a:pt x="545372" y="1804391"/>
                </a:lnTo>
                <a:lnTo>
                  <a:pt x="2641452" y="1804391"/>
                </a:lnTo>
                <a:lnTo>
                  <a:pt x="2641452" y="2109191"/>
                </a:lnTo>
                <a:lnTo>
                  <a:pt x="2419697" y="2109191"/>
                </a:lnTo>
                <a:lnTo>
                  <a:pt x="2419697" y="2185391"/>
                </a:lnTo>
                <a:lnTo>
                  <a:pt x="2717652" y="2185391"/>
                </a:lnTo>
                <a:lnTo>
                  <a:pt x="2717652" y="1728191"/>
                </a:lnTo>
                <a:close/>
                <a:moveTo>
                  <a:pt x="2819005" y="1350909"/>
                </a:moveTo>
                <a:cubicBezTo>
                  <a:pt x="2769294" y="1350909"/>
                  <a:pt x="2728995" y="1391208"/>
                  <a:pt x="2728995" y="1440919"/>
                </a:cubicBezTo>
                <a:cubicBezTo>
                  <a:pt x="2728995" y="1490630"/>
                  <a:pt x="2769294" y="1530929"/>
                  <a:pt x="2819005" y="1530929"/>
                </a:cubicBezTo>
                <a:cubicBezTo>
                  <a:pt x="2868716" y="1530929"/>
                  <a:pt x="2909015" y="1490630"/>
                  <a:pt x="2909015" y="1440919"/>
                </a:cubicBezTo>
                <a:cubicBezTo>
                  <a:pt x="2909015" y="1391208"/>
                  <a:pt x="2868716" y="1350909"/>
                  <a:pt x="2819005" y="1350909"/>
                </a:cubicBezTo>
                <a:close/>
                <a:moveTo>
                  <a:pt x="2509707" y="1350909"/>
                </a:moveTo>
                <a:cubicBezTo>
                  <a:pt x="2459996" y="1350909"/>
                  <a:pt x="2419697" y="1391208"/>
                  <a:pt x="2419697" y="1440919"/>
                </a:cubicBezTo>
                <a:cubicBezTo>
                  <a:pt x="2419697" y="1490630"/>
                  <a:pt x="2459996" y="1530929"/>
                  <a:pt x="2509707" y="1530929"/>
                </a:cubicBezTo>
                <a:cubicBezTo>
                  <a:pt x="2559418" y="1530929"/>
                  <a:pt x="2599717" y="1490630"/>
                  <a:pt x="2599717" y="1440919"/>
                </a:cubicBezTo>
                <a:cubicBezTo>
                  <a:pt x="2599717" y="1391208"/>
                  <a:pt x="2559418" y="1350909"/>
                  <a:pt x="2509707" y="1350909"/>
                </a:cubicBezTo>
                <a:close/>
                <a:moveTo>
                  <a:pt x="195993" y="1200328"/>
                </a:moveTo>
                <a:lnTo>
                  <a:pt x="2990831" y="1200328"/>
                </a:lnTo>
                <a:cubicBezTo>
                  <a:pt x="3099075" y="1200328"/>
                  <a:pt x="3186824" y="1288077"/>
                  <a:pt x="3186824" y="1396321"/>
                </a:cubicBezTo>
                <a:lnTo>
                  <a:pt x="3186824" y="2180270"/>
                </a:lnTo>
                <a:cubicBezTo>
                  <a:pt x="3186824" y="2288514"/>
                  <a:pt x="3099075" y="2376263"/>
                  <a:pt x="2990831" y="2376263"/>
                </a:cubicBezTo>
                <a:lnTo>
                  <a:pt x="2419697" y="2376263"/>
                </a:lnTo>
                <a:lnTo>
                  <a:pt x="2419697" y="3060919"/>
                </a:lnTo>
                <a:lnTo>
                  <a:pt x="767127" y="3060919"/>
                </a:lnTo>
                <a:lnTo>
                  <a:pt x="767127" y="2376263"/>
                </a:lnTo>
                <a:lnTo>
                  <a:pt x="195993" y="2376263"/>
                </a:lnTo>
                <a:cubicBezTo>
                  <a:pt x="87749" y="2376263"/>
                  <a:pt x="0" y="2288514"/>
                  <a:pt x="0" y="2180270"/>
                </a:cubicBezTo>
                <a:lnTo>
                  <a:pt x="0" y="1396321"/>
                </a:lnTo>
                <a:cubicBezTo>
                  <a:pt x="0" y="1288077"/>
                  <a:pt x="87749" y="1200328"/>
                  <a:pt x="195993" y="1200328"/>
                </a:cubicBezTo>
                <a:close/>
                <a:moveTo>
                  <a:pt x="767127" y="0"/>
                </a:moveTo>
                <a:lnTo>
                  <a:pt x="2419697" y="0"/>
                </a:lnTo>
                <a:lnTo>
                  <a:pt x="2419697" y="190589"/>
                </a:lnTo>
                <a:lnTo>
                  <a:pt x="2565249" y="190589"/>
                </a:lnTo>
                <a:cubicBezTo>
                  <a:pt x="2649419" y="190589"/>
                  <a:pt x="2717652" y="258822"/>
                  <a:pt x="2717652" y="342992"/>
                </a:cubicBezTo>
                <a:lnTo>
                  <a:pt x="2717652" y="1104989"/>
                </a:lnTo>
                <a:lnTo>
                  <a:pt x="2284277" y="1104989"/>
                </a:lnTo>
                <a:lnTo>
                  <a:pt x="2284277" y="1104128"/>
                </a:lnTo>
                <a:lnTo>
                  <a:pt x="2284277" y="190589"/>
                </a:lnTo>
                <a:lnTo>
                  <a:pt x="2284277" y="96523"/>
                </a:lnTo>
                <a:lnTo>
                  <a:pt x="902547" y="96523"/>
                </a:lnTo>
                <a:lnTo>
                  <a:pt x="902547" y="190589"/>
                </a:lnTo>
                <a:lnTo>
                  <a:pt x="902547" y="1104128"/>
                </a:lnTo>
                <a:lnTo>
                  <a:pt x="902547" y="1104989"/>
                </a:lnTo>
                <a:lnTo>
                  <a:pt x="469172" y="1104989"/>
                </a:lnTo>
                <a:lnTo>
                  <a:pt x="469172" y="342992"/>
                </a:lnTo>
                <a:cubicBezTo>
                  <a:pt x="469172" y="258822"/>
                  <a:pt x="537405" y="190589"/>
                  <a:pt x="621575" y="190589"/>
                </a:cubicBezTo>
                <a:lnTo>
                  <a:pt x="767127" y="19058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41" name="Rounded Rectangle 27">
            <a:extLst>
              <a:ext uri="{FF2B5EF4-FFF2-40B4-BE49-F238E27FC236}">
                <a16:creationId xmlns:a16="http://schemas.microsoft.com/office/drawing/2014/main" id="{3B0C89E6-78A4-4294-8B6C-33B495F4A563}"/>
              </a:ext>
            </a:extLst>
          </p:cNvPr>
          <p:cNvSpPr/>
          <p:nvPr/>
        </p:nvSpPr>
        <p:spPr>
          <a:xfrm>
            <a:off x="6322686" y="4782843"/>
            <a:ext cx="346396" cy="266079"/>
          </a:xfrm>
          <a:custGeom>
            <a:avLst/>
            <a:gdLst/>
            <a:ahLst/>
            <a:cxnLst/>
            <a:rect l="l" t="t" r="r" b="b"/>
            <a:pathLst>
              <a:path w="3186824" h="2447912">
                <a:moveTo>
                  <a:pt x="1917737" y="1021643"/>
                </a:moveTo>
                <a:cubicBezTo>
                  <a:pt x="2188548" y="1021643"/>
                  <a:pt x="2408083" y="1241178"/>
                  <a:pt x="2408083" y="1511989"/>
                </a:cubicBezTo>
                <a:cubicBezTo>
                  <a:pt x="2408083" y="1782800"/>
                  <a:pt x="2188548" y="2002335"/>
                  <a:pt x="1917737" y="2002335"/>
                </a:cubicBezTo>
                <a:cubicBezTo>
                  <a:pt x="1646926" y="2002335"/>
                  <a:pt x="1427391" y="1782800"/>
                  <a:pt x="1427391" y="1511989"/>
                </a:cubicBezTo>
                <a:cubicBezTo>
                  <a:pt x="1427391" y="1241178"/>
                  <a:pt x="1646926" y="1021643"/>
                  <a:pt x="1917737" y="1021643"/>
                </a:cubicBezTo>
                <a:close/>
                <a:moveTo>
                  <a:pt x="1917737" y="827913"/>
                </a:moveTo>
                <a:cubicBezTo>
                  <a:pt x="1539932" y="827913"/>
                  <a:pt x="1233661" y="1134184"/>
                  <a:pt x="1233661" y="1511989"/>
                </a:cubicBezTo>
                <a:cubicBezTo>
                  <a:pt x="1233661" y="1889794"/>
                  <a:pt x="1539932" y="2196065"/>
                  <a:pt x="1917737" y="2196065"/>
                </a:cubicBezTo>
                <a:cubicBezTo>
                  <a:pt x="2295542" y="2196065"/>
                  <a:pt x="2601813" y="1889794"/>
                  <a:pt x="2601813" y="1511989"/>
                </a:cubicBezTo>
                <a:cubicBezTo>
                  <a:pt x="2601813" y="1134184"/>
                  <a:pt x="2295542" y="827913"/>
                  <a:pt x="1917737" y="827913"/>
                </a:cubicBezTo>
                <a:close/>
                <a:moveTo>
                  <a:pt x="1112286" y="675885"/>
                </a:moveTo>
                <a:lnTo>
                  <a:pt x="1112286" y="830188"/>
                </a:lnTo>
                <a:lnTo>
                  <a:pt x="1328310" y="830188"/>
                </a:lnTo>
                <a:lnTo>
                  <a:pt x="1328310" y="675885"/>
                </a:lnTo>
                <a:close/>
                <a:moveTo>
                  <a:pt x="2586084" y="626422"/>
                </a:moveTo>
                <a:lnTo>
                  <a:pt x="2586084" y="830188"/>
                </a:lnTo>
                <a:lnTo>
                  <a:pt x="3001340" y="830188"/>
                </a:lnTo>
                <a:lnTo>
                  <a:pt x="3001340" y="626422"/>
                </a:lnTo>
                <a:close/>
                <a:moveTo>
                  <a:pt x="1593701" y="108218"/>
                </a:moveTo>
                <a:lnTo>
                  <a:pt x="1593701" y="432905"/>
                </a:lnTo>
                <a:lnTo>
                  <a:pt x="2241773" y="432905"/>
                </a:lnTo>
                <a:lnTo>
                  <a:pt x="2241773" y="108218"/>
                </a:lnTo>
                <a:close/>
                <a:moveTo>
                  <a:pt x="1452512" y="0"/>
                </a:moveTo>
                <a:lnTo>
                  <a:pt x="2382963" y="0"/>
                </a:lnTo>
                <a:cubicBezTo>
                  <a:pt x="2433311" y="0"/>
                  <a:pt x="2474127" y="40816"/>
                  <a:pt x="2474127" y="91164"/>
                </a:cubicBezTo>
                <a:lnTo>
                  <a:pt x="2474127" y="432905"/>
                </a:lnTo>
                <a:lnTo>
                  <a:pt x="2933014" y="432905"/>
                </a:lnTo>
                <a:cubicBezTo>
                  <a:pt x="3073189" y="432905"/>
                  <a:pt x="3186824" y="546540"/>
                  <a:pt x="3186824" y="686715"/>
                </a:cubicBezTo>
                <a:lnTo>
                  <a:pt x="3186824" y="2194102"/>
                </a:lnTo>
                <a:cubicBezTo>
                  <a:pt x="3186824" y="2334277"/>
                  <a:pt x="3073189" y="2447912"/>
                  <a:pt x="2933014" y="2447912"/>
                </a:cubicBezTo>
                <a:lnTo>
                  <a:pt x="253810" y="2447912"/>
                </a:lnTo>
                <a:cubicBezTo>
                  <a:pt x="113635" y="2447912"/>
                  <a:pt x="0" y="2334277"/>
                  <a:pt x="0" y="2194102"/>
                </a:cubicBezTo>
                <a:lnTo>
                  <a:pt x="0" y="686715"/>
                </a:lnTo>
                <a:cubicBezTo>
                  <a:pt x="0" y="546540"/>
                  <a:pt x="113635" y="432905"/>
                  <a:pt x="253810" y="432905"/>
                </a:cubicBezTo>
                <a:lnTo>
                  <a:pt x="307082" y="432905"/>
                </a:lnTo>
                <a:lnTo>
                  <a:pt x="307082" y="313169"/>
                </a:lnTo>
                <a:cubicBezTo>
                  <a:pt x="307082" y="287995"/>
                  <a:pt x="327490" y="267587"/>
                  <a:pt x="352664" y="267587"/>
                </a:cubicBezTo>
                <a:lnTo>
                  <a:pt x="817888" y="267587"/>
                </a:lnTo>
                <a:cubicBezTo>
                  <a:pt x="843062" y="267587"/>
                  <a:pt x="863470" y="287995"/>
                  <a:pt x="863470" y="313169"/>
                </a:cubicBezTo>
                <a:lnTo>
                  <a:pt x="863470" y="432905"/>
                </a:lnTo>
                <a:lnTo>
                  <a:pt x="1361348" y="432905"/>
                </a:lnTo>
                <a:lnTo>
                  <a:pt x="1361348" y="91164"/>
                </a:lnTo>
                <a:cubicBezTo>
                  <a:pt x="1361348" y="40816"/>
                  <a:pt x="1402164" y="0"/>
                  <a:pt x="145251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3" name="Rectangle 2"/>
          <p:cNvSpPr/>
          <p:nvPr/>
        </p:nvSpPr>
        <p:spPr>
          <a:xfrm>
            <a:off x="812512" y="1057775"/>
            <a:ext cx="7895553" cy="4832092"/>
          </a:xfrm>
          <a:prstGeom prst="rect">
            <a:avLst/>
          </a:prstGeom>
        </p:spPr>
        <p:txBody>
          <a:bodyPr wrap="square">
            <a:spAutoFit/>
          </a:bodyPr>
          <a:lstStyle/>
          <a:p>
            <a:pPr marL="285750" indent="-285750" algn="just">
              <a:buFont typeface="Wingdings" pitchFamily="2" charset="2"/>
              <a:buChar char="q"/>
            </a:pPr>
            <a:r>
              <a:rPr lang="id-ID" sz="2800" dirty="0">
                <a:effectLst/>
                <a:latin typeface="Trebuchet MS (Body)"/>
                <a:ea typeface="Times New Roman" panose="02020603050405020304" pitchFamily="18" charset="0"/>
              </a:rPr>
              <a:t>Pendidikan mempunyai peranan yang sangat penting untuk kemajuan bangsa ini. Salah satu hal yang tidak dapat dilepaskan dari pendidikan yaitu prestasi peserta didik, prestasi peserta didik merupakan suatu hal yang penting bagi semua pihak yang terkait secara langsung maupun tidak langsung. Sebagai contoh bagi lembaga pendidikan, prestasi peserta didik merupakan salah satu tolak ukur berkaitan dengan keberhasilan penyelenggaraan pendidikan </a:t>
            </a:r>
            <a:endParaRPr lang="en-US" sz="2800" dirty="0">
              <a:latin typeface="Trebuchet MS (Body)"/>
            </a:endParaRPr>
          </a:p>
        </p:txBody>
      </p:sp>
    </p:spTree>
    <p:extLst>
      <p:ext uri="{BB962C8B-B14F-4D97-AF65-F5344CB8AC3E}">
        <p14:creationId xmlns:p14="http://schemas.microsoft.com/office/powerpoint/2010/main" val="20752236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1D01F9E-2643-4D9F-93CC-C217D5271281}"/>
              </a:ext>
            </a:extLst>
          </p:cNvPr>
          <p:cNvSpPr>
            <a:spLocks noGrp="1"/>
          </p:cNvSpPr>
          <p:nvPr>
            <p:ph type="body" sz="quarter" idx="10"/>
          </p:nvPr>
        </p:nvSpPr>
        <p:spPr/>
        <p:txBody>
          <a:bodyPr>
            <a:normAutofit fontScale="92500" lnSpcReduction="20000"/>
          </a:bodyPr>
          <a:lstStyle/>
          <a:p>
            <a:r>
              <a:rPr lang="id-ID" dirty="0"/>
              <a:t>PERMASALAHAN</a:t>
            </a:r>
          </a:p>
        </p:txBody>
      </p:sp>
      <p:sp>
        <p:nvSpPr>
          <p:cNvPr id="4" name="TextBox 3">
            <a:extLst>
              <a:ext uri="{FF2B5EF4-FFF2-40B4-BE49-F238E27FC236}">
                <a16:creationId xmlns:a16="http://schemas.microsoft.com/office/drawing/2014/main" id="{6D95F0B2-4A6E-40EA-83E0-80C7C51F2BDE}"/>
              </a:ext>
            </a:extLst>
          </p:cNvPr>
          <p:cNvSpPr txBox="1"/>
          <p:nvPr/>
        </p:nvSpPr>
        <p:spPr>
          <a:xfrm>
            <a:off x="106325" y="1126247"/>
            <a:ext cx="9473609" cy="5546839"/>
          </a:xfrm>
          <a:prstGeom prst="rect">
            <a:avLst/>
          </a:prstGeom>
          <a:noFill/>
        </p:spPr>
        <p:txBody>
          <a:bodyPr wrap="square">
            <a:spAutoFit/>
          </a:bodyPr>
          <a:lstStyle/>
          <a:p>
            <a:pPr marL="742950" indent="-285750" algn="just">
              <a:lnSpc>
                <a:spcPct val="200000"/>
              </a:lnSpc>
              <a:spcAft>
                <a:spcPts val="800"/>
              </a:spcAft>
              <a:buFont typeface="Wingdings" panose="05000000000000000000" pitchFamily="2" charset="2"/>
              <a:buChar char="q"/>
            </a:pPr>
            <a:r>
              <a:rPr lang="id-ID" sz="1800" dirty="0">
                <a:solidFill>
                  <a:srgbClr val="000000"/>
                </a:solidFill>
                <a:effectLst/>
                <a:latin typeface="+mj-lt"/>
                <a:ea typeface="Calibri" panose="020F0502020204030204" pitchFamily="34" charset="0"/>
                <a:cs typeface="Times New Roman" panose="02020603050405020304" pitchFamily="18" charset="0"/>
              </a:rPr>
              <a:t>Pada saat ini proses penentuan prestasi hanya dilihat dari nilai raport dan tidak menggunakan acuan lain untuk menentukan prestasi, nilai raport tidak menjamin bahwa siswa tersebut benar benar berprestasi, prestasi siswa hanya diukur pada saat siswa masuk dalam urutan rangking 10 besar. Sementara siswa yang lain yang mungkin menguasai satu mata pelajaran saja tidak tampak berprestasi karena tidak termasuk dalam rangking 10 besar, dikarenakan nilai mata pelajaran yang lain mendapatkan hasil yang rendah, misalnya hanya menguasai matematika saja, pelajaran bahasa indonesia saja ataupun pelajaran lainnya oleh karena itu sekolah memerlukan suatu sistem pendukung keputusan untuk menjadi standar ukuran / penilaian prestasi bagi kemampuan belajar siswa disekolah. </a:t>
            </a:r>
            <a:endParaRPr lang="id-ID" sz="1800" dirty="0">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614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FF6F8DA-76DC-42AE-9949-A0D46A66577D}"/>
              </a:ext>
            </a:extLst>
          </p:cNvPr>
          <p:cNvSpPr>
            <a:spLocks noGrp="1"/>
          </p:cNvSpPr>
          <p:nvPr>
            <p:ph type="body" sz="quarter" idx="10"/>
          </p:nvPr>
        </p:nvSpPr>
        <p:spPr>
          <a:xfrm>
            <a:off x="680343" y="426955"/>
            <a:ext cx="11219558" cy="724247"/>
          </a:xfrm>
        </p:spPr>
        <p:txBody>
          <a:bodyPr>
            <a:normAutofit fontScale="92500" lnSpcReduction="20000"/>
          </a:bodyPr>
          <a:lstStyle/>
          <a:p>
            <a:r>
              <a:rPr lang="en-US" dirty="0" err="1"/>
              <a:t>Rumusan</a:t>
            </a:r>
            <a:r>
              <a:rPr lang="en-US" dirty="0"/>
              <a:t> </a:t>
            </a:r>
            <a:r>
              <a:rPr lang="en-US" dirty="0" err="1"/>
              <a:t>Masalah</a:t>
            </a:r>
            <a:endParaRPr lang="en-US" dirty="0">
              <a:solidFill>
                <a:schemeClr val="accent1"/>
              </a:solidFill>
            </a:endParaRPr>
          </a:p>
        </p:txBody>
      </p:sp>
      <p:sp>
        <p:nvSpPr>
          <p:cNvPr id="39" name="Rounded Rectangle 10">
            <a:extLst>
              <a:ext uri="{FF2B5EF4-FFF2-40B4-BE49-F238E27FC236}">
                <a16:creationId xmlns:a16="http://schemas.microsoft.com/office/drawing/2014/main" id="{74426D57-CD22-49EE-A78D-D8242052321B}"/>
              </a:ext>
            </a:extLst>
          </p:cNvPr>
          <p:cNvSpPr/>
          <p:nvPr/>
        </p:nvSpPr>
        <p:spPr>
          <a:xfrm>
            <a:off x="5545033" y="5565030"/>
            <a:ext cx="254160" cy="336352"/>
          </a:xfrm>
          <a:custGeom>
            <a:avLst/>
            <a:gdLst/>
            <a:ahLst/>
            <a:cxnLst/>
            <a:rect l="l" t="t" r="r" b="b"/>
            <a:pathLst>
              <a:path w="2448272" h="3240000">
                <a:moveTo>
                  <a:pt x="1358676" y="2676152"/>
                </a:moveTo>
                <a:cubicBezTo>
                  <a:pt x="1327753" y="2676152"/>
                  <a:pt x="1302685" y="2701220"/>
                  <a:pt x="1302685" y="2732143"/>
                </a:cubicBezTo>
                <a:lnTo>
                  <a:pt x="1302685" y="2956101"/>
                </a:lnTo>
                <a:cubicBezTo>
                  <a:pt x="1302685" y="2987024"/>
                  <a:pt x="1327753" y="3012092"/>
                  <a:pt x="1358676" y="3012092"/>
                </a:cubicBezTo>
                <a:lnTo>
                  <a:pt x="1582634" y="3012092"/>
                </a:lnTo>
                <a:cubicBezTo>
                  <a:pt x="1613557" y="3012092"/>
                  <a:pt x="1638625" y="2987024"/>
                  <a:pt x="1638625" y="2956101"/>
                </a:cubicBezTo>
                <a:lnTo>
                  <a:pt x="1638625" y="2732143"/>
                </a:lnTo>
                <a:cubicBezTo>
                  <a:pt x="1638625" y="2701220"/>
                  <a:pt x="1613557" y="2676152"/>
                  <a:pt x="1582634" y="2676152"/>
                </a:cubicBezTo>
                <a:close/>
                <a:moveTo>
                  <a:pt x="837062" y="2676152"/>
                </a:moveTo>
                <a:cubicBezTo>
                  <a:pt x="806139" y="2676152"/>
                  <a:pt x="781071" y="2701220"/>
                  <a:pt x="781071" y="2732143"/>
                </a:cubicBezTo>
                <a:lnTo>
                  <a:pt x="781071" y="2956101"/>
                </a:lnTo>
                <a:cubicBezTo>
                  <a:pt x="781071" y="2987024"/>
                  <a:pt x="806139" y="3012092"/>
                  <a:pt x="837062" y="3012092"/>
                </a:cubicBezTo>
                <a:lnTo>
                  <a:pt x="1061020" y="3012092"/>
                </a:lnTo>
                <a:cubicBezTo>
                  <a:pt x="1091943" y="3012092"/>
                  <a:pt x="1117011" y="2987024"/>
                  <a:pt x="1117011" y="2956101"/>
                </a:cubicBezTo>
                <a:lnTo>
                  <a:pt x="1117011" y="2732143"/>
                </a:lnTo>
                <a:cubicBezTo>
                  <a:pt x="1117011" y="2701220"/>
                  <a:pt x="1091943" y="2676152"/>
                  <a:pt x="1061020" y="2676152"/>
                </a:cubicBezTo>
                <a:close/>
                <a:moveTo>
                  <a:pt x="315448" y="2676152"/>
                </a:moveTo>
                <a:cubicBezTo>
                  <a:pt x="284525" y="2676152"/>
                  <a:pt x="259457" y="2701220"/>
                  <a:pt x="259457" y="2732143"/>
                </a:cubicBezTo>
                <a:lnTo>
                  <a:pt x="259457" y="2956101"/>
                </a:lnTo>
                <a:cubicBezTo>
                  <a:pt x="259457" y="2987024"/>
                  <a:pt x="284525" y="3012092"/>
                  <a:pt x="315448" y="3012092"/>
                </a:cubicBezTo>
                <a:lnTo>
                  <a:pt x="539406" y="3012092"/>
                </a:lnTo>
                <a:cubicBezTo>
                  <a:pt x="570329" y="3012092"/>
                  <a:pt x="595397" y="2987024"/>
                  <a:pt x="595397" y="2956101"/>
                </a:cubicBezTo>
                <a:lnTo>
                  <a:pt x="595397" y="2732143"/>
                </a:lnTo>
                <a:cubicBezTo>
                  <a:pt x="595397" y="2701220"/>
                  <a:pt x="570329" y="2676152"/>
                  <a:pt x="539406" y="2676152"/>
                </a:cubicBezTo>
                <a:close/>
                <a:moveTo>
                  <a:pt x="1880291" y="2179832"/>
                </a:moveTo>
                <a:cubicBezTo>
                  <a:pt x="1849368" y="2179832"/>
                  <a:pt x="1824300" y="2204900"/>
                  <a:pt x="1824300" y="2235823"/>
                </a:cubicBezTo>
                <a:lnTo>
                  <a:pt x="1824300" y="2956101"/>
                </a:lnTo>
                <a:cubicBezTo>
                  <a:pt x="1824300" y="2987024"/>
                  <a:pt x="1849368" y="3012092"/>
                  <a:pt x="1880291" y="3012092"/>
                </a:cubicBezTo>
                <a:lnTo>
                  <a:pt x="2104249" y="3012092"/>
                </a:lnTo>
                <a:cubicBezTo>
                  <a:pt x="2135172" y="3012092"/>
                  <a:pt x="2160240" y="2987024"/>
                  <a:pt x="2160240" y="2956101"/>
                </a:cubicBezTo>
                <a:lnTo>
                  <a:pt x="2160240" y="2235823"/>
                </a:lnTo>
                <a:cubicBezTo>
                  <a:pt x="2160240" y="2204900"/>
                  <a:pt x="2135172" y="2179832"/>
                  <a:pt x="2104249" y="2179832"/>
                </a:cubicBezTo>
                <a:close/>
                <a:moveTo>
                  <a:pt x="1358676" y="2179832"/>
                </a:moveTo>
                <a:cubicBezTo>
                  <a:pt x="1327753" y="2179832"/>
                  <a:pt x="1302685" y="2204900"/>
                  <a:pt x="1302685" y="2235823"/>
                </a:cubicBezTo>
                <a:lnTo>
                  <a:pt x="1302685" y="2459781"/>
                </a:lnTo>
                <a:cubicBezTo>
                  <a:pt x="1302685" y="2490704"/>
                  <a:pt x="1327753" y="2515772"/>
                  <a:pt x="1358676" y="2515772"/>
                </a:cubicBezTo>
                <a:lnTo>
                  <a:pt x="1582634" y="2515772"/>
                </a:lnTo>
                <a:cubicBezTo>
                  <a:pt x="1613557" y="2515772"/>
                  <a:pt x="1638625" y="2490704"/>
                  <a:pt x="1638625" y="2459781"/>
                </a:cubicBezTo>
                <a:lnTo>
                  <a:pt x="1638625" y="2235823"/>
                </a:lnTo>
                <a:cubicBezTo>
                  <a:pt x="1638625" y="2204900"/>
                  <a:pt x="1613557" y="2179832"/>
                  <a:pt x="1582634" y="2179832"/>
                </a:cubicBezTo>
                <a:close/>
                <a:moveTo>
                  <a:pt x="837062" y="2179832"/>
                </a:moveTo>
                <a:cubicBezTo>
                  <a:pt x="806139" y="2179832"/>
                  <a:pt x="781071" y="2204900"/>
                  <a:pt x="781071" y="2235823"/>
                </a:cubicBezTo>
                <a:lnTo>
                  <a:pt x="781071" y="2459781"/>
                </a:lnTo>
                <a:cubicBezTo>
                  <a:pt x="781071" y="2490704"/>
                  <a:pt x="806139" y="2515772"/>
                  <a:pt x="837062" y="2515772"/>
                </a:cubicBezTo>
                <a:lnTo>
                  <a:pt x="1061020" y="2515772"/>
                </a:lnTo>
                <a:cubicBezTo>
                  <a:pt x="1091943" y="2515772"/>
                  <a:pt x="1117011" y="2490704"/>
                  <a:pt x="1117011" y="2459781"/>
                </a:cubicBezTo>
                <a:lnTo>
                  <a:pt x="1117011" y="2235823"/>
                </a:lnTo>
                <a:cubicBezTo>
                  <a:pt x="1117011" y="2204900"/>
                  <a:pt x="1091943" y="2179832"/>
                  <a:pt x="1061020" y="2179832"/>
                </a:cubicBezTo>
                <a:close/>
                <a:moveTo>
                  <a:pt x="315448" y="2179832"/>
                </a:moveTo>
                <a:cubicBezTo>
                  <a:pt x="284525" y="2179832"/>
                  <a:pt x="259457" y="2204900"/>
                  <a:pt x="259457" y="2235823"/>
                </a:cubicBezTo>
                <a:lnTo>
                  <a:pt x="259457" y="2459781"/>
                </a:lnTo>
                <a:cubicBezTo>
                  <a:pt x="259457" y="2490704"/>
                  <a:pt x="284525" y="2515772"/>
                  <a:pt x="315448" y="2515772"/>
                </a:cubicBezTo>
                <a:lnTo>
                  <a:pt x="539406" y="2515772"/>
                </a:lnTo>
                <a:cubicBezTo>
                  <a:pt x="570329" y="2515772"/>
                  <a:pt x="595397" y="2490704"/>
                  <a:pt x="595397" y="2459781"/>
                </a:cubicBezTo>
                <a:lnTo>
                  <a:pt x="595397" y="2235823"/>
                </a:lnTo>
                <a:cubicBezTo>
                  <a:pt x="595397" y="2204900"/>
                  <a:pt x="570329" y="2179832"/>
                  <a:pt x="539406" y="2179832"/>
                </a:cubicBezTo>
                <a:close/>
                <a:moveTo>
                  <a:pt x="1880291" y="1683512"/>
                </a:moveTo>
                <a:cubicBezTo>
                  <a:pt x="1849368" y="1683512"/>
                  <a:pt x="1824300" y="1708580"/>
                  <a:pt x="1824300" y="1739503"/>
                </a:cubicBezTo>
                <a:lnTo>
                  <a:pt x="1824300" y="1963461"/>
                </a:lnTo>
                <a:cubicBezTo>
                  <a:pt x="1824300" y="1994384"/>
                  <a:pt x="1849368" y="2019452"/>
                  <a:pt x="1880291" y="2019452"/>
                </a:cubicBezTo>
                <a:lnTo>
                  <a:pt x="2104249" y="2019452"/>
                </a:lnTo>
                <a:cubicBezTo>
                  <a:pt x="2135172" y="2019452"/>
                  <a:pt x="2160240" y="1994384"/>
                  <a:pt x="2160240" y="1963461"/>
                </a:cubicBezTo>
                <a:lnTo>
                  <a:pt x="2160240" y="1739503"/>
                </a:lnTo>
                <a:cubicBezTo>
                  <a:pt x="2160240" y="1708580"/>
                  <a:pt x="2135172" y="1683512"/>
                  <a:pt x="2104249" y="1683512"/>
                </a:cubicBezTo>
                <a:close/>
                <a:moveTo>
                  <a:pt x="1358676" y="1683512"/>
                </a:moveTo>
                <a:cubicBezTo>
                  <a:pt x="1327753" y="1683512"/>
                  <a:pt x="1302685" y="1708580"/>
                  <a:pt x="1302685" y="1739503"/>
                </a:cubicBezTo>
                <a:lnTo>
                  <a:pt x="1302685" y="1963461"/>
                </a:lnTo>
                <a:cubicBezTo>
                  <a:pt x="1302685" y="1994384"/>
                  <a:pt x="1327753" y="2019452"/>
                  <a:pt x="1358676" y="2019452"/>
                </a:cubicBezTo>
                <a:lnTo>
                  <a:pt x="1582634" y="2019452"/>
                </a:lnTo>
                <a:cubicBezTo>
                  <a:pt x="1613557" y="2019452"/>
                  <a:pt x="1638625" y="1994384"/>
                  <a:pt x="1638625" y="1963461"/>
                </a:cubicBezTo>
                <a:lnTo>
                  <a:pt x="1638625" y="1739503"/>
                </a:lnTo>
                <a:cubicBezTo>
                  <a:pt x="1638625" y="1708580"/>
                  <a:pt x="1613557" y="1683512"/>
                  <a:pt x="1582634" y="1683512"/>
                </a:cubicBezTo>
                <a:close/>
                <a:moveTo>
                  <a:pt x="837062" y="1683512"/>
                </a:moveTo>
                <a:cubicBezTo>
                  <a:pt x="806139" y="1683512"/>
                  <a:pt x="781071" y="1708580"/>
                  <a:pt x="781071" y="1739503"/>
                </a:cubicBezTo>
                <a:lnTo>
                  <a:pt x="781071" y="1963461"/>
                </a:lnTo>
                <a:cubicBezTo>
                  <a:pt x="781071" y="1994384"/>
                  <a:pt x="806139" y="2019452"/>
                  <a:pt x="837062" y="2019452"/>
                </a:cubicBezTo>
                <a:lnTo>
                  <a:pt x="1061020" y="2019452"/>
                </a:lnTo>
                <a:cubicBezTo>
                  <a:pt x="1091943" y="2019452"/>
                  <a:pt x="1117011" y="1994384"/>
                  <a:pt x="1117011" y="1963461"/>
                </a:cubicBezTo>
                <a:lnTo>
                  <a:pt x="1117011" y="1739503"/>
                </a:lnTo>
                <a:cubicBezTo>
                  <a:pt x="1117011" y="1708580"/>
                  <a:pt x="1091943" y="1683512"/>
                  <a:pt x="1061020" y="1683512"/>
                </a:cubicBezTo>
                <a:close/>
                <a:moveTo>
                  <a:pt x="315448" y="1683512"/>
                </a:moveTo>
                <a:cubicBezTo>
                  <a:pt x="284525" y="1683512"/>
                  <a:pt x="259457" y="1708580"/>
                  <a:pt x="259457" y="1739503"/>
                </a:cubicBezTo>
                <a:lnTo>
                  <a:pt x="259457" y="1963461"/>
                </a:lnTo>
                <a:cubicBezTo>
                  <a:pt x="259457" y="1994384"/>
                  <a:pt x="284525" y="2019452"/>
                  <a:pt x="315448" y="2019452"/>
                </a:cubicBezTo>
                <a:lnTo>
                  <a:pt x="539406" y="2019452"/>
                </a:lnTo>
                <a:cubicBezTo>
                  <a:pt x="570329" y="2019452"/>
                  <a:pt x="595397" y="1994384"/>
                  <a:pt x="595397" y="1963461"/>
                </a:cubicBezTo>
                <a:lnTo>
                  <a:pt x="595397" y="1739503"/>
                </a:lnTo>
                <a:cubicBezTo>
                  <a:pt x="595397" y="1708580"/>
                  <a:pt x="570329" y="1683512"/>
                  <a:pt x="539406" y="1683512"/>
                </a:cubicBezTo>
                <a:close/>
                <a:moveTo>
                  <a:pt x="1880291" y="1187192"/>
                </a:moveTo>
                <a:cubicBezTo>
                  <a:pt x="1849368" y="1187192"/>
                  <a:pt x="1824300" y="1212260"/>
                  <a:pt x="1824300" y="1243183"/>
                </a:cubicBezTo>
                <a:lnTo>
                  <a:pt x="1824300" y="1467141"/>
                </a:lnTo>
                <a:cubicBezTo>
                  <a:pt x="1824300" y="1498064"/>
                  <a:pt x="1849368" y="1523132"/>
                  <a:pt x="1880291" y="1523132"/>
                </a:cubicBezTo>
                <a:lnTo>
                  <a:pt x="2104249" y="1523132"/>
                </a:lnTo>
                <a:cubicBezTo>
                  <a:pt x="2135172" y="1523132"/>
                  <a:pt x="2160240" y="1498064"/>
                  <a:pt x="2160240" y="1467141"/>
                </a:cubicBezTo>
                <a:lnTo>
                  <a:pt x="2160240" y="1243183"/>
                </a:lnTo>
                <a:cubicBezTo>
                  <a:pt x="2160240" y="1212260"/>
                  <a:pt x="2135172" y="1187192"/>
                  <a:pt x="2104249" y="1187192"/>
                </a:cubicBezTo>
                <a:close/>
                <a:moveTo>
                  <a:pt x="1358676" y="1187192"/>
                </a:moveTo>
                <a:cubicBezTo>
                  <a:pt x="1327753" y="1187192"/>
                  <a:pt x="1302685" y="1212260"/>
                  <a:pt x="1302685" y="1243183"/>
                </a:cubicBezTo>
                <a:lnTo>
                  <a:pt x="1302685" y="1467141"/>
                </a:lnTo>
                <a:cubicBezTo>
                  <a:pt x="1302685" y="1498064"/>
                  <a:pt x="1327753" y="1523132"/>
                  <a:pt x="1358676" y="1523132"/>
                </a:cubicBezTo>
                <a:lnTo>
                  <a:pt x="1582634" y="1523132"/>
                </a:lnTo>
                <a:cubicBezTo>
                  <a:pt x="1613557" y="1523132"/>
                  <a:pt x="1638625" y="1498064"/>
                  <a:pt x="1638625" y="1467141"/>
                </a:cubicBezTo>
                <a:lnTo>
                  <a:pt x="1638625" y="1243183"/>
                </a:lnTo>
                <a:cubicBezTo>
                  <a:pt x="1638625" y="1212260"/>
                  <a:pt x="1613557" y="1187192"/>
                  <a:pt x="1582634" y="1187192"/>
                </a:cubicBezTo>
                <a:close/>
                <a:moveTo>
                  <a:pt x="837062" y="1187192"/>
                </a:moveTo>
                <a:cubicBezTo>
                  <a:pt x="806139" y="1187192"/>
                  <a:pt x="781071" y="1212260"/>
                  <a:pt x="781071" y="1243183"/>
                </a:cubicBezTo>
                <a:lnTo>
                  <a:pt x="781071" y="1467141"/>
                </a:lnTo>
                <a:cubicBezTo>
                  <a:pt x="781071" y="1498064"/>
                  <a:pt x="806139" y="1523132"/>
                  <a:pt x="837062" y="1523132"/>
                </a:cubicBezTo>
                <a:lnTo>
                  <a:pt x="1061020" y="1523132"/>
                </a:lnTo>
                <a:cubicBezTo>
                  <a:pt x="1091943" y="1523132"/>
                  <a:pt x="1117011" y="1498064"/>
                  <a:pt x="1117011" y="1467141"/>
                </a:cubicBezTo>
                <a:lnTo>
                  <a:pt x="1117011" y="1243183"/>
                </a:lnTo>
                <a:cubicBezTo>
                  <a:pt x="1117011" y="1212260"/>
                  <a:pt x="1091943" y="1187192"/>
                  <a:pt x="1061020" y="1187192"/>
                </a:cubicBezTo>
                <a:close/>
                <a:moveTo>
                  <a:pt x="315448" y="1187192"/>
                </a:moveTo>
                <a:cubicBezTo>
                  <a:pt x="284525" y="1187192"/>
                  <a:pt x="259457" y="1212260"/>
                  <a:pt x="259457" y="1243183"/>
                </a:cubicBezTo>
                <a:lnTo>
                  <a:pt x="259457" y="1467141"/>
                </a:lnTo>
                <a:cubicBezTo>
                  <a:pt x="259457" y="1498064"/>
                  <a:pt x="284525" y="1523132"/>
                  <a:pt x="315448" y="1523132"/>
                </a:cubicBezTo>
                <a:lnTo>
                  <a:pt x="539406" y="1523132"/>
                </a:lnTo>
                <a:cubicBezTo>
                  <a:pt x="570329" y="1523132"/>
                  <a:pt x="595397" y="1498064"/>
                  <a:pt x="595397" y="1467141"/>
                </a:cubicBezTo>
                <a:lnTo>
                  <a:pt x="595397" y="1243183"/>
                </a:lnTo>
                <a:cubicBezTo>
                  <a:pt x="595397" y="1212260"/>
                  <a:pt x="570329" y="1187192"/>
                  <a:pt x="539406" y="1187192"/>
                </a:cubicBezTo>
                <a:close/>
                <a:moveTo>
                  <a:pt x="348041" y="163575"/>
                </a:moveTo>
                <a:cubicBezTo>
                  <a:pt x="275130" y="163575"/>
                  <a:pt x="216024" y="222681"/>
                  <a:pt x="216024" y="295592"/>
                </a:cubicBezTo>
                <a:lnTo>
                  <a:pt x="216024" y="823646"/>
                </a:lnTo>
                <a:cubicBezTo>
                  <a:pt x="216024" y="896557"/>
                  <a:pt x="275130" y="955663"/>
                  <a:pt x="348041" y="955663"/>
                </a:cubicBezTo>
                <a:lnTo>
                  <a:pt x="2100231" y="955663"/>
                </a:lnTo>
                <a:cubicBezTo>
                  <a:pt x="2173142" y="955663"/>
                  <a:pt x="2232248" y="896557"/>
                  <a:pt x="2232248" y="823646"/>
                </a:cubicBezTo>
                <a:lnTo>
                  <a:pt x="2232248" y="295592"/>
                </a:lnTo>
                <a:cubicBezTo>
                  <a:pt x="2232248" y="222681"/>
                  <a:pt x="2173142" y="163575"/>
                  <a:pt x="2100231" y="163575"/>
                </a:cubicBezTo>
                <a:close/>
                <a:moveTo>
                  <a:pt x="265172" y="0"/>
                </a:moveTo>
                <a:lnTo>
                  <a:pt x="2183100" y="0"/>
                </a:lnTo>
                <a:cubicBezTo>
                  <a:pt x="2329550" y="0"/>
                  <a:pt x="2448272" y="118722"/>
                  <a:pt x="2448272" y="265172"/>
                </a:cubicBezTo>
                <a:lnTo>
                  <a:pt x="2448272" y="2974828"/>
                </a:lnTo>
                <a:cubicBezTo>
                  <a:pt x="2448272" y="3121278"/>
                  <a:pt x="2329550" y="3240000"/>
                  <a:pt x="2183100" y="3240000"/>
                </a:cubicBezTo>
                <a:lnTo>
                  <a:pt x="265172" y="3240000"/>
                </a:lnTo>
                <a:cubicBezTo>
                  <a:pt x="118722" y="3240000"/>
                  <a:pt x="0" y="3121278"/>
                  <a:pt x="0" y="2974828"/>
                </a:cubicBezTo>
                <a:lnTo>
                  <a:pt x="0" y="265172"/>
                </a:lnTo>
                <a:cubicBezTo>
                  <a:pt x="0" y="118722"/>
                  <a:pt x="118722" y="0"/>
                  <a:pt x="26517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40" name="Rounded Rectangle 6">
            <a:extLst>
              <a:ext uri="{FF2B5EF4-FFF2-40B4-BE49-F238E27FC236}">
                <a16:creationId xmlns:a16="http://schemas.microsoft.com/office/drawing/2014/main" id="{57377BB8-9732-4078-B45C-4B9316DD2D9F}"/>
              </a:ext>
            </a:extLst>
          </p:cNvPr>
          <p:cNvSpPr/>
          <p:nvPr/>
        </p:nvSpPr>
        <p:spPr>
          <a:xfrm>
            <a:off x="5500643" y="4762609"/>
            <a:ext cx="345998" cy="351772"/>
          </a:xfrm>
          <a:custGeom>
            <a:avLst/>
            <a:gdLst/>
            <a:ahLst/>
            <a:cxnLst/>
            <a:rect l="l" t="t" r="r" b="b"/>
            <a:pathLst>
              <a:path w="3186824" h="3060919">
                <a:moveTo>
                  <a:pt x="1045874" y="2696689"/>
                </a:moveTo>
                <a:lnTo>
                  <a:pt x="2125874" y="2696689"/>
                </a:lnTo>
                <a:lnTo>
                  <a:pt x="2125874" y="2804689"/>
                </a:lnTo>
                <a:lnTo>
                  <a:pt x="1045874" y="2804689"/>
                </a:lnTo>
                <a:close/>
                <a:moveTo>
                  <a:pt x="1045874" y="2410468"/>
                </a:moveTo>
                <a:lnTo>
                  <a:pt x="2125874" y="2410468"/>
                </a:lnTo>
                <a:lnTo>
                  <a:pt x="2125874" y="2518468"/>
                </a:lnTo>
                <a:lnTo>
                  <a:pt x="1045874" y="2518468"/>
                </a:lnTo>
                <a:close/>
                <a:moveTo>
                  <a:pt x="1045874" y="2124247"/>
                </a:moveTo>
                <a:lnTo>
                  <a:pt x="2125874" y="2124247"/>
                </a:lnTo>
                <a:lnTo>
                  <a:pt x="2125874" y="2232247"/>
                </a:lnTo>
                <a:lnTo>
                  <a:pt x="1045874" y="2232247"/>
                </a:lnTo>
                <a:close/>
                <a:moveTo>
                  <a:pt x="902547" y="1956791"/>
                </a:moveTo>
                <a:lnTo>
                  <a:pt x="902547" y="2109191"/>
                </a:lnTo>
                <a:lnTo>
                  <a:pt x="902547" y="2185391"/>
                </a:lnTo>
                <a:lnTo>
                  <a:pt x="902547" y="2376263"/>
                </a:lnTo>
                <a:lnTo>
                  <a:pt x="902547" y="2973921"/>
                </a:lnTo>
                <a:lnTo>
                  <a:pt x="2284277" y="2973921"/>
                </a:lnTo>
                <a:lnTo>
                  <a:pt x="2284277" y="2376263"/>
                </a:lnTo>
                <a:lnTo>
                  <a:pt x="2284277" y="2185391"/>
                </a:lnTo>
                <a:lnTo>
                  <a:pt x="2284277" y="2109191"/>
                </a:lnTo>
                <a:lnTo>
                  <a:pt x="2284277" y="1956791"/>
                </a:lnTo>
                <a:close/>
                <a:moveTo>
                  <a:pt x="469172" y="1728191"/>
                </a:moveTo>
                <a:lnTo>
                  <a:pt x="469172" y="2185391"/>
                </a:lnTo>
                <a:lnTo>
                  <a:pt x="767127" y="2185391"/>
                </a:lnTo>
                <a:lnTo>
                  <a:pt x="767127" y="2109191"/>
                </a:lnTo>
                <a:lnTo>
                  <a:pt x="545372" y="2109191"/>
                </a:lnTo>
                <a:lnTo>
                  <a:pt x="545372" y="1804391"/>
                </a:lnTo>
                <a:lnTo>
                  <a:pt x="2641452" y="1804391"/>
                </a:lnTo>
                <a:lnTo>
                  <a:pt x="2641452" y="2109191"/>
                </a:lnTo>
                <a:lnTo>
                  <a:pt x="2419697" y="2109191"/>
                </a:lnTo>
                <a:lnTo>
                  <a:pt x="2419697" y="2185391"/>
                </a:lnTo>
                <a:lnTo>
                  <a:pt x="2717652" y="2185391"/>
                </a:lnTo>
                <a:lnTo>
                  <a:pt x="2717652" y="1728191"/>
                </a:lnTo>
                <a:close/>
                <a:moveTo>
                  <a:pt x="2819005" y="1350909"/>
                </a:moveTo>
                <a:cubicBezTo>
                  <a:pt x="2769294" y="1350909"/>
                  <a:pt x="2728995" y="1391208"/>
                  <a:pt x="2728995" y="1440919"/>
                </a:cubicBezTo>
                <a:cubicBezTo>
                  <a:pt x="2728995" y="1490630"/>
                  <a:pt x="2769294" y="1530929"/>
                  <a:pt x="2819005" y="1530929"/>
                </a:cubicBezTo>
                <a:cubicBezTo>
                  <a:pt x="2868716" y="1530929"/>
                  <a:pt x="2909015" y="1490630"/>
                  <a:pt x="2909015" y="1440919"/>
                </a:cubicBezTo>
                <a:cubicBezTo>
                  <a:pt x="2909015" y="1391208"/>
                  <a:pt x="2868716" y="1350909"/>
                  <a:pt x="2819005" y="1350909"/>
                </a:cubicBezTo>
                <a:close/>
                <a:moveTo>
                  <a:pt x="2509707" y="1350909"/>
                </a:moveTo>
                <a:cubicBezTo>
                  <a:pt x="2459996" y="1350909"/>
                  <a:pt x="2419697" y="1391208"/>
                  <a:pt x="2419697" y="1440919"/>
                </a:cubicBezTo>
                <a:cubicBezTo>
                  <a:pt x="2419697" y="1490630"/>
                  <a:pt x="2459996" y="1530929"/>
                  <a:pt x="2509707" y="1530929"/>
                </a:cubicBezTo>
                <a:cubicBezTo>
                  <a:pt x="2559418" y="1530929"/>
                  <a:pt x="2599717" y="1490630"/>
                  <a:pt x="2599717" y="1440919"/>
                </a:cubicBezTo>
                <a:cubicBezTo>
                  <a:pt x="2599717" y="1391208"/>
                  <a:pt x="2559418" y="1350909"/>
                  <a:pt x="2509707" y="1350909"/>
                </a:cubicBezTo>
                <a:close/>
                <a:moveTo>
                  <a:pt x="195993" y="1200328"/>
                </a:moveTo>
                <a:lnTo>
                  <a:pt x="2990831" y="1200328"/>
                </a:lnTo>
                <a:cubicBezTo>
                  <a:pt x="3099075" y="1200328"/>
                  <a:pt x="3186824" y="1288077"/>
                  <a:pt x="3186824" y="1396321"/>
                </a:cubicBezTo>
                <a:lnTo>
                  <a:pt x="3186824" y="2180270"/>
                </a:lnTo>
                <a:cubicBezTo>
                  <a:pt x="3186824" y="2288514"/>
                  <a:pt x="3099075" y="2376263"/>
                  <a:pt x="2990831" y="2376263"/>
                </a:cubicBezTo>
                <a:lnTo>
                  <a:pt x="2419697" y="2376263"/>
                </a:lnTo>
                <a:lnTo>
                  <a:pt x="2419697" y="3060919"/>
                </a:lnTo>
                <a:lnTo>
                  <a:pt x="767127" y="3060919"/>
                </a:lnTo>
                <a:lnTo>
                  <a:pt x="767127" y="2376263"/>
                </a:lnTo>
                <a:lnTo>
                  <a:pt x="195993" y="2376263"/>
                </a:lnTo>
                <a:cubicBezTo>
                  <a:pt x="87749" y="2376263"/>
                  <a:pt x="0" y="2288514"/>
                  <a:pt x="0" y="2180270"/>
                </a:cubicBezTo>
                <a:lnTo>
                  <a:pt x="0" y="1396321"/>
                </a:lnTo>
                <a:cubicBezTo>
                  <a:pt x="0" y="1288077"/>
                  <a:pt x="87749" y="1200328"/>
                  <a:pt x="195993" y="1200328"/>
                </a:cubicBezTo>
                <a:close/>
                <a:moveTo>
                  <a:pt x="767127" y="0"/>
                </a:moveTo>
                <a:lnTo>
                  <a:pt x="2419697" y="0"/>
                </a:lnTo>
                <a:lnTo>
                  <a:pt x="2419697" y="190589"/>
                </a:lnTo>
                <a:lnTo>
                  <a:pt x="2565249" y="190589"/>
                </a:lnTo>
                <a:cubicBezTo>
                  <a:pt x="2649419" y="190589"/>
                  <a:pt x="2717652" y="258822"/>
                  <a:pt x="2717652" y="342992"/>
                </a:cubicBezTo>
                <a:lnTo>
                  <a:pt x="2717652" y="1104989"/>
                </a:lnTo>
                <a:lnTo>
                  <a:pt x="2284277" y="1104989"/>
                </a:lnTo>
                <a:lnTo>
                  <a:pt x="2284277" y="1104128"/>
                </a:lnTo>
                <a:lnTo>
                  <a:pt x="2284277" y="190589"/>
                </a:lnTo>
                <a:lnTo>
                  <a:pt x="2284277" y="96523"/>
                </a:lnTo>
                <a:lnTo>
                  <a:pt x="902547" y="96523"/>
                </a:lnTo>
                <a:lnTo>
                  <a:pt x="902547" y="190589"/>
                </a:lnTo>
                <a:lnTo>
                  <a:pt x="902547" y="1104128"/>
                </a:lnTo>
                <a:lnTo>
                  <a:pt x="902547" y="1104989"/>
                </a:lnTo>
                <a:lnTo>
                  <a:pt x="469172" y="1104989"/>
                </a:lnTo>
                <a:lnTo>
                  <a:pt x="469172" y="342992"/>
                </a:lnTo>
                <a:cubicBezTo>
                  <a:pt x="469172" y="258822"/>
                  <a:pt x="537405" y="190589"/>
                  <a:pt x="621575" y="190589"/>
                </a:cubicBezTo>
                <a:lnTo>
                  <a:pt x="767127" y="19058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41" name="Rounded Rectangle 27">
            <a:extLst>
              <a:ext uri="{FF2B5EF4-FFF2-40B4-BE49-F238E27FC236}">
                <a16:creationId xmlns:a16="http://schemas.microsoft.com/office/drawing/2014/main" id="{3B0C89E6-78A4-4294-8B6C-33B495F4A563}"/>
              </a:ext>
            </a:extLst>
          </p:cNvPr>
          <p:cNvSpPr/>
          <p:nvPr/>
        </p:nvSpPr>
        <p:spPr>
          <a:xfrm>
            <a:off x="6322686" y="4782843"/>
            <a:ext cx="346396" cy="266079"/>
          </a:xfrm>
          <a:custGeom>
            <a:avLst/>
            <a:gdLst/>
            <a:ahLst/>
            <a:cxnLst/>
            <a:rect l="l" t="t" r="r" b="b"/>
            <a:pathLst>
              <a:path w="3186824" h="2447912">
                <a:moveTo>
                  <a:pt x="1917737" y="1021643"/>
                </a:moveTo>
                <a:cubicBezTo>
                  <a:pt x="2188548" y="1021643"/>
                  <a:pt x="2408083" y="1241178"/>
                  <a:pt x="2408083" y="1511989"/>
                </a:cubicBezTo>
                <a:cubicBezTo>
                  <a:pt x="2408083" y="1782800"/>
                  <a:pt x="2188548" y="2002335"/>
                  <a:pt x="1917737" y="2002335"/>
                </a:cubicBezTo>
                <a:cubicBezTo>
                  <a:pt x="1646926" y="2002335"/>
                  <a:pt x="1427391" y="1782800"/>
                  <a:pt x="1427391" y="1511989"/>
                </a:cubicBezTo>
                <a:cubicBezTo>
                  <a:pt x="1427391" y="1241178"/>
                  <a:pt x="1646926" y="1021643"/>
                  <a:pt x="1917737" y="1021643"/>
                </a:cubicBezTo>
                <a:close/>
                <a:moveTo>
                  <a:pt x="1917737" y="827913"/>
                </a:moveTo>
                <a:cubicBezTo>
                  <a:pt x="1539932" y="827913"/>
                  <a:pt x="1233661" y="1134184"/>
                  <a:pt x="1233661" y="1511989"/>
                </a:cubicBezTo>
                <a:cubicBezTo>
                  <a:pt x="1233661" y="1889794"/>
                  <a:pt x="1539932" y="2196065"/>
                  <a:pt x="1917737" y="2196065"/>
                </a:cubicBezTo>
                <a:cubicBezTo>
                  <a:pt x="2295542" y="2196065"/>
                  <a:pt x="2601813" y="1889794"/>
                  <a:pt x="2601813" y="1511989"/>
                </a:cubicBezTo>
                <a:cubicBezTo>
                  <a:pt x="2601813" y="1134184"/>
                  <a:pt x="2295542" y="827913"/>
                  <a:pt x="1917737" y="827913"/>
                </a:cubicBezTo>
                <a:close/>
                <a:moveTo>
                  <a:pt x="1112286" y="675885"/>
                </a:moveTo>
                <a:lnTo>
                  <a:pt x="1112286" y="830188"/>
                </a:lnTo>
                <a:lnTo>
                  <a:pt x="1328310" y="830188"/>
                </a:lnTo>
                <a:lnTo>
                  <a:pt x="1328310" y="675885"/>
                </a:lnTo>
                <a:close/>
                <a:moveTo>
                  <a:pt x="2586084" y="626422"/>
                </a:moveTo>
                <a:lnTo>
                  <a:pt x="2586084" y="830188"/>
                </a:lnTo>
                <a:lnTo>
                  <a:pt x="3001340" y="830188"/>
                </a:lnTo>
                <a:lnTo>
                  <a:pt x="3001340" y="626422"/>
                </a:lnTo>
                <a:close/>
                <a:moveTo>
                  <a:pt x="1593701" y="108218"/>
                </a:moveTo>
                <a:lnTo>
                  <a:pt x="1593701" y="432905"/>
                </a:lnTo>
                <a:lnTo>
                  <a:pt x="2241773" y="432905"/>
                </a:lnTo>
                <a:lnTo>
                  <a:pt x="2241773" y="108218"/>
                </a:lnTo>
                <a:close/>
                <a:moveTo>
                  <a:pt x="1452512" y="0"/>
                </a:moveTo>
                <a:lnTo>
                  <a:pt x="2382963" y="0"/>
                </a:lnTo>
                <a:cubicBezTo>
                  <a:pt x="2433311" y="0"/>
                  <a:pt x="2474127" y="40816"/>
                  <a:pt x="2474127" y="91164"/>
                </a:cubicBezTo>
                <a:lnTo>
                  <a:pt x="2474127" y="432905"/>
                </a:lnTo>
                <a:lnTo>
                  <a:pt x="2933014" y="432905"/>
                </a:lnTo>
                <a:cubicBezTo>
                  <a:pt x="3073189" y="432905"/>
                  <a:pt x="3186824" y="546540"/>
                  <a:pt x="3186824" y="686715"/>
                </a:cubicBezTo>
                <a:lnTo>
                  <a:pt x="3186824" y="2194102"/>
                </a:lnTo>
                <a:cubicBezTo>
                  <a:pt x="3186824" y="2334277"/>
                  <a:pt x="3073189" y="2447912"/>
                  <a:pt x="2933014" y="2447912"/>
                </a:cubicBezTo>
                <a:lnTo>
                  <a:pt x="253810" y="2447912"/>
                </a:lnTo>
                <a:cubicBezTo>
                  <a:pt x="113635" y="2447912"/>
                  <a:pt x="0" y="2334277"/>
                  <a:pt x="0" y="2194102"/>
                </a:cubicBezTo>
                <a:lnTo>
                  <a:pt x="0" y="686715"/>
                </a:lnTo>
                <a:cubicBezTo>
                  <a:pt x="0" y="546540"/>
                  <a:pt x="113635" y="432905"/>
                  <a:pt x="253810" y="432905"/>
                </a:cubicBezTo>
                <a:lnTo>
                  <a:pt x="307082" y="432905"/>
                </a:lnTo>
                <a:lnTo>
                  <a:pt x="307082" y="313169"/>
                </a:lnTo>
                <a:cubicBezTo>
                  <a:pt x="307082" y="287995"/>
                  <a:pt x="327490" y="267587"/>
                  <a:pt x="352664" y="267587"/>
                </a:cubicBezTo>
                <a:lnTo>
                  <a:pt x="817888" y="267587"/>
                </a:lnTo>
                <a:cubicBezTo>
                  <a:pt x="843062" y="267587"/>
                  <a:pt x="863470" y="287995"/>
                  <a:pt x="863470" y="313169"/>
                </a:cubicBezTo>
                <a:lnTo>
                  <a:pt x="863470" y="432905"/>
                </a:lnTo>
                <a:lnTo>
                  <a:pt x="1361348" y="432905"/>
                </a:lnTo>
                <a:lnTo>
                  <a:pt x="1361348" y="91164"/>
                </a:lnTo>
                <a:cubicBezTo>
                  <a:pt x="1361348" y="40816"/>
                  <a:pt x="1402164" y="0"/>
                  <a:pt x="145251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3" name="Rectangle 2"/>
          <p:cNvSpPr/>
          <p:nvPr/>
        </p:nvSpPr>
        <p:spPr>
          <a:xfrm>
            <a:off x="736312" y="1210176"/>
            <a:ext cx="9385588" cy="2061526"/>
          </a:xfrm>
          <a:prstGeom prst="rect">
            <a:avLst/>
          </a:prstGeom>
        </p:spPr>
        <p:txBody>
          <a:bodyPr wrap="square">
            <a:spAutoFit/>
          </a:bodyPr>
          <a:lstStyle/>
          <a:p>
            <a:pPr marL="342900" indent="-342900" algn="just">
              <a:lnSpc>
                <a:spcPct val="150000"/>
              </a:lnSpc>
              <a:buFont typeface="Wingdings" panose="05000000000000000000" pitchFamily="2" charset="2"/>
              <a:buChar char="q"/>
            </a:pPr>
            <a:r>
              <a:rPr lang="en-US" sz="2200" dirty="0" err="1"/>
              <a:t>Bagaimana</a:t>
            </a:r>
            <a:r>
              <a:rPr lang="en-US" sz="2200" dirty="0"/>
              <a:t> </a:t>
            </a:r>
            <a:r>
              <a:rPr lang="en-US" sz="2200" dirty="0" err="1"/>
              <a:t>merancang</a:t>
            </a:r>
            <a:r>
              <a:rPr lang="en-US" sz="2200" dirty="0"/>
              <a:t> dan </a:t>
            </a:r>
            <a:r>
              <a:rPr lang="en-US" sz="2200" dirty="0" err="1"/>
              <a:t>membangun</a:t>
            </a:r>
            <a:r>
              <a:rPr lang="en-US" sz="2200" dirty="0"/>
              <a:t> </a:t>
            </a:r>
            <a:r>
              <a:rPr lang="en-US" sz="2200" dirty="0" err="1"/>
              <a:t>suatu</a:t>
            </a:r>
            <a:r>
              <a:rPr lang="en-US" sz="2200" dirty="0"/>
              <a:t> </a:t>
            </a:r>
            <a:r>
              <a:rPr lang="en-US" sz="2200" dirty="0" err="1"/>
              <a:t>sistem</a:t>
            </a:r>
            <a:r>
              <a:rPr lang="en-US" sz="2200" dirty="0"/>
              <a:t> </a:t>
            </a:r>
            <a:r>
              <a:rPr lang="en-US" sz="2200" dirty="0" err="1"/>
              <a:t>pendukung</a:t>
            </a:r>
            <a:r>
              <a:rPr lang="en-US" sz="2200" dirty="0"/>
              <a:t> </a:t>
            </a:r>
            <a:r>
              <a:rPr lang="en-US" sz="2200" dirty="0" err="1"/>
              <a:t>keputusan</a:t>
            </a:r>
            <a:r>
              <a:rPr lang="en-US" sz="2200" dirty="0"/>
              <a:t> </a:t>
            </a:r>
            <a:r>
              <a:rPr lang="id-ID" sz="2200" dirty="0"/>
              <a:t>yang dapat membantu Guru dan Staff SMA NEGERI 1 TINOMBO SELATAN Dalam memilih siswa berprestasi</a:t>
            </a:r>
          </a:p>
          <a:p>
            <a:pPr algn="just">
              <a:lnSpc>
                <a:spcPct val="150000"/>
              </a:lnSpc>
            </a:pPr>
            <a:endParaRPr lang="en-GB" sz="2200" dirty="0"/>
          </a:p>
        </p:txBody>
      </p:sp>
      <p:sp>
        <p:nvSpPr>
          <p:cNvPr id="7" name="Rectangle 6">
            <a:extLst>
              <a:ext uri="{FF2B5EF4-FFF2-40B4-BE49-F238E27FC236}">
                <a16:creationId xmlns:a16="http://schemas.microsoft.com/office/drawing/2014/main" id="{6B6340AC-D514-4A94-B1DE-B5AC801E1DAC}"/>
              </a:ext>
            </a:extLst>
          </p:cNvPr>
          <p:cNvSpPr/>
          <p:nvPr/>
        </p:nvSpPr>
        <p:spPr>
          <a:xfrm>
            <a:off x="680343" y="2876969"/>
            <a:ext cx="9385588" cy="2061526"/>
          </a:xfrm>
          <a:prstGeom prst="rect">
            <a:avLst/>
          </a:prstGeom>
        </p:spPr>
        <p:txBody>
          <a:bodyPr wrap="square">
            <a:spAutoFit/>
          </a:bodyPr>
          <a:lstStyle/>
          <a:p>
            <a:pPr marL="342900" indent="-342900" algn="just">
              <a:lnSpc>
                <a:spcPct val="150000"/>
              </a:lnSpc>
              <a:buFont typeface="Wingdings" panose="05000000000000000000" pitchFamily="2" charset="2"/>
              <a:buChar char="q"/>
            </a:pPr>
            <a:r>
              <a:rPr lang="en-US" sz="2200" dirty="0" err="1"/>
              <a:t>Bagaimana</a:t>
            </a:r>
            <a:r>
              <a:rPr lang="en-US" sz="2200" dirty="0"/>
              <a:t> m</a:t>
            </a:r>
            <a:r>
              <a:rPr lang="id-ID" sz="2200" dirty="0"/>
              <a:t>emanfaatkan metode AHP dan Promethee untuk mencari Hasil perangkingan siswa berprestasi di SMA NEGERI 1 TINOMBO SELATAN</a:t>
            </a:r>
          </a:p>
          <a:p>
            <a:pPr algn="just">
              <a:lnSpc>
                <a:spcPct val="150000"/>
              </a:lnSpc>
            </a:pPr>
            <a:endParaRPr lang="en-GB" sz="2200" dirty="0"/>
          </a:p>
        </p:txBody>
      </p:sp>
    </p:spTree>
    <p:extLst>
      <p:ext uri="{BB962C8B-B14F-4D97-AF65-F5344CB8AC3E}">
        <p14:creationId xmlns:p14="http://schemas.microsoft.com/office/powerpoint/2010/main" val="1226523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876437" y="524163"/>
            <a:ext cx="5391418" cy="718145"/>
          </a:xfrm>
          <a:prstGeom prst="rect">
            <a:avLst/>
          </a:prstGeom>
        </p:spPr>
        <p:txBody>
          <a:bodyPr lIns="0" tIns="0" rIns="0" bIns="0" rtlCol="0" anchor="t">
            <a:spAutoFit/>
          </a:bodyPr>
          <a:lstStyle/>
          <a:p>
            <a:pPr algn="r">
              <a:lnSpc>
                <a:spcPts val="5553"/>
              </a:lnSpc>
            </a:pPr>
            <a:r>
              <a:rPr lang="en-US" sz="4800" spc="39" dirty="0">
                <a:solidFill>
                  <a:srgbClr val="04383F"/>
                </a:solidFill>
                <a:latin typeface="+mj-lt"/>
              </a:rPr>
              <a:t>Batasan </a:t>
            </a:r>
            <a:r>
              <a:rPr lang="en-US" sz="4800" spc="39" dirty="0" err="1">
                <a:solidFill>
                  <a:srgbClr val="04383F"/>
                </a:solidFill>
                <a:latin typeface="+mj-lt"/>
              </a:rPr>
              <a:t>Masalah</a:t>
            </a:r>
            <a:endParaRPr lang="en-US" sz="4800" spc="39" dirty="0">
              <a:solidFill>
                <a:srgbClr val="04383F"/>
              </a:solidFill>
              <a:latin typeface="+mj-lt"/>
            </a:endParaRPr>
          </a:p>
        </p:txBody>
      </p:sp>
      <p:grpSp>
        <p:nvGrpSpPr>
          <p:cNvPr id="3" name="Group 3"/>
          <p:cNvGrpSpPr/>
          <p:nvPr/>
        </p:nvGrpSpPr>
        <p:grpSpPr>
          <a:xfrm>
            <a:off x="3947649" y="4240826"/>
            <a:ext cx="6320206" cy="1989258"/>
            <a:chOff x="0" y="-66675"/>
            <a:chExt cx="12640412" cy="3978516"/>
          </a:xfrm>
        </p:grpSpPr>
        <p:sp>
          <p:nvSpPr>
            <p:cNvPr id="4" name="TextBox 4"/>
            <p:cNvSpPr txBox="1"/>
            <p:nvPr/>
          </p:nvSpPr>
          <p:spPr>
            <a:xfrm>
              <a:off x="0" y="-66675"/>
              <a:ext cx="12640412" cy="743922"/>
            </a:xfrm>
            <a:prstGeom prst="rect">
              <a:avLst/>
            </a:prstGeom>
          </p:spPr>
          <p:txBody>
            <a:bodyPr lIns="0" tIns="0" rIns="0" bIns="0" rtlCol="0" anchor="t">
              <a:spAutoFit/>
            </a:bodyPr>
            <a:lstStyle/>
            <a:p>
              <a:pPr>
                <a:lnSpc>
                  <a:spcPts val="3454"/>
                </a:lnSpc>
              </a:pPr>
              <a:endParaRPr sz="1200"/>
            </a:p>
          </p:txBody>
        </p:sp>
        <p:sp>
          <p:nvSpPr>
            <p:cNvPr id="5" name="TextBox 5"/>
            <p:cNvSpPr txBox="1"/>
            <p:nvPr/>
          </p:nvSpPr>
          <p:spPr>
            <a:xfrm>
              <a:off x="0" y="785985"/>
              <a:ext cx="12640412" cy="3125856"/>
            </a:xfrm>
            <a:prstGeom prst="rect">
              <a:avLst/>
            </a:prstGeom>
          </p:spPr>
          <p:txBody>
            <a:bodyPr lIns="0" tIns="0" rIns="0" bIns="0" rtlCol="0" anchor="t">
              <a:spAutoFit/>
            </a:bodyPr>
            <a:lstStyle/>
            <a:p>
              <a:pPr>
                <a:lnSpc>
                  <a:spcPts val="4200"/>
                </a:lnSpc>
              </a:pPr>
              <a:r>
                <a:rPr lang="en-US" sz="2800" spc="28" dirty="0" err="1">
                  <a:latin typeface="Glacial Indifference"/>
                </a:rPr>
                <a:t>Setiap</a:t>
              </a:r>
              <a:r>
                <a:rPr lang="en-US" sz="2800" spc="28" dirty="0">
                  <a:latin typeface="Glacial Indifference"/>
                </a:rPr>
                <a:t> </a:t>
              </a:r>
              <a:r>
                <a:rPr lang="en-US" sz="2800" spc="28" dirty="0" err="1">
                  <a:latin typeface="Glacial Indifference"/>
                </a:rPr>
                <a:t>kriteria</a:t>
              </a:r>
              <a:r>
                <a:rPr lang="en-US" sz="2800" spc="28" dirty="0">
                  <a:latin typeface="Glacial Indifference"/>
                </a:rPr>
                <a:t> </a:t>
              </a:r>
              <a:r>
                <a:rPr lang="en-US" sz="2800" spc="28" dirty="0" err="1">
                  <a:latin typeface="Glacial Indifference"/>
                </a:rPr>
                <a:t>ditentukan</a:t>
              </a:r>
              <a:r>
                <a:rPr lang="en-US" sz="2800" spc="28" dirty="0">
                  <a:latin typeface="Glacial Indifference"/>
                </a:rPr>
                <a:t> oleh </a:t>
              </a:r>
              <a:r>
                <a:rPr lang="id-ID" sz="2800" spc="28" dirty="0">
                  <a:latin typeface="Glacial Indifference"/>
                </a:rPr>
                <a:t>Pihak G</a:t>
              </a:r>
              <a:r>
                <a:rPr lang="en-US" sz="2800" spc="28" dirty="0" err="1">
                  <a:latin typeface="Glacial Indifference"/>
                </a:rPr>
                <a:t>uru</a:t>
              </a:r>
              <a:r>
                <a:rPr lang="en-US" sz="2800" spc="28" dirty="0">
                  <a:latin typeface="Glacial Indifference"/>
                </a:rPr>
                <a:t> dan </a:t>
              </a:r>
              <a:r>
                <a:rPr lang="en-US" sz="2800" spc="28" dirty="0" err="1">
                  <a:latin typeface="Glacial Indifference"/>
                </a:rPr>
                <a:t>disetujui</a:t>
              </a:r>
              <a:r>
                <a:rPr lang="en-US" sz="2800" spc="28" dirty="0">
                  <a:latin typeface="Glacial Indifference"/>
                </a:rPr>
                <a:t> </a:t>
              </a:r>
              <a:r>
                <a:rPr lang="en-US" sz="2800" spc="28" dirty="0" err="1">
                  <a:latin typeface="Glacial Indifference"/>
                </a:rPr>
                <a:t>kepala</a:t>
              </a:r>
              <a:r>
                <a:rPr lang="en-US" sz="2800" spc="28" dirty="0">
                  <a:latin typeface="Glacial Indifference"/>
                </a:rPr>
                <a:t> </a:t>
              </a:r>
              <a:r>
                <a:rPr lang="en-US" sz="2800" spc="28" dirty="0" err="1">
                  <a:latin typeface="Glacial Indifference"/>
                </a:rPr>
                <a:t>sekolah</a:t>
              </a:r>
              <a:r>
                <a:rPr lang="en-US" sz="2800" spc="28" dirty="0">
                  <a:latin typeface="Glacial Indifference"/>
                </a:rPr>
                <a:t> </a:t>
              </a:r>
              <a:r>
                <a:rPr lang="id-ID" sz="2800" spc="28" dirty="0">
                  <a:latin typeface="Glacial Indifference"/>
                </a:rPr>
                <a:t>SMA NEGERI 1 TINOMBO SELATAN</a:t>
              </a:r>
              <a:endParaRPr lang="en-US" sz="2800" spc="28" dirty="0">
                <a:latin typeface="Glacial Indifference"/>
              </a:endParaRPr>
            </a:p>
          </p:txBody>
        </p:sp>
      </p:grpSp>
      <p:grpSp>
        <p:nvGrpSpPr>
          <p:cNvPr id="6" name="Group 6"/>
          <p:cNvGrpSpPr/>
          <p:nvPr/>
        </p:nvGrpSpPr>
        <p:grpSpPr>
          <a:xfrm rot="3994440">
            <a:off x="3372730" y="4687883"/>
            <a:ext cx="476593" cy="476593"/>
            <a:chOff x="0" y="0"/>
            <a:chExt cx="6350000" cy="6350000"/>
          </a:xfrm>
        </p:grpSpPr>
        <p:sp>
          <p:nvSpPr>
            <p:cNvPr id="7" name="Freeform 7"/>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DFDFD"/>
            </a:solidFill>
          </p:spPr>
        </p:sp>
      </p:grpSp>
      <p:grpSp>
        <p:nvGrpSpPr>
          <p:cNvPr id="8" name="Group 8"/>
          <p:cNvGrpSpPr>
            <a:grpSpLocks noChangeAspect="1"/>
          </p:cNvGrpSpPr>
          <p:nvPr/>
        </p:nvGrpSpPr>
        <p:grpSpPr>
          <a:xfrm rot="3994440">
            <a:off x="3542423" y="4776028"/>
            <a:ext cx="300303" cy="300303"/>
            <a:chOff x="-2540" y="-2540"/>
            <a:chExt cx="6355080" cy="6355080"/>
          </a:xfrm>
        </p:grpSpPr>
        <p:sp>
          <p:nvSpPr>
            <p:cNvPr id="9" name="Freeform 9"/>
            <p:cNvSpPr/>
            <p:nvPr/>
          </p:nvSpPr>
          <p:spPr>
            <a:xfrm>
              <a:off x="-2540" y="-254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04383F"/>
            </a:solidFill>
          </p:spPr>
        </p:sp>
      </p:grpSp>
      <p:grpSp>
        <p:nvGrpSpPr>
          <p:cNvPr id="10" name="Group 10"/>
          <p:cNvGrpSpPr/>
          <p:nvPr/>
        </p:nvGrpSpPr>
        <p:grpSpPr>
          <a:xfrm>
            <a:off x="1341899" y="1930108"/>
            <a:ext cx="4701351" cy="2527867"/>
            <a:chOff x="0" y="-66675"/>
            <a:chExt cx="9402703" cy="5055734"/>
          </a:xfrm>
        </p:grpSpPr>
        <p:sp>
          <p:nvSpPr>
            <p:cNvPr id="11" name="TextBox 11"/>
            <p:cNvSpPr txBox="1"/>
            <p:nvPr/>
          </p:nvSpPr>
          <p:spPr>
            <a:xfrm>
              <a:off x="0" y="-66675"/>
              <a:ext cx="9402703" cy="743922"/>
            </a:xfrm>
            <a:prstGeom prst="rect">
              <a:avLst/>
            </a:prstGeom>
          </p:spPr>
          <p:txBody>
            <a:bodyPr lIns="0" tIns="0" rIns="0" bIns="0" rtlCol="0" anchor="t">
              <a:spAutoFit/>
            </a:bodyPr>
            <a:lstStyle/>
            <a:p>
              <a:pPr>
                <a:lnSpc>
                  <a:spcPts val="3454"/>
                </a:lnSpc>
              </a:pPr>
              <a:endParaRPr sz="1200"/>
            </a:p>
          </p:txBody>
        </p:sp>
        <p:sp>
          <p:nvSpPr>
            <p:cNvPr id="12" name="TextBox 12"/>
            <p:cNvSpPr txBox="1"/>
            <p:nvPr/>
          </p:nvSpPr>
          <p:spPr>
            <a:xfrm>
              <a:off x="0" y="785985"/>
              <a:ext cx="9402703" cy="4203074"/>
            </a:xfrm>
            <a:prstGeom prst="rect">
              <a:avLst/>
            </a:prstGeom>
          </p:spPr>
          <p:txBody>
            <a:bodyPr lIns="0" tIns="0" rIns="0" bIns="0" rtlCol="0" anchor="t">
              <a:spAutoFit/>
            </a:bodyPr>
            <a:lstStyle/>
            <a:p>
              <a:pPr algn="just">
                <a:lnSpc>
                  <a:spcPts val="4200"/>
                </a:lnSpc>
              </a:pPr>
              <a:r>
                <a:rPr lang="en-US" sz="2800" spc="28" dirty="0" err="1">
                  <a:latin typeface="Glacial Indifference"/>
                </a:rPr>
                <a:t>Sistem</a:t>
              </a:r>
              <a:r>
                <a:rPr lang="en-US" sz="2800" spc="28" dirty="0">
                  <a:latin typeface="Glacial Indifference"/>
                </a:rPr>
                <a:t> </a:t>
              </a:r>
              <a:r>
                <a:rPr lang="en-US" sz="2800" spc="28" dirty="0" err="1">
                  <a:latin typeface="Glacial Indifference"/>
                </a:rPr>
                <a:t>ini</a:t>
              </a:r>
              <a:r>
                <a:rPr lang="en-US" sz="2800" spc="28" dirty="0">
                  <a:latin typeface="Glacial Indifference"/>
                </a:rPr>
                <a:t> </a:t>
              </a:r>
              <a:r>
                <a:rPr lang="en-US" sz="2800" spc="28" dirty="0" err="1">
                  <a:latin typeface="Glacial Indifference"/>
                </a:rPr>
                <a:t>hanya</a:t>
              </a:r>
              <a:r>
                <a:rPr lang="en-US" sz="2800" spc="28" dirty="0">
                  <a:latin typeface="Glacial Indifference"/>
                </a:rPr>
                <a:t> </a:t>
              </a:r>
              <a:r>
                <a:rPr lang="en-US" sz="2800" spc="28" dirty="0" err="1">
                  <a:latin typeface="Glacial Indifference"/>
                </a:rPr>
                <a:t>sebagai</a:t>
              </a:r>
              <a:r>
                <a:rPr lang="en-US" sz="2800" spc="28" dirty="0">
                  <a:latin typeface="Glacial Indifference"/>
                </a:rPr>
                <a:t> </a:t>
              </a:r>
              <a:r>
                <a:rPr lang="en-US" sz="2800" spc="28" dirty="0" err="1">
                  <a:latin typeface="Glacial Indifference"/>
                </a:rPr>
                <a:t>pendukung</a:t>
              </a:r>
              <a:r>
                <a:rPr lang="en-US" sz="2800" spc="28" dirty="0">
                  <a:latin typeface="Glacial Indifference"/>
                </a:rPr>
                <a:t> </a:t>
              </a:r>
              <a:r>
                <a:rPr lang="en-US" sz="2800" spc="28" dirty="0" err="1">
                  <a:latin typeface="Glacial Indifference"/>
                </a:rPr>
                <a:t>dalam</a:t>
              </a:r>
              <a:r>
                <a:rPr lang="en-US" sz="2800" spc="28" dirty="0">
                  <a:latin typeface="Glacial Indifference"/>
                </a:rPr>
                <a:t> </a:t>
              </a:r>
              <a:r>
                <a:rPr lang="en-US" sz="2800" spc="28" dirty="0" err="1">
                  <a:latin typeface="Glacial Indifference"/>
                </a:rPr>
                <a:t>penetuan</a:t>
              </a:r>
              <a:r>
                <a:rPr lang="en-US" sz="2800" spc="28" dirty="0">
                  <a:latin typeface="Glacial Indifference"/>
                </a:rPr>
                <a:t> </a:t>
              </a:r>
              <a:r>
                <a:rPr lang="en-US" sz="2800" spc="28" dirty="0" err="1">
                  <a:latin typeface="Glacial Indifference"/>
                </a:rPr>
                <a:t>siswa</a:t>
              </a:r>
              <a:r>
                <a:rPr lang="en-US" sz="2800" spc="28" dirty="0">
                  <a:latin typeface="Glacial Indifference"/>
                </a:rPr>
                <a:t> </a:t>
              </a:r>
              <a:r>
                <a:rPr lang="en-US" sz="2800" spc="28" dirty="0" err="1">
                  <a:latin typeface="Glacial Indifference"/>
                </a:rPr>
                <a:t>berprestasi</a:t>
              </a:r>
              <a:r>
                <a:rPr lang="en-US" sz="2800" spc="28" dirty="0">
                  <a:latin typeface="Glacial Indifference"/>
                </a:rPr>
                <a:t> </a:t>
              </a:r>
              <a:r>
                <a:rPr lang="en-US" sz="2800" spc="28" dirty="0" err="1">
                  <a:latin typeface="Glacial Indifference"/>
                </a:rPr>
                <a:t>berbasis</a:t>
              </a:r>
              <a:r>
                <a:rPr lang="en-US" sz="2800" spc="28" dirty="0">
                  <a:latin typeface="Glacial Indifference"/>
                </a:rPr>
                <a:t> web</a:t>
              </a:r>
            </a:p>
          </p:txBody>
        </p:sp>
      </p:grpSp>
      <p:grpSp>
        <p:nvGrpSpPr>
          <p:cNvPr id="13" name="Group 13"/>
          <p:cNvGrpSpPr/>
          <p:nvPr/>
        </p:nvGrpSpPr>
        <p:grpSpPr>
          <a:xfrm rot="3994440">
            <a:off x="796441" y="1932639"/>
            <a:ext cx="610289" cy="610289"/>
            <a:chOff x="0" y="0"/>
            <a:chExt cx="6350000" cy="6350000"/>
          </a:xfrm>
        </p:grpSpPr>
        <p:sp>
          <p:nvSpPr>
            <p:cNvPr id="14" name="Freeform 14"/>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DFDFD"/>
            </a:solidFill>
          </p:spPr>
        </p:sp>
      </p:grpSp>
      <p:grpSp>
        <p:nvGrpSpPr>
          <p:cNvPr id="15" name="Group 15"/>
          <p:cNvGrpSpPr>
            <a:grpSpLocks noChangeAspect="1"/>
          </p:cNvGrpSpPr>
          <p:nvPr/>
        </p:nvGrpSpPr>
        <p:grpSpPr>
          <a:xfrm rot="3994440">
            <a:off x="917607" y="2507612"/>
            <a:ext cx="300303" cy="300303"/>
            <a:chOff x="-2540" y="-2540"/>
            <a:chExt cx="6355080" cy="6355080"/>
          </a:xfrm>
        </p:grpSpPr>
        <p:sp>
          <p:nvSpPr>
            <p:cNvPr id="16" name="Freeform 16"/>
            <p:cNvSpPr/>
            <p:nvPr/>
          </p:nvSpPr>
          <p:spPr>
            <a:xfrm>
              <a:off x="-2540" y="-254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04383F"/>
            </a:solidFill>
          </p:spPr>
        </p:sp>
      </p:grpSp>
      <p:grpSp>
        <p:nvGrpSpPr>
          <p:cNvPr id="17" name="Group 17"/>
          <p:cNvGrpSpPr/>
          <p:nvPr/>
        </p:nvGrpSpPr>
        <p:grpSpPr>
          <a:xfrm>
            <a:off x="7381893" y="1930108"/>
            <a:ext cx="4304292" cy="1554504"/>
            <a:chOff x="-206628" y="-66675"/>
            <a:chExt cx="8608584" cy="3109008"/>
          </a:xfrm>
        </p:grpSpPr>
        <p:sp>
          <p:nvSpPr>
            <p:cNvPr id="18" name="TextBox 18"/>
            <p:cNvSpPr txBox="1"/>
            <p:nvPr/>
          </p:nvSpPr>
          <p:spPr>
            <a:xfrm>
              <a:off x="0" y="-66675"/>
              <a:ext cx="8401956" cy="743922"/>
            </a:xfrm>
            <a:prstGeom prst="rect">
              <a:avLst/>
            </a:prstGeom>
          </p:spPr>
          <p:txBody>
            <a:bodyPr lIns="0" tIns="0" rIns="0" bIns="0" rtlCol="0" anchor="t">
              <a:spAutoFit/>
            </a:bodyPr>
            <a:lstStyle/>
            <a:p>
              <a:pPr>
                <a:lnSpc>
                  <a:spcPts val="3454"/>
                </a:lnSpc>
              </a:pPr>
              <a:endParaRPr sz="1200"/>
            </a:p>
          </p:txBody>
        </p:sp>
        <p:sp>
          <p:nvSpPr>
            <p:cNvPr id="19" name="TextBox 19"/>
            <p:cNvSpPr txBox="1"/>
            <p:nvPr/>
          </p:nvSpPr>
          <p:spPr>
            <a:xfrm>
              <a:off x="-206628" y="993695"/>
              <a:ext cx="8401956" cy="2048638"/>
            </a:xfrm>
            <a:prstGeom prst="rect">
              <a:avLst/>
            </a:prstGeom>
          </p:spPr>
          <p:txBody>
            <a:bodyPr lIns="0" tIns="0" rIns="0" bIns="0" rtlCol="0" anchor="t">
              <a:spAutoFit/>
            </a:bodyPr>
            <a:lstStyle/>
            <a:p>
              <a:pPr algn="just">
                <a:lnSpc>
                  <a:spcPts val="4200"/>
                </a:lnSpc>
              </a:pPr>
              <a:r>
                <a:rPr lang="en-US" sz="2800" spc="28" dirty="0" err="1">
                  <a:latin typeface="Glacial Indifference"/>
                </a:rPr>
                <a:t>Penyeleksian</a:t>
              </a:r>
              <a:r>
                <a:rPr lang="en-US" sz="2800" spc="28" dirty="0">
                  <a:latin typeface="Glacial Indifference"/>
                </a:rPr>
                <a:t> </a:t>
              </a:r>
              <a:r>
                <a:rPr lang="en-US" sz="2800" spc="28" dirty="0" err="1">
                  <a:latin typeface="Glacial Indifference"/>
                </a:rPr>
                <a:t>hanya</a:t>
              </a:r>
              <a:r>
                <a:rPr lang="en-US" sz="2800" spc="28" dirty="0">
                  <a:latin typeface="Glacial Indifference"/>
                </a:rPr>
                <a:t> pada </a:t>
              </a:r>
              <a:r>
                <a:rPr lang="en-US" sz="2800" spc="28" dirty="0" err="1">
                  <a:latin typeface="Glacial Indifference"/>
                </a:rPr>
                <a:t>siswa</a:t>
              </a:r>
              <a:endParaRPr lang="en-US" sz="2800" spc="28" dirty="0">
                <a:latin typeface="Glacial Indifference"/>
              </a:endParaRPr>
            </a:p>
          </p:txBody>
        </p:sp>
      </p:grpSp>
      <p:grpSp>
        <p:nvGrpSpPr>
          <p:cNvPr id="20" name="Group 20"/>
          <p:cNvGrpSpPr/>
          <p:nvPr/>
        </p:nvGrpSpPr>
        <p:grpSpPr>
          <a:xfrm rot="3994440">
            <a:off x="6693628" y="2400796"/>
            <a:ext cx="476593" cy="476593"/>
            <a:chOff x="0" y="0"/>
            <a:chExt cx="6350000" cy="6350000"/>
          </a:xfrm>
        </p:grpSpPr>
        <p:sp>
          <p:nvSpPr>
            <p:cNvPr id="21" name="Freeform 21"/>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DFDFD"/>
            </a:solidFill>
          </p:spPr>
        </p:sp>
      </p:grpSp>
      <p:grpSp>
        <p:nvGrpSpPr>
          <p:cNvPr id="22" name="Group 22"/>
          <p:cNvGrpSpPr>
            <a:grpSpLocks noChangeAspect="1"/>
          </p:cNvGrpSpPr>
          <p:nvPr/>
        </p:nvGrpSpPr>
        <p:grpSpPr>
          <a:xfrm rot="3994440">
            <a:off x="6957601" y="2594299"/>
            <a:ext cx="300303" cy="300303"/>
            <a:chOff x="-2540" y="-2540"/>
            <a:chExt cx="6355080" cy="6355080"/>
          </a:xfrm>
        </p:grpSpPr>
        <p:sp>
          <p:nvSpPr>
            <p:cNvPr id="23" name="Freeform 23"/>
            <p:cNvSpPr/>
            <p:nvPr/>
          </p:nvSpPr>
          <p:spPr>
            <a:xfrm>
              <a:off x="-2540" y="-254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04383F"/>
            </a:solidFill>
          </p:spPr>
        </p:sp>
      </p:grpSp>
      <p:sp>
        <p:nvSpPr>
          <p:cNvPr id="24" name="AutoShape 24"/>
          <p:cNvSpPr/>
          <p:nvPr/>
        </p:nvSpPr>
        <p:spPr>
          <a:xfrm>
            <a:off x="-4309" y="0"/>
            <a:ext cx="856031" cy="1860237"/>
          </a:xfrm>
          <a:prstGeom prst="rect">
            <a:avLst/>
          </a:prstGeom>
          <a:solidFill>
            <a:srgbClr val="FDFDFD"/>
          </a:solidFill>
        </p:spPr>
      </p:sp>
      <p:sp>
        <p:nvSpPr>
          <p:cNvPr id="25" name="AutoShape 25"/>
          <p:cNvSpPr/>
          <p:nvPr/>
        </p:nvSpPr>
        <p:spPr>
          <a:xfrm>
            <a:off x="5733067" y="1269493"/>
            <a:ext cx="6458933" cy="64241"/>
          </a:xfrm>
          <a:prstGeom prst="rect">
            <a:avLst/>
          </a:prstGeom>
          <a:solidFill>
            <a:srgbClr val="04383F"/>
          </a:solid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FF6F8DA-76DC-42AE-9949-A0D46A66577D}"/>
              </a:ext>
            </a:extLst>
          </p:cNvPr>
          <p:cNvSpPr>
            <a:spLocks noGrp="1"/>
          </p:cNvSpPr>
          <p:nvPr>
            <p:ph type="body" sz="quarter" idx="10"/>
          </p:nvPr>
        </p:nvSpPr>
        <p:spPr>
          <a:xfrm>
            <a:off x="680343" y="426955"/>
            <a:ext cx="11219558" cy="724247"/>
          </a:xfrm>
        </p:spPr>
        <p:txBody>
          <a:bodyPr>
            <a:normAutofit fontScale="92500" lnSpcReduction="20000"/>
          </a:bodyPr>
          <a:lstStyle/>
          <a:p>
            <a:r>
              <a:rPr lang="en-US" dirty="0" err="1"/>
              <a:t>Tujuan</a:t>
            </a:r>
            <a:r>
              <a:rPr lang="en-US" dirty="0"/>
              <a:t> </a:t>
            </a:r>
            <a:r>
              <a:rPr lang="en-US" dirty="0" err="1"/>
              <a:t>Penelitian</a:t>
            </a:r>
            <a:endParaRPr lang="en-US" dirty="0">
              <a:solidFill>
                <a:schemeClr val="accent1"/>
              </a:solidFill>
            </a:endParaRPr>
          </a:p>
        </p:txBody>
      </p:sp>
      <p:sp>
        <p:nvSpPr>
          <p:cNvPr id="39" name="Rounded Rectangle 10">
            <a:extLst>
              <a:ext uri="{FF2B5EF4-FFF2-40B4-BE49-F238E27FC236}">
                <a16:creationId xmlns:a16="http://schemas.microsoft.com/office/drawing/2014/main" id="{74426D57-CD22-49EE-A78D-D8242052321B}"/>
              </a:ext>
            </a:extLst>
          </p:cNvPr>
          <p:cNvSpPr/>
          <p:nvPr/>
        </p:nvSpPr>
        <p:spPr>
          <a:xfrm>
            <a:off x="5545033" y="5565030"/>
            <a:ext cx="254160" cy="336352"/>
          </a:xfrm>
          <a:custGeom>
            <a:avLst/>
            <a:gdLst/>
            <a:ahLst/>
            <a:cxnLst/>
            <a:rect l="l" t="t" r="r" b="b"/>
            <a:pathLst>
              <a:path w="2448272" h="3240000">
                <a:moveTo>
                  <a:pt x="1358676" y="2676152"/>
                </a:moveTo>
                <a:cubicBezTo>
                  <a:pt x="1327753" y="2676152"/>
                  <a:pt x="1302685" y="2701220"/>
                  <a:pt x="1302685" y="2732143"/>
                </a:cubicBezTo>
                <a:lnTo>
                  <a:pt x="1302685" y="2956101"/>
                </a:lnTo>
                <a:cubicBezTo>
                  <a:pt x="1302685" y="2987024"/>
                  <a:pt x="1327753" y="3012092"/>
                  <a:pt x="1358676" y="3012092"/>
                </a:cubicBezTo>
                <a:lnTo>
                  <a:pt x="1582634" y="3012092"/>
                </a:lnTo>
                <a:cubicBezTo>
                  <a:pt x="1613557" y="3012092"/>
                  <a:pt x="1638625" y="2987024"/>
                  <a:pt x="1638625" y="2956101"/>
                </a:cubicBezTo>
                <a:lnTo>
                  <a:pt x="1638625" y="2732143"/>
                </a:lnTo>
                <a:cubicBezTo>
                  <a:pt x="1638625" y="2701220"/>
                  <a:pt x="1613557" y="2676152"/>
                  <a:pt x="1582634" y="2676152"/>
                </a:cubicBezTo>
                <a:close/>
                <a:moveTo>
                  <a:pt x="837062" y="2676152"/>
                </a:moveTo>
                <a:cubicBezTo>
                  <a:pt x="806139" y="2676152"/>
                  <a:pt x="781071" y="2701220"/>
                  <a:pt x="781071" y="2732143"/>
                </a:cubicBezTo>
                <a:lnTo>
                  <a:pt x="781071" y="2956101"/>
                </a:lnTo>
                <a:cubicBezTo>
                  <a:pt x="781071" y="2987024"/>
                  <a:pt x="806139" y="3012092"/>
                  <a:pt x="837062" y="3012092"/>
                </a:cubicBezTo>
                <a:lnTo>
                  <a:pt x="1061020" y="3012092"/>
                </a:lnTo>
                <a:cubicBezTo>
                  <a:pt x="1091943" y="3012092"/>
                  <a:pt x="1117011" y="2987024"/>
                  <a:pt x="1117011" y="2956101"/>
                </a:cubicBezTo>
                <a:lnTo>
                  <a:pt x="1117011" y="2732143"/>
                </a:lnTo>
                <a:cubicBezTo>
                  <a:pt x="1117011" y="2701220"/>
                  <a:pt x="1091943" y="2676152"/>
                  <a:pt x="1061020" y="2676152"/>
                </a:cubicBezTo>
                <a:close/>
                <a:moveTo>
                  <a:pt x="315448" y="2676152"/>
                </a:moveTo>
                <a:cubicBezTo>
                  <a:pt x="284525" y="2676152"/>
                  <a:pt x="259457" y="2701220"/>
                  <a:pt x="259457" y="2732143"/>
                </a:cubicBezTo>
                <a:lnTo>
                  <a:pt x="259457" y="2956101"/>
                </a:lnTo>
                <a:cubicBezTo>
                  <a:pt x="259457" y="2987024"/>
                  <a:pt x="284525" y="3012092"/>
                  <a:pt x="315448" y="3012092"/>
                </a:cubicBezTo>
                <a:lnTo>
                  <a:pt x="539406" y="3012092"/>
                </a:lnTo>
                <a:cubicBezTo>
                  <a:pt x="570329" y="3012092"/>
                  <a:pt x="595397" y="2987024"/>
                  <a:pt x="595397" y="2956101"/>
                </a:cubicBezTo>
                <a:lnTo>
                  <a:pt x="595397" y="2732143"/>
                </a:lnTo>
                <a:cubicBezTo>
                  <a:pt x="595397" y="2701220"/>
                  <a:pt x="570329" y="2676152"/>
                  <a:pt x="539406" y="2676152"/>
                </a:cubicBezTo>
                <a:close/>
                <a:moveTo>
                  <a:pt x="1880291" y="2179832"/>
                </a:moveTo>
                <a:cubicBezTo>
                  <a:pt x="1849368" y="2179832"/>
                  <a:pt x="1824300" y="2204900"/>
                  <a:pt x="1824300" y="2235823"/>
                </a:cubicBezTo>
                <a:lnTo>
                  <a:pt x="1824300" y="2956101"/>
                </a:lnTo>
                <a:cubicBezTo>
                  <a:pt x="1824300" y="2987024"/>
                  <a:pt x="1849368" y="3012092"/>
                  <a:pt x="1880291" y="3012092"/>
                </a:cubicBezTo>
                <a:lnTo>
                  <a:pt x="2104249" y="3012092"/>
                </a:lnTo>
                <a:cubicBezTo>
                  <a:pt x="2135172" y="3012092"/>
                  <a:pt x="2160240" y="2987024"/>
                  <a:pt x="2160240" y="2956101"/>
                </a:cubicBezTo>
                <a:lnTo>
                  <a:pt x="2160240" y="2235823"/>
                </a:lnTo>
                <a:cubicBezTo>
                  <a:pt x="2160240" y="2204900"/>
                  <a:pt x="2135172" y="2179832"/>
                  <a:pt x="2104249" y="2179832"/>
                </a:cubicBezTo>
                <a:close/>
                <a:moveTo>
                  <a:pt x="1358676" y="2179832"/>
                </a:moveTo>
                <a:cubicBezTo>
                  <a:pt x="1327753" y="2179832"/>
                  <a:pt x="1302685" y="2204900"/>
                  <a:pt x="1302685" y="2235823"/>
                </a:cubicBezTo>
                <a:lnTo>
                  <a:pt x="1302685" y="2459781"/>
                </a:lnTo>
                <a:cubicBezTo>
                  <a:pt x="1302685" y="2490704"/>
                  <a:pt x="1327753" y="2515772"/>
                  <a:pt x="1358676" y="2515772"/>
                </a:cubicBezTo>
                <a:lnTo>
                  <a:pt x="1582634" y="2515772"/>
                </a:lnTo>
                <a:cubicBezTo>
                  <a:pt x="1613557" y="2515772"/>
                  <a:pt x="1638625" y="2490704"/>
                  <a:pt x="1638625" y="2459781"/>
                </a:cubicBezTo>
                <a:lnTo>
                  <a:pt x="1638625" y="2235823"/>
                </a:lnTo>
                <a:cubicBezTo>
                  <a:pt x="1638625" y="2204900"/>
                  <a:pt x="1613557" y="2179832"/>
                  <a:pt x="1582634" y="2179832"/>
                </a:cubicBezTo>
                <a:close/>
                <a:moveTo>
                  <a:pt x="837062" y="2179832"/>
                </a:moveTo>
                <a:cubicBezTo>
                  <a:pt x="806139" y="2179832"/>
                  <a:pt x="781071" y="2204900"/>
                  <a:pt x="781071" y="2235823"/>
                </a:cubicBezTo>
                <a:lnTo>
                  <a:pt x="781071" y="2459781"/>
                </a:lnTo>
                <a:cubicBezTo>
                  <a:pt x="781071" y="2490704"/>
                  <a:pt x="806139" y="2515772"/>
                  <a:pt x="837062" y="2515772"/>
                </a:cubicBezTo>
                <a:lnTo>
                  <a:pt x="1061020" y="2515772"/>
                </a:lnTo>
                <a:cubicBezTo>
                  <a:pt x="1091943" y="2515772"/>
                  <a:pt x="1117011" y="2490704"/>
                  <a:pt x="1117011" y="2459781"/>
                </a:cubicBezTo>
                <a:lnTo>
                  <a:pt x="1117011" y="2235823"/>
                </a:lnTo>
                <a:cubicBezTo>
                  <a:pt x="1117011" y="2204900"/>
                  <a:pt x="1091943" y="2179832"/>
                  <a:pt x="1061020" y="2179832"/>
                </a:cubicBezTo>
                <a:close/>
                <a:moveTo>
                  <a:pt x="315448" y="2179832"/>
                </a:moveTo>
                <a:cubicBezTo>
                  <a:pt x="284525" y="2179832"/>
                  <a:pt x="259457" y="2204900"/>
                  <a:pt x="259457" y="2235823"/>
                </a:cubicBezTo>
                <a:lnTo>
                  <a:pt x="259457" y="2459781"/>
                </a:lnTo>
                <a:cubicBezTo>
                  <a:pt x="259457" y="2490704"/>
                  <a:pt x="284525" y="2515772"/>
                  <a:pt x="315448" y="2515772"/>
                </a:cubicBezTo>
                <a:lnTo>
                  <a:pt x="539406" y="2515772"/>
                </a:lnTo>
                <a:cubicBezTo>
                  <a:pt x="570329" y="2515772"/>
                  <a:pt x="595397" y="2490704"/>
                  <a:pt x="595397" y="2459781"/>
                </a:cubicBezTo>
                <a:lnTo>
                  <a:pt x="595397" y="2235823"/>
                </a:lnTo>
                <a:cubicBezTo>
                  <a:pt x="595397" y="2204900"/>
                  <a:pt x="570329" y="2179832"/>
                  <a:pt x="539406" y="2179832"/>
                </a:cubicBezTo>
                <a:close/>
                <a:moveTo>
                  <a:pt x="1880291" y="1683512"/>
                </a:moveTo>
                <a:cubicBezTo>
                  <a:pt x="1849368" y="1683512"/>
                  <a:pt x="1824300" y="1708580"/>
                  <a:pt x="1824300" y="1739503"/>
                </a:cubicBezTo>
                <a:lnTo>
                  <a:pt x="1824300" y="1963461"/>
                </a:lnTo>
                <a:cubicBezTo>
                  <a:pt x="1824300" y="1994384"/>
                  <a:pt x="1849368" y="2019452"/>
                  <a:pt x="1880291" y="2019452"/>
                </a:cubicBezTo>
                <a:lnTo>
                  <a:pt x="2104249" y="2019452"/>
                </a:lnTo>
                <a:cubicBezTo>
                  <a:pt x="2135172" y="2019452"/>
                  <a:pt x="2160240" y="1994384"/>
                  <a:pt x="2160240" y="1963461"/>
                </a:cubicBezTo>
                <a:lnTo>
                  <a:pt x="2160240" y="1739503"/>
                </a:lnTo>
                <a:cubicBezTo>
                  <a:pt x="2160240" y="1708580"/>
                  <a:pt x="2135172" y="1683512"/>
                  <a:pt x="2104249" y="1683512"/>
                </a:cubicBezTo>
                <a:close/>
                <a:moveTo>
                  <a:pt x="1358676" y="1683512"/>
                </a:moveTo>
                <a:cubicBezTo>
                  <a:pt x="1327753" y="1683512"/>
                  <a:pt x="1302685" y="1708580"/>
                  <a:pt x="1302685" y="1739503"/>
                </a:cubicBezTo>
                <a:lnTo>
                  <a:pt x="1302685" y="1963461"/>
                </a:lnTo>
                <a:cubicBezTo>
                  <a:pt x="1302685" y="1994384"/>
                  <a:pt x="1327753" y="2019452"/>
                  <a:pt x="1358676" y="2019452"/>
                </a:cubicBezTo>
                <a:lnTo>
                  <a:pt x="1582634" y="2019452"/>
                </a:lnTo>
                <a:cubicBezTo>
                  <a:pt x="1613557" y="2019452"/>
                  <a:pt x="1638625" y="1994384"/>
                  <a:pt x="1638625" y="1963461"/>
                </a:cubicBezTo>
                <a:lnTo>
                  <a:pt x="1638625" y="1739503"/>
                </a:lnTo>
                <a:cubicBezTo>
                  <a:pt x="1638625" y="1708580"/>
                  <a:pt x="1613557" y="1683512"/>
                  <a:pt x="1582634" y="1683512"/>
                </a:cubicBezTo>
                <a:close/>
                <a:moveTo>
                  <a:pt x="837062" y="1683512"/>
                </a:moveTo>
                <a:cubicBezTo>
                  <a:pt x="806139" y="1683512"/>
                  <a:pt x="781071" y="1708580"/>
                  <a:pt x="781071" y="1739503"/>
                </a:cubicBezTo>
                <a:lnTo>
                  <a:pt x="781071" y="1963461"/>
                </a:lnTo>
                <a:cubicBezTo>
                  <a:pt x="781071" y="1994384"/>
                  <a:pt x="806139" y="2019452"/>
                  <a:pt x="837062" y="2019452"/>
                </a:cubicBezTo>
                <a:lnTo>
                  <a:pt x="1061020" y="2019452"/>
                </a:lnTo>
                <a:cubicBezTo>
                  <a:pt x="1091943" y="2019452"/>
                  <a:pt x="1117011" y="1994384"/>
                  <a:pt x="1117011" y="1963461"/>
                </a:cubicBezTo>
                <a:lnTo>
                  <a:pt x="1117011" y="1739503"/>
                </a:lnTo>
                <a:cubicBezTo>
                  <a:pt x="1117011" y="1708580"/>
                  <a:pt x="1091943" y="1683512"/>
                  <a:pt x="1061020" y="1683512"/>
                </a:cubicBezTo>
                <a:close/>
                <a:moveTo>
                  <a:pt x="315448" y="1683512"/>
                </a:moveTo>
                <a:cubicBezTo>
                  <a:pt x="284525" y="1683512"/>
                  <a:pt x="259457" y="1708580"/>
                  <a:pt x="259457" y="1739503"/>
                </a:cubicBezTo>
                <a:lnTo>
                  <a:pt x="259457" y="1963461"/>
                </a:lnTo>
                <a:cubicBezTo>
                  <a:pt x="259457" y="1994384"/>
                  <a:pt x="284525" y="2019452"/>
                  <a:pt x="315448" y="2019452"/>
                </a:cubicBezTo>
                <a:lnTo>
                  <a:pt x="539406" y="2019452"/>
                </a:lnTo>
                <a:cubicBezTo>
                  <a:pt x="570329" y="2019452"/>
                  <a:pt x="595397" y="1994384"/>
                  <a:pt x="595397" y="1963461"/>
                </a:cubicBezTo>
                <a:lnTo>
                  <a:pt x="595397" y="1739503"/>
                </a:lnTo>
                <a:cubicBezTo>
                  <a:pt x="595397" y="1708580"/>
                  <a:pt x="570329" y="1683512"/>
                  <a:pt x="539406" y="1683512"/>
                </a:cubicBezTo>
                <a:close/>
                <a:moveTo>
                  <a:pt x="1880291" y="1187192"/>
                </a:moveTo>
                <a:cubicBezTo>
                  <a:pt x="1849368" y="1187192"/>
                  <a:pt x="1824300" y="1212260"/>
                  <a:pt x="1824300" y="1243183"/>
                </a:cubicBezTo>
                <a:lnTo>
                  <a:pt x="1824300" y="1467141"/>
                </a:lnTo>
                <a:cubicBezTo>
                  <a:pt x="1824300" y="1498064"/>
                  <a:pt x="1849368" y="1523132"/>
                  <a:pt x="1880291" y="1523132"/>
                </a:cubicBezTo>
                <a:lnTo>
                  <a:pt x="2104249" y="1523132"/>
                </a:lnTo>
                <a:cubicBezTo>
                  <a:pt x="2135172" y="1523132"/>
                  <a:pt x="2160240" y="1498064"/>
                  <a:pt x="2160240" y="1467141"/>
                </a:cubicBezTo>
                <a:lnTo>
                  <a:pt x="2160240" y="1243183"/>
                </a:lnTo>
                <a:cubicBezTo>
                  <a:pt x="2160240" y="1212260"/>
                  <a:pt x="2135172" y="1187192"/>
                  <a:pt x="2104249" y="1187192"/>
                </a:cubicBezTo>
                <a:close/>
                <a:moveTo>
                  <a:pt x="1358676" y="1187192"/>
                </a:moveTo>
                <a:cubicBezTo>
                  <a:pt x="1327753" y="1187192"/>
                  <a:pt x="1302685" y="1212260"/>
                  <a:pt x="1302685" y="1243183"/>
                </a:cubicBezTo>
                <a:lnTo>
                  <a:pt x="1302685" y="1467141"/>
                </a:lnTo>
                <a:cubicBezTo>
                  <a:pt x="1302685" y="1498064"/>
                  <a:pt x="1327753" y="1523132"/>
                  <a:pt x="1358676" y="1523132"/>
                </a:cubicBezTo>
                <a:lnTo>
                  <a:pt x="1582634" y="1523132"/>
                </a:lnTo>
                <a:cubicBezTo>
                  <a:pt x="1613557" y="1523132"/>
                  <a:pt x="1638625" y="1498064"/>
                  <a:pt x="1638625" y="1467141"/>
                </a:cubicBezTo>
                <a:lnTo>
                  <a:pt x="1638625" y="1243183"/>
                </a:lnTo>
                <a:cubicBezTo>
                  <a:pt x="1638625" y="1212260"/>
                  <a:pt x="1613557" y="1187192"/>
                  <a:pt x="1582634" y="1187192"/>
                </a:cubicBezTo>
                <a:close/>
                <a:moveTo>
                  <a:pt x="837062" y="1187192"/>
                </a:moveTo>
                <a:cubicBezTo>
                  <a:pt x="806139" y="1187192"/>
                  <a:pt x="781071" y="1212260"/>
                  <a:pt x="781071" y="1243183"/>
                </a:cubicBezTo>
                <a:lnTo>
                  <a:pt x="781071" y="1467141"/>
                </a:lnTo>
                <a:cubicBezTo>
                  <a:pt x="781071" y="1498064"/>
                  <a:pt x="806139" y="1523132"/>
                  <a:pt x="837062" y="1523132"/>
                </a:cubicBezTo>
                <a:lnTo>
                  <a:pt x="1061020" y="1523132"/>
                </a:lnTo>
                <a:cubicBezTo>
                  <a:pt x="1091943" y="1523132"/>
                  <a:pt x="1117011" y="1498064"/>
                  <a:pt x="1117011" y="1467141"/>
                </a:cubicBezTo>
                <a:lnTo>
                  <a:pt x="1117011" y="1243183"/>
                </a:lnTo>
                <a:cubicBezTo>
                  <a:pt x="1117011" y="1212260"/>
                  <a:pt x="1091943" y="1187192"/>
                  <a:pt x="1061020" y="1187192"/>
                </a:cubicBezTo>
                <a:close/>
                <a:moveTo>
                  <a:pt x="315448" y="1187192"/>
                </a:moveTo>
                <a:cubicBezTo>
                  <a:pt x="284525" y="1187192"/>
                  <a:pt x="259457" y="1212260"/>
                  <a:pt x="259457" y="1243183"/>
                </a:cubicBezTo>
                <a:lnTo>
                  <a:pt x="259457" y="1467141"/>
                </a:lnTo>
                <a:cubicBezTo>
                  <a:pt x="259457" y="1498064"/>
                  <a:pt x="284525" y="1523132"/>
                  <a:pt x="315448" y="1523132"/>
                </a:cubicBezTo>
                <a:lnTo>
                  <a:pt x="539406" y="1523132"/>
                </a:lnTo>
                <a:cubicBezTo>
                  <a:pt x="570329" y="1523132"/>
                  <a:pt x="595397" y="1498064"/>
                  <a:pt x="595397" y="1467141"/>
                </a:cubicBezTo>
                <a:lnTo>
                  <a:pt x="595397" y="1243183"/>
                </a:lnTo>
                <a:cubicBezTo>
                  <a:pt x="595397" y="1212260"/>
                  <a:pt x="570329" y="1187192"/>
                  <a:pt x="539406" y="1187192"/>
                </a:cubicBezTo>
                <a:close/>
                <a:moveTo>
                  <a:pt x="348041" y="163575"/>
                </a:moveTo>
                <a:cubicBezTo>
                  <a:pt x="275130" y="163575"/>
                  <a:pt x="216024" y="222681"/>
                  <a:pt x="216024" y="295592"/>
                </a:cubicBezTo>
                <a:lnTo>
                  <a:pt x="216024" y="823646"/>
                </a:lnTo>
                <a:cubicBezTo>
                  <a:pt x="216024" y="896557"/>
                  <a:pt x="275130" y="955663"/>
                  <a:pt x="348041" y="955663"/>
                </a:cubicBezTo>
                <a:lnTo>
                  <a:pt x="2100231" y="955663"/>
                </a:lnTo>
                <a:cubicBezTo>
                  <a:pt x="2173142" y="955663"/>
                  <a:pt x="2232248" y="896557"/>
                  <a:pt x="2232248" y="823646"/>
                </a:cubicBezTo>
                <a:lnTo>
                  <a:pt x="2232248" y="295592"/>
                </a:lnTo>
                <a:cubicBezTo>
                  <a:pt x="2232248" y="222681"/>
                  <a:pt x="2173142" y="163575"/>
                  <a:pt x="2100231" y="163575"/>
                </a:cubicBezTo>
                <a:close/>
                <a:moveTo>
                  <a:pt x="265172" y="0"/>
                </a:moveTo>
                <a:lnTo>
                  <a:pt x="2183100" y="0"/>
                </a:lnTo>
                <a:cubicBezTo>
                  <a:pt x="2329550" y="0"/>
                  <a:pt x="2448272" y="118722"/>
                  <a:pt x="2448272" y="265172"/>
                </a:cubicBezTo>
                <a:lnTo>
                  <a:pt x="2448272" y="2974828"/>
                </a:lnTo>
                <a:cubicBezTo>
                  <a:pt x="2448272" y="3121278"/>
                  <a:pt x="2329550" y="3240000"/>
                  <a:pt x="2183100" y="3240000"/>
                </a:cubicBezTo>
                <a:lnTo>
                  <a:pt x="265172" y="3240000"/>
                </a:lnTo>
                <a:cubicBezTo>
                  <a:pt x="118722" y="3240000"/>
                  <a:pt x="0" y="3121278"/>
                  <a:pt x="0" y="2974828"/>
                </a:cubicBezTo>
                <a:lnTo>
                  <a:pt x="0" y="265172"/>
                </a:lnTo>
                <a:cubicBezTo>
                  <a:pt x="0" y="118722"/>
                  <a:pt x="118722" y="0"/>
                  <a:pt x="26517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40" name="Rounded Rectangle 6">
            <a:extLst>
              <a:ext uri="{FF2B5EF4-FFF2-40B4-BE49-F238E27FC236}">
                <a16:creationId xmlns:a16="http://schemas.microsoft.com/office/drawing/2014/main" id="{57377BB8-9732-4078-B45C-4B9316DD2D9F}"/>
              </a:ext>
            </a:extLst>
          </p:cNvPr>
          <p:cNvSpPr/>
          <p:nvPr/>
        </p:nvSpPr>
        <p:spPr>
          <a:xfrm>
            <a:off x="5500643" y="4762609"/>
            <a:ext cx="345998" cy="351772"/>
          </a:xfrm>
          <a:custGeom>
            <a:avLst/>
            <a:gdLst/>
            <a:ahLst/>
            <a:cxnLst/>
            <a:rect l="l" t="t" r="r" b="b"/>
            <a:pathLst>
              <a:path w="3186824" h="3060919">
                <a:moveTo>
                  <a:pt x="1045874" y="2696689"/>
                </a:moveTo>
                <a:lnTo>
                  <a:pt x="2125874" y="2696689"/>
                </a:lnTo>
                <a:lnTo>
                  <a:pt x="2125874" y="2804689"/>
                </a:lnTo>
                <a:lnTo>
                  <a:pt x="1045874" y="2804689"/>
                </a:lnTo>
                <a:close/>
                <a:moveTo>
                  <a:pt x="1045874" y="2410468"/>
                </a:moveTo>
                <a:lnTo>
                  <a:pt x="2125874" y="2410468"/>
                </a:lnTo>
                <a:lnTo>
                  <a:pt x="2125874" y="2518468"/>
                </a:lnTo>
                <a:lnTo>
                  <a:pt x="1045874" y="2518468"/>
                </a:lnTo>
                <a:close/>
                <a:moveTo>
                  <a:pt x="1045874" y="2124247"/>
                </a:moveTo>
                <a:lnTo>
                  <a:pt x="2125874" y="2124247"/>
                </a:lnTo>
                <a:lnTo>
                  <a:pt x="2125874" y="2232247"/>
                </a:lnTo>
                <a:lnTo>
                  <a:pt x="1045874" y="2232247"/>
                </a:lnTo>
                <a:close/>
                <a:moveTo>
                  <a:pt x="902547" y="1956791"/>
                </a:moveTo>
                <a:lnTo>
                  <a:pt x="902547" y="2109191"/>
                </a:lnTo>
                <a:lnTo>
                  <a:pt x="902547" y="2185391"/>
                </a:lnTo>
                <a:lnTo>
                  <a:pt x="902547" y="2376263"/>
                </a:lnTo>
                <a:lnTo>
                  <a:pt x="902547" y="2973921"/>
                </a:lnTo>
                <a:lnTo>
                  <a:pt x="2284277" y="2973921"/>
                </a:lnTo>
                <a:lnTo>
                  <a:pt x="2284277" y="2376263"/>
                </a:lnTo>
                <a:lnTo>
                  <a:pt x="2284277" y="2185391"/>
                </a:lnTo>
                <a:lnTo>
                  <a:pt x="2284277" y="2109191"/>
                </a:lnTo>
                <a:lnTo>
                  <a:pt x="2284277" y="1956791"/>
                </a:lnTo>
                <a:close/>
                <a:moveTo>
                  <a:pt x="469172" y="1728191"/>
                </a:moveTo>
                <a:lnTo>
                  <a:pt x="469172" y="2185391"/>
                </a:lnTo>
                <a:lnTo>
                  <a:pt x="767127" y="2185391"/>
                </a:lnTo>
                <a:lnTo>
                  <a:pt x="767127" y="2109191"/>
                </a:lnTo>
                <a:lnTo>
                  <a:pt x="545372" y="2109191"/>
                </a:lnTo>
                <a:lnTo>
                  <a:pt x="545372" y="1804391"/>
                </a:lnTo>
                <a:lnTo>
                  <a:pt x="2641452" y="1804391"/>
                </a:lnTo>
                <a:lnTo>
                  <a:pt x="2641452" y="2109191"/>
                </a:lnTo>
                <a:lnTo>
                  <a:pt x="2419697" y="2109191"/>
                </a:lnTo>
                <a:lnTo>
                  <a:pt x="2419697" y="2185391"/>
                </a:lnTo>
                <a:lnTo>
                  <a:pt x="2717652" y="2185391"/>
                </a:lnTo>
                <a:lnTo>
                  <a:pt x="2717652" y="1728191"/>
                </a:lnTo>
                <a:close/>
                <a:moveTo>
                  <a:pt x="2819005" y="1350909"/>
                </a:moveTo>
                <a:cubicBezTo>
                  <a:pt x="2769294" y="1350909"/>
                  <a:pt x="2728995" y="1391208"/>
                  <a:pt x="2728995" y="1440919"/>
                </a:cubicBezTo>
                <a:cubicBezTo>
                  <a:pt x="2728995" y="1490630"/>
                  <a:pt x="2769294" y="1530929"/>
                  <a:pt x="2819005" y="1530929"/>
                </a:cubicBezTo>
                <a:cubicBezTo>
                  <a:pt x="2868716" y="1530929"/>
                  <a:pt x="2909015" y="1490630"/>
                  <a:pt x="2909015" y="1440919"/>
                </a:cubicBezTo>
                <a:cubicBezTo>
                  <a:pt x="2909015" y="1391208"/>
                  <a:pt x="2868716" y="1350909"/>
                  <a:pt x="2819005" y="1350909"/>
                </a:cubicBezTo>
                <a:close/>
                <a:moveTo>
                  <a:pt x="2509707" y="1350909"/>
                </a:moveTo>
                <a:cubicBezTo>
                  <a:pt x="2459996" y="1350909"/>
                  <a:pt x="2419697" y="1391208"/>
                  <a:pt x="2419697" y="1440919"/>
                </a:cubicBezTo>
                <a:cubicBezTo>
                  <a:pt x="2419697" y="1490630"/>
                  <a:pt x="2459996" y="1530929"/>
                  <a:pt x="2509707" y="1530929"/>
                </a:cubicBezTo>
                <a:cubicBezTo>
                  <a:pt x="2559418" y="1530929"/>
                  <a:pt x="2599717" y="1490630"/>
                  <a:pt x="2599717" y="1440919"/>
                </a:cubicBezTo>
                <a:cubicBezTo>
                  <a:pt x="2599717" y="1391208"/>
                  <a:pt x="2559418" y="1350909"/>
                  <a:pt x="2509707" y="1350909"/>
                </a:cubicBezTo>
                <a:close/>
                <a:moveTo>
                  <a:pt x="195993" y="1200328"/>
                </a:moveTo>
                <a:lnTo>
                  <a:pt x="2990831" y="1200328"/>
                </a:lnTo>
                <a:cubicBezTo>
                  <a:pt x="3099075" y="1200328"/>
                  <a:pt x="3186824" y="1288077"/>
                  <a:pt x="3186824" y="1396321"/>
                </a:cubicBezTo>
                <a:lnTo>
                  <a:pt x="3186824" y="2180270"/>
                </a:lnTo>
                <a:cubicBezTo>
                  <a:pt x="3186824" y="2288514"/>
                  <a:pt x="3099075" y="2376263"/>
                  <a:pt x="2990831" y="2376263"/>
                </a:cubicBezTo>
                <a:lnTo>
                  <a:pt x="2419697" y="2376263"/>
                </a:lnTo>
                <a:lnTo>
                  <a:pt x="2419697" y="3060919"/>
                </a:lnTo>
                <a:lnTo>
                  <a:pt x="767127" y="3060919"/>
                </a:lnTo>
                <a:lnTo>
                  <a:pt x="767127" y="2376263"/>
                </a:lnTo>
                <a:lnTo>
                  <a:pt x="195993" y="2376263"/>
                </a:lnTo>
                <a:cubicBezTo>
                  <a:pt x="87749" y="2376263"/>
                  <a:pt x="0" y="2288514"/>
                  <a:pt x="0" y="2180270"/>
                </a:cubicBezTo>
                <a:lnTo>
                  <a:pt x="0" y="1396321"/>
                </a:lnTo>
                <a:cubicBezTo>
                  <a:pt x="0" y="1288077"/>
                  <a:pt x="87749" y="1200328"/>
                  <a:pt x="195993" y="1200328"/>
                </a:cubicBezTo>
                <a:close/>
                <a:moveTo>
                  <a:pt x="767127" y="0"/>
                </a:moveTo>
                <a:lnTo>
                  <a:pt x="2419697" y="0"/>
                </a:lnTo>
                <a:lnTo>
                  <a:pt x="2419697" y="190589"/>
                </a:lnTo>
                <a:lnTo>
                  <a:pt x="2565249" y="190589"/>
                </a:lnTo>
                <a:cubicBezTo>
                  <a:pt x="2649419" y="190589"/>
                  <a:pt x="2717652" y="258822"/>
                  <a:pt x="2717652" y="342992"/>
                </a:cubicBezTo>
                <a:lnTo>
                  <a:pt x="2717652" y="1104989"/>
                </a:lnTo>
                <a:lnTo>
                  <a:pt x="2284277" y="1104989"/>
                </a:lnTo>
                <a:lnTo>
                  <a:pt x="2284277" y="1104128"/>
                </a:lnTo>
                <a:lnTo>
                  <a:pt x="2284277" y="190589"/>
                </a:lnTo>
                <a:lnTo>
                  <a:pt x="2284277" y="96523"/>
                </a:lnTo>
                <a:lnTo>
                  <a:pt x="902547" y="96523"/>
                </a:lnTo>
                <a:lnTo>
                  <a:pt x="902547" y="190589"/>
                </a:lnTo>
                <a:lnTo>
                  <a:pt x="902547" y="1104128"/>
                </a:lnTo>
                <a:lnTo>
                  <a:pt x="902547" y="1104989"/>
                </a:lnTo>
                <a:lnTo>
                  <a:pt x="469172" y="1104989"/>
                </a:lnTo>
                <a:lnTo>
                  <a:pt x="469172" y="342992"/>
                </a:lnTo>
                <a:cubicBezTo>
                  <a:pt x="469172" y="258822"/>
                  <a:pt x="537405" y="190589"/>
                  <a:pt x="621575" y="190589"/>
                </a:cubicBezTo>
                <a:lnTo>
                  <a:pt x="767127" y="19058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41" name="Rounded Rectangle 27">
            <a:extLst>
              <a:ext uri="{FF2B5EF4-FFF2-40B4-BE49-F238E27FC236}">
                <a16:creationId xmlns:a16="http://schemas.microsoft.com/office/drawing/2014/main" id="{3B0C89E6-78A4-4294-8B6C-33B495F4A563}"/>
              </a:ext>
            </a:extLst>
          </p:cNvPr>
          <p:cNvSpPr/>
          <p:nvPr/>
        </p:nvSpPr>
        <p:spPr>
          <a:xfrm>
            <a:off x="6322686" y="4782843"/>
            <a:ext cx="346396" cy="266079"/>
          </a:xfrm>
          <a:custGeom>
            <a:avLst/>
            <a:gdLst/>
            <a:ahLst/>
            <a:cxnLst/>
            <a:rect l="l" t="t" r="r" b="b"/>
            <a:pathLst>
              <a:path w="3186824" h="2447912">
                <a:moveTo>
                  <a:pt x="1917737" y="1021643"/>
                </a:moveTo>
                <a:cubicBezTo>
                  <a:pt x="2188548" y="1021643"/>
                  <a:pt x="2408083" y="1241178"/>
                  <a:pt x="2408083" y="1511989"/>
                </a:cubicBezTo>
                <a:cubicBezTo>
                  <a:pt x="2408083" y="1782800"/>
                  <a:pt x="2188548" y="2002335"/>
                  <a:pt x="1917737" y="2002335"/>
                </a:cubicBezTo>
                <a:cubicBezTo>
                  <a:pt x="1646926" y="2002335"/>
                  <a:pt x="1427391" y="1782800"/>
                  <a:pt x="1427391" y="1511989"/>
                </a:cubicBezTo>
                <a:cubicBezTo>
                  <a:pt x="1427391" y="1241178"/>
                  <a:pt x="1646926" y="1021643"/>
                  <a:pt x="1917737" y="1021643"/>
                </a:cubicBezTo>
                <a:close/>
                <a:moveTo>
                  <a:pt x="1917737" y="827913"/>
                </a:moveTo>
                <a:cubicBezTo>
                  <a:pt x="1539932" y="827913"/>
                  <a:pt x="1233661" y="1134184"/>
                  <a:pt x="1233661" y="1511989"/>
                </a:cubicBezTo>
                <a:cubicBezTo>
                  <a:pt x="1233661" y="1889794"/>
                  <a:pt x="1539932" y="2196065"/>
                  <a:pt x="1917737" y="2196065"/>
                </a:cubicBezTo>
                <a:cubicBezTo>
                  <a:pt x="2295542" y="2196065"/>
                  <a:pt x="2601813" y="1889794"/>
                  <a:pt x="2601813" y="1511989"/>
                </a:cubicBezTo>
                <a:cubicBezTo>
                  <a:pt x="2601813" y="1134184"/>
                  <a:pt x="2295542" y="827913"/>
                  <a:pt x="1917737" y="827913"/>
                </a:cubicBezTo>
                <a:close/>
                <a:moveTo>
                  <a:pt x="1112286" y="675885"/>
                </a:moveTo>
                <a:lnTo>
                  <a:pt x="1112286" y="830188"/>
                </a:lnTo>
                <a:lnTo>
                  <a:pt x="1328310" y="830188"/>
                </a:lnTo>
                <a:lnTo>
                  <a:pt x="1328310" y="675885"/>
                </a:lnTo>
                <a:close/>
                <a:moveTo>
                  <a:pt x="2586084" y="626422"/>
                </a:moveTo>
                <a:lnTo>
                  <a:pt x="2586084" y="830188"/>
                </a:lnTo>
                <a:lnTo>
                  <a:pt x="3001340" y="830188"/>
                </a:lnTo>
                <a:lnTo>
                  <a:pt x="3001340" y="626422"/>
                </a:lnTo>
                <a:close/>
                <a:moveTo>
                  <a:pt x="1593701" y="108218"/>
                </a:moveTo>
                <a:lnTo>
                  <a:pt x="1593701" y="432905"/>
                </a:lnTo>
                <a:lnTo>
                  <a:pt x="2241773" y="432905"/>
                </a:lnTo>
                <a:lnTo>
                  <a:pt x="2241773" y="108218"/>
                </a:lnTo>
                <a:close/>
                <a:moveTo>
                  <a:pt x="1452512" y="0"/>
                </a:moveTo>
                <a:lnTo>
                  <a:pt x="2382963" y="0"/>
                </a:lnTo>
                <a:cubicBezTo>
                  <a:pt x="2433311" y="0"/>
                  <a:pt x="2474127" y="40816"/>
                  <a:pt x="2474127" y="91164"/>
                </a:cubicBezTo>
                <a:lnTo>
                  <a:pt x="2474127" y="432905"/>
                </a:lnTo>
                <a:lnTo>
                  <a:pt x="2933014" y="432905"/>
                </a:lnTo>
                <a:cubicBezTo>
                  <a:pt x="3073189" y="432905"/>
                  <a:pt x="3186824" y="546540"/>
                  <a:pt x="3186824" y="686715"/>
                </a:cubicBezTo>
                <a:lnTo>
                  <a:pt x="3186824" y="2194102"/>
                </a:lnTo>
                <a:cubicBezTo>
                  <a:pt x="3186824" y="2334277"/>
                  <a:pt x="3073189" y="2447912"/>
                  <a:pt x="2933014" y="2447912"/>
                </a:cubicBezTo>
                <a:lnTo>
                  <a:pt x="253810" y="2447912"/>
                </a:lnTo>
                <a:cubicBezTo>
                  <a:pt x="113635" y="2447912"/>
                  <a:pt x="0" y="2334277"/>
                  <a:pt x="0" y="2194102"/>
                </a:cubicBezTo>
                <a:lnTo>
                  <a:pt x="0" y="686715"/>
                </a:lnTo>
                <a:cubicBezTo>
                  <a:pt x="0" y="546540"/>
                  <a:pt x="113635" y="432905"/>
                  <a:pt x="253810" y="432905"/>
                </a:cubicBezTo>
                <a:lnTo>
                  <a:pt x="307082" y="432905"/>
                </a:lnTo>
                <a:lnTo>
                  <a:pt x="307082" y="313169"/>
                </a:lnTo>
                <a:cubicBezTo>
                  <a:pt x="307082" y="287995"/>
                  <a:pt x="327490" y="267587"/>
                  <a:pt x="352664" y="267587"/>
                </a:cubicBezTo>
                <a:lnTo>
                  <a:pt x="817888" y="267587"/>
                </a:lnTo>
                <a:cubicBezTo>
                  <a:pt x="843062" y="267587"/>
                  <a:pt x="863470" y="287995"/>
                  <a:pt x="863470" y="313169"/>
                </a:cubicBezTo>
                <a:lnTo>
                  <a:pt x="863470" y="432905"/>
                </a:lnTo>
                <a:lnTo>
                  <a:pt x="1361348" y="432905"/>
                </a:lnTo>
                <a:lnTo>
                  <a:pt x="1361348" y="91164"/>
                </a:lnTo>
                <a:cubicBezTo>
                  <a:pt x="1361348" y="40816"/>
                  <a:pt x="1402164" y="0"/>
                  <a:pt x="145251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3" name="Rectangle 2"/>
          <p:cNvSpPr/>
          <p:nvPr/>
        </p:nvSpPr>
        <p:spPr>
          <a:xfrm>
            <a:off x="-94593" y="1504406"/>
            <a:ext cx="10223788" cy="3671646"/>
          </a:xfrm>
          <a:prstGeom prst="rect">
            <a:avLst/>
          </a:prstGeom>
        </p:spPr>
        <p:txBody>
          <a:bodyPr wrap="square">
            <a:spAutoFit/>
          </a:bodyPr>
          <a:lstStyle/>
          <a:p>
            <a:pPr marL="556260" indent="-285750" algn="just">
              <a:lnSpc>
                <a:spcPct val="200000"/>
              </a:lnSpc>
              <a:spcAft>
                <a:spcPts val="800"/>
              </a:spcAft>
              <a:buFont typeface="Wingdings" panose="05000000000000000000" pitchFamily="2" charset="2"/>
              <a:buChar char="q"/>
              <a:tabLst>
                <a:tab pos="1762125" algn="l"/>
              </a:tabLst>
            </a:pPr>
            <a:r>
              <a:rPr lang="en-ID" sz="2400" dirty="0" err="1">
                <a:effectLst/>
                <a:latin typeface="+mj-lt"/>
                <a:ea typeface="Calibri" panose="020F0502020204030204" pitchFamily="34" charset="0"/>
                <a:cs typeface="Times New Roman" panose="02020603050405020304" pitchFamily="18" charset="0"/>
              </a:rPr>
              <a:t>Berdasarkan</a:t>
            </a:r>
            <a:r>
              <a:rPr lang="en-ID" sz="2400" dirty="0">
                <a:effectLst/>
                <a:latin typeface="+mj-lt"/>
                <a:ea typeface="Calibri" panose="020F0502020204030204" pitchFamily="34" charset="0"/>
                <a:cs typeface="Times New Roman" panose="02020603050405020304" pitchFamily="18" charset="0"/>
              </a:rPr>
              <a:t> </a:t>
            </a:r>
            <a:r>
              <a:rPr lang="en-ID" sz="2400" dirty="0" err="1">
                <a:effectLst/>
                <a:latin typeface="+mj-lt"/>
                <a:ea typeface="Calibri" panose="020F0502020204030204" pitchFamily="34" charset="0"/>
                <a:cs typeface="Times New Roman" panose="02020603050405020304" pitchFamily="18" charset="0"/>
              </a:rPr>
              <a:t>permasalahan</a:t>
            </a:r>
            <a:r>
              <a:rPr lang="en-ID" sz="2400" dirty="0">
                <a:effectLst/>
                <a:latin typeface="+mj-lt"/>
                <a:ea typeface="Calibri" panose="020F0502020204030204" pitchFamily="34" charset="0"/>
                <a:cs typeface="Times New Roman" panose="02020603050405020304" pitchFamily="18" charset="0"/>
              </a:rPr>
              <a:t> yang </a:t>
            </a:r>
            <a:r>
              <a:rPr lang="en-ID" sz="2400" dirty="0" err="1">
                <a:effectLst/>
                <a:latin typeface="+mj-lt"/>
                <a:ea typeface="Calibri" panose="020F0502020204030204" pitchFamily="34" charset="0"/>
                <a:cs typeface="Times New Roman" panose="02020603050405020304" pitchFamily="18" charset="0"/>
              </a:rPr>
              <a:t>dijelaskan</a:t>
            </a:r>
            <a:r>
              <a:rPr lang="en-ID" sz="2400" dirty="0">
                <a:effectLst/>
                <a:latin typeface="+mj-lt"/>
                <a:ea typeface="Calibri" panose="020F0502020204030204" pitchFamily="34" charset="0"/>
                <a:cs typeface="Times New Roman" panose="02020603050405020304" pitchFamily="18" charset="0"/>
              </a:rPr>
              <a:t>, </a:t>
            </a:r>
            <a:r>
              <a:rPr lang="en-ID" sz="2400" dirty="0" err="1">
                <a:effectLst/>
                <a:latin typeface="+mj-lt"/>
                <a:ea typeface="Calibri" panose="020F0502020204030204" pitchFamily="34" charset="0"/>
                <a:cs typeface="Times New Roman" panose="02020603050405020304" pitchFamily="18" charset="0"/>
              </a:rPr>
              <a:t>maka</a:t>
            </a:r>
            <a:r>
              <a:rPr lang="en-ID" sz="2400" dirty="0">
                <a:effectLst/>
                <a:latin typeface="+mj-lt"/>
                <a:ea typeface="Calibri" panose="020F0502020204030204" pitchFamily="34" charset="0"/>
                <a:cs typeface="Times New Roman" panose="02020603050405020304" pitchFamily="18" charset="0"/>
              </a:rPr>
              <a:t> </a:t>
            </a:r>
            <a:r>
              <a:rPr lang="en-ID" sz="2400" dirty="0" err="1">
                <a:effectLst/>
                <a:latin typeface="+mj-lt"/>
                <a:ea typeface="Calibri" panose="020F0502020204030204" pitchFamily="34" charset="0"/>
                <a:cs typeface="Times New Roman" panose="02020603050405020304" pitchFamily="18" charset="0"/>
              </a:rPr>
              <a:t>tujuan</a:t>
            </a:r>
            <a:r>
              <a:rPr lang="en-ID" sz="2400" dirty="0">
                <a:effectLst/>
                <a:latin typeface="+mj-lt"/>
                <a:ea typeface="Calibri" panose="020F0502020204030204" pitchFamily="34" charset="0"/>
                <a:cs typeface="Times New Roman" panose="02020603050405020304" pitchFamily="18" charset="0"/>
              </a:rPr>
              <a:t> </a:t>
            </a:r>
            <a:r>
              <a:rPr lang="en-ID" sz="2400" dirty="0" err="1">
                <a:effectLst/>
                <a:latin typeface="+mj-lt"/>
                <a:ea typeface="Calibri" panose="020F0502020204030204" pitchFamily="34" charset="0"/>
                <a:cs typeface="Times New Roman" panose="02020603050405020304" pitchFamily="18" charset="0"/>
              </a:rPr>
              <a:t>dari</a:t>
            </a:r>
            <a:r>
              <a:rPr lang="en-ID" sz="2400" dirty="0">
                <a:effectLst/>
                <a:latin typeface="+mj-lt"/>
                <a:ea typeface="Calibri" panose="020F0502020204030204" pitchFamily="34" charset="0"/>
                <a:cs typeface="Times New Roman" panose="02020603050405020304" pitchFamily="18" charset="0"/>
              </a:rPr>
              <a:t> </a:t>
            </a:r>
            <a:r>
              <a:rPr lang="en-ID" sz="2400" dirty="0" err="1">
                <a:effectLst/>
                <a:latin typeface="+mj-lt"/>
                <a:ea typeface="Calibri" panose="020F0502020204030204" pitchFamily="34" charset="0"/>
                <a:cs typeface="Times New Roman" panose="02020603050405020304" pitchFamily="18" charset="0"/>
              </a:rPr>
              <a:t>penelitian</a:t>
            </a:r>
            <a:r>
              <a:rPr lang="en-ID" sz="2400" dirty="0">
                <a:effectLst/>
                <a:latin typeface="+mj-lt"/>
                <a:ea typeface="Calibri" panose="020F0502020204030204" pitchFamily="34" charset="0"/>
                <a:cs typeface="Times New Roman" panose="02020603050405020304" pitchFamily="18" charset="0"/>
              </a:rPr>
              <a:t> </a:t>
            </a:r>
            <a:r>
              <a:rPr lang="en-ID" sz="2400" dirty="0" err="1">
                <a:effectLst/>
                <a:latin typeface="+mj-lt"/>
                <a:ea typeface="Calibri" panose="020F0502020204030204" pitchFamily="34" charset="0"/>
                <a:cs typeface="Times New Roman" panose="02020603050405020304" pitchFamily="18" charset="0"/>
              </a:rPr>
              <a:t>ini</a:t>
            </a:r>
            <a:r>
              <a:rPr lang="en-ID" sz="2400" dirty="0">
                <a:effectLst/>
                <a:latin typeface="+mj-lt"/>
                <a:ea typeface="Calibri" panose="020F0502020204030204" pitchFamily="34" charset="0"/>
                <a:cs typeface="Times New Roman" panose="02020603050405020304" pitchFamily="18" charset="0"/>
              </a:rPr>
              <a:t> </a:t>
            </a:r>
            <a:r>
              <a:rPr lang="en-ID" sz="2400" dirty="0" err="1">
                <a:effectLst/>
                <a:latin typeface="+mj-lt"/>
                <a:ea typeface="Calibri" panose="020F0502020204030204" pitchFamily="34" charset="0"/>
                <a:cs typeface="Times New Roman" panose="02020603050405020304" pitchFamily="18" charset="0"/>
              </a:rPr>
              <a:t>adalah</a:t>
            </a:r>
            <a:r>
              <a:rPr lang="id-ID" sz="2400" dirty="0">
                <a:latin typeface="+mj-lt"/>
                <a:ea typeface="Calibri" panose="020F0502020204030204" pitchFamily="34" charset="0"/>
                <a:cs typeface="Times New Roman" panose="02020603050405020304" pitchFamily="18" charset="0"/>
              </a:rPr>
              <a:t> </a:t>
            </a:r>
            <a:r>
              <a:rPr lang="en-ID" sz="2400" dirty="0" err="1">
                <a:effectLst/>
                <a:latin typeface="+mj-lt"/>
                <a:ea typeface="Calibri" panose="020F0502020204030204" pitchFamily="34" charset="0"/>
                <a:cs typeface="Times New Roman" panose="02020603050405020304" pitchFamily="18" charset="0"/>
              </a:rPr>
              <a:t>Membuat</a:t>
            </a:r>
            <a:r>
              <a:rPr lang="en-ID" sz="2400" dirty="0">
                <a:effectLst/>
                <a:latin typeface="+mj-lt"/>
                <a:ea typeface="Calibri" panose="020F0502020204030204" pitchFamily="34" charset="0"/>
                <a:cs typeface="Times New Roman" panose="02020603050405020304" pitchFamily="18" charset="0"/>
              </a:rPr>
              <a:t> </a:t>
            </a:r>
            <a:r>
              <a:rPr lang="en-ID" sz="2400" dirty="0" err="1">
                <a:effectLst/>
                <a:latin typeface="+mj-lt"/>
                <a:ea typeface="Calibri" panose="020F0502020204030204" pitchFamily="34" charset="0"/>
                <a:cs typeface="Times New Roman" panose="02020603050405020304" pitchFamily="18" charset="0"/>
              </a:rPr>
              <a:t>sebuah</a:t>
            </a:r>
            <a:r>
              <a:rPr lang="en-ID" sz="2400" dirty="0">
                <a:effectLst/>
                <a:latin typeface="+mj-lt"/>
                <a:ea typeface="Calibri" panose="020F0502020204030204" pitchFamily="34" charset="0"/>
                <a:cs typeface="Times New Roman" panose="02020603050405020304" pitchFamily="18" charset="0"/>
              </a:rPr>
              <a:t> </a:t>
            </a:r>
            <a:r>
              <a:rPr lang="en-ID" sz="2400" dirty="0" err="1">
                <a:effectLst/>
                <a:latin typeface="+mj-lt"/>
                <a:ea typeface="Calibri" panose="020F0502020204030204" pitchFamily="34" charset="0"/>
                <a:cs typeface="Times New Roman" panose="02020603050405020304" pitchFamily="18" charset="0"/>
              </a:rPr>
              <a:t>sistem</a:t>
            </a:r>
            <a:r>
              <a:rPr lang="en-ID" sz="2400" dirty="0">
                <a:effectLst/>
                <a:latin typeface="+mj-lt"/>
                <a:ea typeface="Calibri" panose="020F0502020204030204" pitchFamily="34" charset="0"/>
                <a:cs typeface="Times New Roman" panose="02020603050405020304" pitchFamily="18" charset="0"/>
              </a:rPr>
              <a:t> yang </a:t>
            </a:r>
            <a:r>
              <a:rPr lang="en-ID" sz="2400" dirty="0" err="1">
                <a:effectLst/>
                <a:latin typeface="+mj-lt"/>
                <a:ea typeface="Calibri" panose="020F0502020204030204" pitchFamily="34" charset="0"/>
                <a:cs typeface="Times New Roman" panose="02020603050405020304" pitchFamily="18" charset="0"/>
              </a:rPr>
              <a:t>mampu</a:t>
            </a:r>
            <a:r>
              <a:rPr lang="en-ID" sz="2400" dirty="0">
                <a:effectLst/>
                <a:latin typeface="+mj-lt"/>
                <a:ea typeface="Calibri" panose="020F0502020204030204" pitchFamily="34" charset="0"/>
                <a:cs typeface="Times New Roman" panose="02020603050405020304" pitchFamily="18" charset="0"/>
              </a:rPr>
              <a:t> </a:t>
            </a:r>
            <a:r>
              <a:rPr lang="id-ID" sz="2400" dirty="0">
                <a:effectLst/>
                <a:latin typeface="+mj-lt"/>
                <a:ea typeface="Calibri" panose="020F0502020204030204" pitchFamily="34" charset="0"/>
                <a:cs typeface="Times New Roman" panose="02020603050405020304" pitchFamily="18" charset="0"/>
              </a:rPr>
              <a:t>memudahkan guru dalam melakukan pengambilan keputusan, memilih Siswa berprestasi </a:t>
            </a:r>
            <a:r>
              <a:rPr lang="en-ID" sz="2400" dirty="0" err="1">
                <a:effectLst/>
                <a:latin typeface="+mj-lt"/>
                <a:ea typeface="Calibri" panose="020F0502020204030204" pitchFamily="34" charset="0"/>
                <a:cs typeface="Times New Roman" panose="02020603050405020304" pitchFamily="18" charset="0"/>
              </a:rPr>
              <a:t>menggunakan</a:t>
            </a:r>
            <a:r>
              <a:rPr lang="en-ID" sz="2400" dirty="0">
                <a:effectLst/>
                <a:latin typeface="+mj-lt"/>
                <a:ea typeface="Calibri" panose="020F0502020204030204" pitchFamily="34" charset="0"/>
                <a:cs typeface="Times New Roman" panose="02020603050405020304" pitchFamily="18" charset="0"/>
              </a:rPr>
              <a:t> </a:t>
            </a:r>
            <a:r>
              <a:rPr lang="en-ID" sz="2400" dirty="0" err="1">
                <a:effectLst/>
                <a:latin typeface="+mj-lt"/>
                <a:ea typeface="Calibri" panose="020F0502020204030204" pitchFamily="34" charset="0"/>
                <a:cs typeface="Times New Roman" panose="02020603050405020304" pitchFamily="18" charset="0"/>
              </a:rPr>
              <a:t>metode</a:t>
            </a:r>
            <a:r>
              <a:rPr lang="en-ID" sz="2400" dirty="0">
                <a:effectLst/>
                <a:latin typeface="+mj-lt"/>
                <a:ea typeface="Calibri" panose="020F0502020204030204" pitchFamily="34" charset="0"/>
                <a:cs typeface="Times New Roman" panose="02020603050405020304" pitchFamily="18" charset="0"/>
              </a:rPr>
              <a:t> </a:t>
            </a:r>
            <a:r>
              <a:rPr lang="id-ID" sz="2400" dirty="0">
                <a:effectLst/>
                <a:latin typeface="+mj-lt"/>
                <a:ea typeface="Calibri" panose="020F0502020204030204" pitchFamily="34" charset="0"/>
                <a:cs typeface="Times New Roman" panose="02020603050405020304" pitchFamily="18" charset="0"/>
              </a:rPr>
              <a:t>AHP</a:t>
            </a:r>
            <a:r>
              <a:rPr lang="en-ID" sz="2400" dirty="0">
                <a:effectLst/>
                <a:latin typeface="+mj-lt"/>
                <a:ea typeface="Calibri" panose="020F0502020204030204" pitchFamily="34" charset="0"/>
                <a:cs typeface="Times New Roman" panose="02020603050405020304" pitchFamily="18" charset="0"/>
              </a:rPr>
              <a:t> dan</a:t>
            </a:r>
            <a:r>
              <a:rPr lang="id-ID" sz="2400" dirty="0">
                <a:effectLst/>
                <a:latin typeface="+mj-lt"/>
                <a:ea typeface="Calibri" panose="020F0502020204030204" pitchFamily="34" charset="0"/>
                <a:cs typeface="Times New Roman" panose="02020603050405020304" pitchFamily="18" charset="0"/>
              </a:rPr>
              <a:t> Promethee.</a:t>
            </a:r>
          </a:p>
        </p:txBody>
      </p:sp>
    </p:spTree>
    <p:extLst>
      <p:ext uri="{BB962C8B-B14F-4D97-AF65-F5344CB8AC3E}">
        <p14:creationId xmlns:p14="http://schemas.microsoft.com/office/powerpoint/2010/main" val="37488444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FF6F8DA-76DC-42AE-9949-A0D46A66577D}"/>
              </a:ext>
            </a:extLst>
          </p:cNvPr>
          <p:cNvSpPr>
            <a:spLocks noGrp="1"/>
          </p:cNvSpPr>
          <p:nvPr>
            <p:ph type="body" sz="quarter" idx="10"/>
          </p:nvPr>
        </p:nvSpPr>
        <p:spPr>
          <a:xfrm>
            <a:off x="680343" y="426955"/>
            <a:ext cx="11219558" cy="724247"/>
          </a:xfrm>
        </p:spPr>
        <p:txBody>
          <a:bodyPr>
            <a:normAutofit fontScale="92500" lnSpcReduction="20000"/>
          </a:bodyPr>
          <a:lstStyle/>
          <a:p>
            <a:r>
              <a:rPr lang="en-US" dirty="0" err="1"/>
              <a:t>Metode</a:t>
            </a:r>
            <a:r>
              <a:rPr lang="en-US" dirty="0"/>
              <a:t> Yang </a:t>
            </a:r>
            <a:r>
              <a:rPr lang="en-US" dirty="0" err="1"/>
              <a:t>Digunakan</a:t>
            </a:r>
            <a:endParaRPr lang="en-US" dirty="0">
              <a:solidFill>
                <a:schemeClr val="accent1"/>
              </a:solidFill>
            </a:endParaRPr>
          </a:p>
        </p:txBody>
      </p:sp>
      <p:sp>
        <p:nvSpPr>
          <p:cNvPr id="39" name="Rounded Rectangle 10">
            <a:extLst>
              <a:ext uri="{FF2B5EF4-FFF2-40B4-BE49-F238E27FC236}">
                <a16:creationId xmlns:a16="http://schemas.microsoft.com/office/drawing/2014/main" id="{74426D57-CD22-49EE-A78D-D8242052321B}"/>
              </a:ext>
            </a:extLst>
          </p:cNvPr>
          <p:cNvSpPr/>
          <p:nvPr/>
        </p:nvSpPr>
        <p:spPr>
          <a:xfrm>
            <a:off x="5545033" y="5565030"/>
            <a:ext cx="254160" cy="336352"/>
          </a:xfrm>
          <a:custGeom>
            <a:avLst/>
            <a:gdLst/>
            <a:ahLst/>
            <a:cxnLst/>
            <a:rect l="l" t="t" r="r" b="b"/>
            <a:pathLst>
              <a:path w="2448272" h="3240000">
                <a:moveTo>
                  <a:pt x="1358676" y="2676152"/>
                </a:moveTo>
                <a:cubicBezTo>
                  <a:pt x="1327753" y="2676152"/>
                  <a:pt x="1302685" y="2701220"/>
                  <a:pt x="1302685" y="2732143"/>
                </a:cubicBezTo>
                <a:lnTo>
                  <a:pt x="1302685" y="2956101"/>
                </a:lnTo>
                <a:cubicBezTo>
                  <a:pt x="1302685" y="2987024"/>
                  <a:pt x="1327753" y="3012092"/>
                  <a:pt x="1358676" y="3012092"/>
                </a:cubicBezTo>
                <a:lnTo>
                  <a:pt x="1582634" y="3012092"/>
                </a:lnTo>
                <a:cubicBezTo>
                  <a:pt x="1613557" y="3012092"/>
                  <a:pt x="1638625" y="2987024"/>
                  <a:pt x="1638625" y="2956101"/>
                </a:cubicBezTo>
                <a:lnTo>
                  <a:pt x="1638625" y="2732143"/>
                </a:lnTo>
                <a:cubicBezTo>
                  <a:pt x="1638625" y="2701220"/>
                  <a:pt x="1613557" y="2676152"/>
                  <a:pt x="1582634" y="2676152"/>
                </a:cubicBezTo>
                <a:close/>
                <a:moveTo>
                  <a:pt x="837062" y="2676152"/>
                </a:moveTo>
                <a:cubicBezTo>
                  <a:pt x="806139" y="2676152"/>
                  <a:pt x="781071" y="2701220"/>
                  <a:pt x="781071" y="2732143"/>
                </a:cubicBezTo>
                <a:lnTo>
                  <a:pt x="781071" y="2956101"/>
                </a:lnTo>
                <a:cubicBezTo>
                  <a:pt x="781071" y="2987024"/>
                  <a:pt x="806139" y="3012092"/>
                  <a:pt x="837062" y="3012092"/>
                </a:cubicBezTo>
                <a:lnTo>
                  <a:pt x="1061020" y="3012092"/>
                </a:lnTo>
                <a:cubicBezTo>
                  <a:pt x="1091943" y="3012092"/>
                  <a:pt x="1117011" y="2987024"/>
                  <a:pt x="1117011" y="2956101"/>
                </a:cubicBezTo>
                <a:lnTo>
                  <a:pt x="1117011" y="2732143"/>
                </a:lnTo>
                <a:cubicBezTo>
                  <a:pt x="1117011" y="2701220"/>
                  <a:pt x="1091943" y="2676152"/>
                  <a:pt x="1061020" y="2676152"/>
                </a:cubicBezTo>
                <a:close/>
                <a:moveTo>
                  <a:pt x="315448" y="2676152"/>
                </a:moveTo>
                <a:cubicBezTo>
                  <a:pt x="284525" y="2676152"/>
                  <a:pt x="259457" y="2701220"/>
                  <a:pt x="259457" y="2732143"/>
                </a:cubicBezTo>
                <a:lnTo>
                  <a:pt x="259457" y="2956101"/>
                </a:lnTo>
                <a:cubicBezTo>
                  <a:pt x="259457" y="2987024"/>
                  <a:pt x="284525" y="3012092"/>
                  <a:pt x="315448" y="3012092"/>
                </a:cubicBezTo>
                <a:lnTo>
                  <a:pt x="539406" y="3012092"/>
                </a:lnTo>
                <a:cubicBezTo>
                  <a:pt x="570329" y="3012092"/>
                  <a:pt x="595397" y="2987024"/>
                  <a:pt x="595397" y="2956101"/>
                </a:cubicBezTo>
                <a:lnTo>
                  <a:pt x="595397" y="2732143"/>
                </a:lnTo>
                <a:cubicBezTo>
                  <a:pt x="595397" y="2701220"/>
                  <a:pt x="570329" y="2676152"/>
                  <a:pt x="539406" y="2676152"/>
                </a:cubicBezTo>
                <a:close/>
                <a:moveTo>
                  <a:pt x="1880291" y="2179832"/>
                </a:moveTo>
                <a:cubicBezTo>
                  <a:pt x="1849368" y="2179832"/>
                  <a:pt x="1824300" y="2204900"/>
                  <a:pt x="1824300" y="2235823"/>
                </a:cubicBezTo>
                <a:lnTo>
                  <a:pt x="1824300" y="2956101"/>
                </a:lnTo>
                <a:cubicBezTo>
                  <a:pt x="1824300" y="2987024"/>
                  <a:pt x="1849368" y="3012092"/>
                  <a:pt x="1880291" y="3012092"/>
                </a:cubicBezTo>
                <a:lnTo>
                  <a:pt x="2104249" y="3012092"/>
                </a:lnTo>
                <a:cubicBezTo>
                  <a:pt x="2135172" y="3012092"/>
                  <a:pt x="2160240" y="2987024"/>
                  <a:pt x="2160240" y="2956101"/>
                </a:cubicBezTo>
                <a:lnTo>
                  <a:pt x="2160240" y="2235823"/>
                </a:lnTo>
                <a:cubicBezTo>
                  <a:pt x="2160240" y="2204900"/>
                  <a:pt x="2135172" y="2179832"/>
                  <a:pt x="2104249" y="2179832"/>
                </a:cubicBezTo>
                <a:close/>
                <a:moveTo>
                  <a:pt x="1358676" y="2179832"/>
                </a:moveTo>
                <a:cubicBezTo>
                  <a:pt x="1327753" y="2179832"/>
                  <a:pt x="1302685" y="2204900"/>
                  <a:pt x="1302685" y="2235823"/>
                </a:cubicBezTo>
                <a:lnTo>
                  <a:pt x="1302685" y="2459781"/>
                </a:lnTo>
                <a:cubicBezTo>
                  <a:pt x="1302685" y="2490704"/>
                  <a:pt x="1327753" y="2515772"/>
                  <a:pt x="1358676" y="2515772"/>
                </a:cubicBezTo>
                <a:lnTo>
                  <a:pt x="1582634" y="2515772"/>
                </a:lnTo>
                <a:cubicBezTo>
                  <a:pt x="1613557" y="2515772"/>
                  <a:pt x="1638625" y="2490704"/>
                  <a:pt x="1638625" y="2459781"/>
                </a:cubicBezTo>
                <a:lnTo>
                  <a:pt x="1638625" y="2235823"/>
                </a:lnTo>
                <a:cubicBezTo>
                  <a:pt x="1638625" y="2204900"/>
                  <a:pt x="1613557" y="2179832"/>
                  <a:pt x="1582634" y="2179832"/>
                </a:cubicBezTo>
                <a:close/>
                <a:moveTo>
                  <a:pt x="837062" y="2179832"/>
                </a:moveTo>
                <a:cubicBezTo>
                  <a:pt x="806139" y="2179832"/>
                  <a:pt x="781071" y="2204900"/>
                  <a:pt x="781071" y="2235823"/>
                </a:cubicBezTo>
                <a:lnTo>
                  <a:pt x="781071" y="2459781"/>
                </a:lnTo>
                <a:cubicBezTo>
                  <a:pt x="781071" y="2490704"/>
                  <a:pt x="806139" y="2515772"/>
                  <a:pt x="837062" y="2515772"/>
                </a:cubicBezTo>
                <a:lnTo>
                  <a:pt x="1061020" y="2515772"/>
                </a:lnTo>
                <a:cubicBezTo>
                  <a:pt x="1091943" y="2515772"/>
                  <a:pt x="1117011" y="2490704"/>
                  <a:pt x="1117011" y="2459781"/>
                </a:cubicBezTo>
                <a:lnTo>
                  <a:pt x="1117011" y="2235823"/>
                </a:lnTo>
                <a:cubicBezTo>
                  <a:pt x="1117011" y="2204900"/>
                  <a:pt x="1091943" y="2179832"/>
                  <a:pt x="1061020" y="2179832"/>
                </a:cubicBezTo>
                <a:close/>
                <a:moveTo>
                  <a:pt x="315448" y="2179832"/>
                </a:moveTo>
                <a:cubicBezTo>
                  <a:pt x="284525" y="2179832"/>
                  <a:pt x="259457" y="2204900"/>
                  <a:pt x="259457" y="2235823"/>
                </a:cubicBezTo>
                <a:lnTo>
                  <a:pt x="259457" y="2459781"/>
                </a:lnTo>
                <a:cubicBezTo>
                  <a:pt x="259457" y="2490704"/>
                  <a:pt x="284525" y="2515772"/>
                  <a:pt x="315448" y="2515772"/>
                </a:cubicBezTo>
                <a:lnTo>
                  <a:pt x="539406" y="2515772"/>
                </a:lnTo>
                <a:cubicBezTo>
                  <a:pt x="570329" y="2515772"/>
                  <a:pt x="595397" y="2490704"/>
                  <a:pt x="595397" y="2459781"/>
                </a:cubicBezTo>
                <a:lnTo>
                  <a:pt x="595397" y="2235823"/>
                </a:lnTo>
                <a:cubicBezTo>
                  <a:pt x="595397" y="2204900"/>
                  <a:pt x="570329" y="2179832"/>
                  <a:pt x="539406" y="2179832"/>
                </a:cubicBezTo>
                <a:close/>
                <a:moveTo>
                  <a:pt x="1880291" y="1683512"/>
                </a:moveTo>
                <a:cubicBezTo>
                  <a:pt x="1849368" y="1683512"/>
                  <a:pt x="1824300" y="1708580"/>
                  <a:pt x="1824300" y="1739503"/>
                </a:cubicBezTo>
                <a:lnTo>
                  <a:pt x="1824300" y="1963461"/>
                </a:lnTo>
                <a:cubicBezTo>
                  <a:pt x="1824300" y="1994384"/>
                  <a:pt x="1849368" y="2019452"/>
                  <a:pt x="1880291" y="2019452"/>
                </a:cubicBezTo>
                <a:lnTo>
                  <a:pt x="2104249" y="2019452"/>
                </a:lnTo>
                <a:cubicBezTo>
                  <a:pt x="2135172" y="2019452"/>
                  <a:pt x="2160240" y="1994384"/>
                  <a:pt x="2160240" y="1963461"/>
                </a:cubicBezTo>
                <a:lnTo>
                  <a:pt x="2160240" y="1739503"/>
                </a:lnTo>
                <a:cubicBezTo>
                  <a:pt x="2160240" y="1708580"/>
                  <a:pt x="2135172" y="1683512"/>
                  <a:pt x="2104249" y="1683512"/>
                </a:cubicBezTo>
                <a:close/>
                <a:moveTo>
                  <a:pt x="1358676" y="1683512"/>
                </a:moveTo>
                <a:cubicBezTo>
                  <a:pt x="1327753" y="1683512"/>
                  <a:pt x="1302685" y="1708580"/>
                  <a:pt x="1302685" y="1739503"/>
                </a:cubicBezTo>
                <a:lnTo>
                  <a:pt x="1302685" y="1963461"/>
                </a:lnTo>
                <a:cubicBezTo>
                  <a:pt x="1302685" y="1994384"/>
                  <a:pt x="1327753" y="2019452"/>
                  <a:pt x="1358676" y="2019452"/>
                </a:cubicBezTo>
                <a:lnTo>
                  <a:pt x="1582634" y="2019452"/>
                </a:lnTo>
                <a:cubicBezTo>
                  <a:pt x="1613557" y="2019452"/>
                  <a:pt x="1638625" y="1994384"/>
                  <a:pt x="1638625" y="1963461"/>
                </a:cubicBezTo>
                <a:lnTo>
                  <a:pt x="1638625" y="1739503"/>
                </a:lnTo>
                <a:cubicBezTo>
                  <a:pt x="1638625" y="1708580"/>
                  <a:pt x="1613557" y="1683512"/>
                  <a:pt x="1582634" y="1683512"/>
                </a:cubicBezTo>
                <a:close/>
                <a:moveTo>
                  <a:pt x="837062" y="1683512"/>
                </a:moveTo>
                <a:cubicBezTo>
                  <a:pt x="806139" y="1683512"/>
                  <a:pt x="781071" y="1708580"/>
                  <a:pt x="781071" y="1739503"/>
                </a:cubicBezTo>
                <a:lnTo>
                  <a:pt x="781071" y="1963461"/>
                </a:lnTo>
                <a:cubicBezTo>
                  <a:pt x="781071" y="1994384"/>
                  <a:pt x="806139" y="2019452"/>
                  <a:pt x="837062" y="2019452"/>
                </a:cubicBezTo>
                <a:lnTo>
                  <a:pt x="1061020" y="2019452"/>
                </a:lnTo>
                <a:cubicBezTo>
                  <a:pt x="1091943" y="2019452"/>
                  <a:pt x="1117011" y="1994384"/>
                  <a:pt x="1117011" y="1963461"/>
                </a:cubicBezTo>
                <a:lnTo>
                  <a:pt x="1117011" y="1739503"/>
                </a:lnTo>
                <a:cubicBezTo>
                  <a:pt x="1117011" y="1708580"/>
                  <a:pt x="1091943" y="1683512"/>
                  <a:pt x="1061020" y="1683512"/>
                </a:cubicBezTo>
                <a:close/>
                <a:moveTo>
                  <a:pt x="315448" y="1683512"/>
                </a:moveTo>
                <a:cubicBezTo>
                  <a:pt x="284525" y="1683512"/>
                  <a:pt x="259457" y="1708580"/>
                  <a:pt x="259457" y="1739503"/>
                </a:cubicBezTo>
                <a:lnTo>
                  <a:pt x="259457" y="1963461"/>
                </a:lnTo>
                <a:cubicBezTo>
                  <a:pt x="259457" y="1994384"/>
                  <a:pt x="284525" y="2019452"/>
                  <a:pt x="315448" y="2019452"/>
                </a:cubicBezTo>
                <a:lnTo>
                  <a:pt x="539406" y="2019452"/>
                </a:lnTo>
                <a:cubicBezTo>
                  <a:pt x="570329" y="2019452"/>
                  <a:pt x="595397" y="1994384"/>
                  <a:pt x="595397" y="1963461"/>
                </a:cubicBezTo>
                <a:lnTo>
                  <a:pt x="595397" y="1739503"/>
                </a:lnTo>
                <a:cubicBezTo>
                  <a:pt x="595397" y="1708580"/>
                  <a:pt x="570329" y="1683512"/>
                  <a:pt x="539406" y="1683512"/>
                </a:cubicBezTo>
                <a:close/>
                <a:moveTo>
                  <a:pt x="1880291" y="1187192"/>
                </a:moveTo>
                <a:cubicBezTo>
                  <a:pt x="1849368" y="1187192"/>
                  <a:pt x="1824300" y="1212260"/>
                  <a:pt x="1824300" y="1243183"/>
                </a:cubicBezTo>
                <a:lnTo>
                  <a:pt x="1824300" y="1467141"/>
                </a:lnTo>
                <a:cubicBezTo>
                  <a:pt x="1824300" y="1498064"/>
                  <a:pt x="1849368" y="1523132"/>
                  <a:pt x="1880291" y="1523132"/>
                </a:cubicBezTo>
                <a:lnTo>
                  <a:pt x="2104249" y="1523132"/>
                </a:lnTo>
                <a:cubicBezTo>
                  <a:pt x="2135172" y="1523132"/>
                  <a:pt x="2160240" y="1498064"/>
                  <a:pt x="2160240" y="1467141"/>
                </a:cubicBezTo>
                <a:lnTo>
                  <a:pt x="2160240" y="1243183"/>
                </a:lnTo>
                <a:cubicBezTo>
                  <a:pt x="2160240" y="1212260"/>
                  <a:pt x="2135172" y="1187192"/>
                  <a:pt x="2104249" y="1187192"/>
                </a:cubicBezTo>
                <a:close/>
                <a:moveTo>
                  <a:pt x="1358676" y="1187192"/>
                </a:moveTo>
                <a:cubicBezTo>
                  <a:pt x="1327753" y="1187192"/>
                  <a:pt x="1302685" y="1212260"/>
                  <a:pt x="1302685" y="1243183"/>
                </a:cubicBezTo>
                <a:lnTo>
                  <a:pt x="1302685" y="1467141"/>
                </a:lnTo>
                <a:cubicBezTo>
                  <a:pt x="1302685" y="1498064"/>
                  <a:pt x="1327753" y="1523132"/>
                  <a:pt x="1358676" y="1523132"/>
                </a:cubicBezTo>
                <a:lnTo>
                  <a:pt x="1582634" y="1523132"/>
                </a:lnTo>
                <a:cubicBezTo>
                  <a:pt x="1613557" y="1523132"/>
                  <a:pt x="1638625" y="1498064"/>
                  <a:pt x="1638625" y="1467141"/>
                </a:cubicBezTo>
                <a:lnTo>
                  <a:pt x="1638625" y="1243183"/>
                </a:lnTo>
                <a:cubicBezTo>
                  <a:pt x="1638625" y="1212260"/>
                  <a:pt x="1613557" y="1187192"/>
                  <a:pt x="1582634" y="1187192"/>
                </a:cubicBezTo>
                <a:close/>
                <a:moveTo>
                  <a:pt x="837062" y="1187192"/>
                </a:moveTo>
                <a:cubicBezTo>
                  <a:pt x="806139" y="1187192"/>
                  <a:pt x="781071" y="1212260"/>
                  <a:pt x="781071" y="1243183"/>
                </a:cubicBezTo>
                <a:lnTo>
                  <a:pt x="781071" y="1467141"/>
                </a:lnTo>
                <a:cubicBezTo>
                  <a:pt x="781071" y="1498064"/>
                  <a:pt x="806139" y="1523132"/>
                  <a:pt x="837062" y="1523132"/>
                </a:cubicBezTo>
                <a:lnTo>
                  <a:pt x="1061020" y="1523132"/>
                </a:lnTo>
                <a:cubicBezTo>
                  <a:pt x="1091943" y="1523132"/>
                  <a:pt x="1117011" y="1498064"/>
                  <a:pt x="1117011" y="1467141"/>
                </a:cubicBezTo>
                <a:lnTo>
                  <a:pt x="1117011" y="1243183"/>
                </a:lnTo>
                <a:cubicBezTo>
                  <a:pt x="1117011" y="1212260"/>
                  <a:pt x="1091943" y="1187192"/>
                  <a:pt x="1061020" y="1187192"/>
                </a:cubicBezTo>
                <a:close/>
                <a:moveTo>
                  <a:pt x="315448" y="1187192"/>
                </a:moveTo>
                <a:cubicBezTo>
                  <a:pt x="284525" y="1187192"/>
                  <a:pt x="259457" y="1212260"/>
                  <a:pt x="259457" y="1243183"/>
                </a:cubicBezTo>
                <a:lnTo>
                  <a:pt x="259457" y="1467141"/>
                </a:lnTo>
                <a:cubicBezTo>
                  <a:pt x="259457" y="1498064"/>
                  <a:pt x="284525" y="1523132"/>
                  <a:pt x="315448" y="1523132"/>
                </a:cubicBezTo>
                <a:lnTo>
                  <a:pt x="539406" y="1523132"/>
                </a:lnTo>
                <a:cubicBezTo>
                  <a:pt x="570329" y="1523132"/>
                  <a:pt x="595397" y="1498064"/>
                  <a:pt x="595397" y="1467141"/>
                </a:cubicBezTo>
                <a:lnTo>
                  <a:pt x="595397" y="1243183"/>
                </a:lnTo>
                <a:cubicBezTo>
                  <a:pt x="595397" y="1212260"/>
                  <a:pt x="570329" y="1187192"/>
                  <a:pt x="539406" y="1187192"/>
                </a:cubicBezTo>
                <a:close/>
                <a:moveTo>
                  <a:pt x="348041" y="163575"/>
                </a:moveTo>
                <a:cubicBezTo>
                  <a:pt x="275130" y="163575"/>
                  <a:pt x="216024" y="222681"/>
                  <a:pt x="216024" y="295592"/>
                </a:cubicBezTo>
                <a:lnTo>
                  <a:pt x="216024" y="823646"/>
                </a:lnTo>
                <a:cubicBezTo>
                  <a:pt x="216024" y="896557"/>
                  <a:pt x="275130" y="955663"/>
                  <a:pt x="348041" y="955663"/>
                </a:cubicBezTo>
                <a:lnTo>
                  <a:pt x="2100231" y="955663"/>
                </a:lnTo>
                <a:cubicBezTo>
                  <a:pt x="2173142" y="955663"/>
                  <a:pt x="2232248" y="896557"/>
                  <a:pt x="2232248" y="823646"/>
                </a:cubicBezTo>
                <a:lnTo>
                  <a:pt x="2232248" y="295592"/>
                </a:lnTo>
                <a:cubicBezTo>
                  <a:pt x="2232248" y="222681"/>
                  <a:pt x="2173142" y="163575"/>
                  <a:pt x="2100231" y="163575"/>
                </a:cubicBezTo>
                <a:close/>
                <a:moveTo>
                  <a:pt x="265172" y="0"/>
                </a:moveTo>
                <a:lnTo>
                  <a:pt x="2183100" y="0"/>
                </a:lnTo>
                <a:cubicBezTo>
                  <a:pt x="2329550" y="0"/>
                  <a:pt x="2448272" y="118722"/>
                  <a:pt x="2448272" y="265172"/>
                </a:cubicBezTo>
                <a:lnTo>
                  <a:pt x="2448272" y="2974828"/>
                </a:lnTo>
                <a:cubicBezTo>
                  <a:pt x="2448272" y="3121278"/>
                  <a:pt x="2329550" y="3240000"/>
                  <a:pt x="2183100" y="3240000"/>
                </a:cubicBezTo>
                <a:lnTo>
                  <a:pt x="265172" y="3240000"/>
                </a:lnTo>
                <a:cubicBezTo>
                  <a:pt x="118722" y="3240000"/>
                  <a:pt x="0" y="3121278"/>
                  <a:pt x="0" y="2974828"/>
                </a:cubicBezTo>
                <a:lnTo>
                  <a:pt x="0" y="265172"/>
                </a:lnTo>
                <a:cubicBezTo>
                  <a:pt x="0" y="118722"/>
                  <a:pt x="118722" y="0"/>
                  <a:pt x="26517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40" name="Rounded Rectangle 6">
            <a:extLst>
              <a:ext uri="{FF2B5EF4-FFF2-40B4-BE49-F238E27FC236}">
                <a16:creationId xmlns:a16="http://schemas.microsoft.com/office/drawing/2014/main" id="{57377BB8-9732-4078-B45C-4B9316DD2D9F}"/>
              </a:ext>
            </a:extLst>
          </p:cNvPr>
          <p:cNvSpPr/>
          <p:nvPr/>
        </p:nvSpPr>
        <p:spPr>
          <a:xfrm>
            <a:off x="5500643" y="4762609"/>
            <a:ext cx="345998" cy="351772"/>
          </a:xfrm>
          <a:custGeom>
            <a:avLst/>
            <a:gdLst/>
            <a:ahLst/>
            <a:cxnLst/>
            <a:rect l="l" t="t" r="r" b="b"/>
            <a:pathLst>
              <a:path w="3186824" h="3060919">
                <a:moveTo>
                  <a:pt x="1045874" y="2696689"/>
                </a:moveTo>
                <a:lnTo>
                  <a:pt x="2125874" y="2696689"/>
                </a:lnTo>
                <a:lnTo>
                  <a:pt x="2125874" y="2804689"/>
                </a:lnTo>
                <a:lnTo>
                  <a:pt x="1045874" y="2804689"/>
                </a:lnTo>
                <a:close/>
                <a:moveTo>
                  <a:pt x="1045874" y="2410468"/>
                </a:moveTo>
                <a:lnTo>
                  <a:pt x="2125874" y="2410468"/>
                </a:lnTo>
                <a:lnTo>
                  <a:pt x="2125874" y="2518468"/>
                </a:lnTo>
                <a:lnTo>
                  <a:pt x="1045874" y="2518468"/>
                </a:lnTo>
                <a:close/>
                <a:moveTo>
                  <a:pt x="1045874" y="2124247"/>
                </a:moveTo>
                <a:lnTo>
                  <a:pt x="2125874" y="2124247"/>
                </a:lnTo>
                <a:lnTo>
                  <a:pt x="2125874" y="2232247"/>
                </a:lnTo>
                <a:lnTo>
                  <a:pt x="1045874" y="2232247"/>
                </a:lnTo>
                <a:close/>
                <a:moveTo>
                  <a:pt x="902547" y="1956791"/>
                </a:moveTo>
                <a:lnTo>
                  <a:pt x="902547" y="2109191"/>
                </a:lnTo>
                <a:lnTo>
                  <a:pt x="902547" y="2185391"/>
                </a:lnTo>
                <a:lnTo>
                  <a:pt x="902547" y="2376263"/>
                </a:lnTo>
                <a:lnTo>
                  <a:pt x="902547" y="2973921"/>
                </a:lnTo>
                <a:lnTo>
                  <a:pt x="2284277" y="2973921"/>
                </a:lnTo>
                <a:lnTo>
                  <a:pt x="2284277" y="2376263"/>
                </a:lnTo>
                <a:lnTo>
                  <a:pt x="2284277" y="2185391"/>
                </a:lnTo>
                <a:lnTo>
                  <a:pt x="2284277" y="2109191"/>
                </a:lnTo>
                <a:lnTo>
                  <a:pt x="2284277" y="1956791"/>
                </a:lnTo>
                <a:close/>
                <a:moveTo>
                  <a:pt x="469172" y="1728191"/>
                </a:moveTo>
                <a:lnTo>
                  <a:pt x="469172" y="2185391"/>
                </a:lnTo>
                <a:lnTo>
                  <a:pt x="767127" y="2185391"/>
                </a:lnTo>
                <a:lnTo>
                  <a:pt x="767127" y="2109191"/>
                </a:lnTo>
                <a:lnTo>
                  <a:pt x="545372" y="2109191"/>
                </a:lnTo>
                <a:lnTo>
                  <a:pt x="545372" y="1804391"/>
                </a:lnTo>
                <a:lnTo>
                  <a:pt x="2641452" y="1804391"/>
                </a:lnTo>
                <a:lnTo>
                  <a:pt x="2641452" y="2109191"/>
                </a:lnTo>
                <a:lnTo>
                  <a:pt x="2419697" y="2109191"/>
                </a:lnTo>
                <a:lnTo>
                  <a:pt x="2419697" y="2185391"/>
                </a:lnTo>
                <a:lnTo>
                  <a:pt x="2717652" y="2185391"/>
                </a:lnTo>
                <a:lnTo>
                  <a:pt x="2717652" y="1728191"/>
                </a:lnTo>
                <a:close/>
                <a:moveTo>
                  <a:pt x="2819005" y="1350909"/>
                </a:moveTo>
                <a:cubicBezTo>
                  <a:pt x="2769294" y="1350909"/>
                  <a:pt x="2728995" y="1391208"/>
                  <a:pt x="2728995" y="1440919"/>
                </a:cubicBezTo>
                <a:cubicBezTo>
                  <a:pt x="2728995" y="1490630"/>
                  <a:pt x="2769294" y="1530929"/>
                  <a:pt x="2819005" y="1530929"/>
                </a:cubicBezTo>
                <a:cubicBezTo>
                  <a:pt x="2868716" y="1530929"/>
                  <a:pt x="2909015" y="1490630"/>
                  <a:pt x="2909015" y="1440919"/>
                </a:cubicBezTo>
                <a:cubicBezTo>
                  <a:pt x="2909015" y="1391208"/>
                  <a:pt x="2868716" y="1350909"/>
                  <a:pt x="2819005" y="1350909"/>
                </a:cubicBezTo>
                <a:close/>
                <a:moveTo>
                  <a:pt x="2509707" y="1350909"/>
                </a:moveTo>
                <a:cubicBezTo>
                  <a:pt x="2459996" y="1350909"/>
                  <a:pt x="2419697" y="1391208"/>
                  <a:pt x="2419697" y="1440919"/>
                </a:cubicBezTo>
                <a:cubicBezTo>
                  <a:pt x="2419697" y="1490630"/>
                  <a:pt x="2459996" y="1530929"/>
                  <a:pt x="2509707" y="1530929"/>
                </a:cubicBezTo>
                <a:cubicBezTo>
                  <a:pt x="2559418" y="1530929"/>
                  <a:pt x="2599717" y="1490630"/>
                  <a:pt x="2599717" y="1440919"/>
                </a:cubicBezTo>
                <a:cubicBezTo>
                  <a:pt x="2599717" y="1391208"/>
                  <a:pt x="2559418" y="1350909"/>
                  <a:pt x="2509707" y="1350909"/>
                </a:cubicBezTo>
                <a:close/>
                <a:moveTo>
                  <a:pt x="195993" y="1200328"/>
                </a:moveTo>
                <a:lnTo>
                  <a:pt x="2990831" y="1200328"/>
                </a:lnTo>
                <a:cubicBezTo>
                  <a:pt x="3099075" y="1200328"/>
                  <a:pt x="3186824" y="1288077"/>
                  <a:pt x="3186824" y="1396321"/>
                </a:cubicBezTo>
                <a:lnTo>
                  <a:pt x="3186824" y="2180270"/>
                </a:lnTo>
                <a:cubicBezTo>
                  <a:pt x="3186824" y="2288514"/>
                  <a:pt x="3099075" y="2376263"/>
                  <a:pt x="2990831" y="2376263"/>
                </a:cubicBezTo>
                <a:lnTo>
                  <a:pt x="2419697" y="2376263"/>
                </a:lnTo>
                <a:lnTo>
                  <a:pt x="2419697" y="3060919"/>
                </a:lnTo>
                <a:lnTo>
                  <a:pt x="767127" y="3060919"/>
                </a:lnTo>
                <a:lnTo>
                  <a:pt x="767127" y="2376263"/>
                </a:lnTo>
                <a:lnTo>
                  <a:pt x="195993" y="2376263"/>
                </a:lnTo>
                <a:cubicBezTo>
                  <a:pt x="87749" y="2376263"/>
                  <a:pt x="0" y="2288514"/>
                  <a:pt x="0" y="2180270"/>
                </a:cubicBezTo>
                <a:lnTo>
                  <a:pt x="0" y="1396321"/>
                </a:lnTo>
                <a:cubicBezTo>
                  <a:pt x="0" y="1288077"/>
                  <a:pt x="87749" y="1200328"/>
                  <a:pt x="195993" y="1200328"/>
                </a:cubicBezTo>
                <a:close/>
                <a:moveTo>
                  <a:pt x="767127" y="0"/>
                </a:moveTo>
                <a:lnTo>
                  <a:pt x="2419697" y="0"/>
                </a:lnTo>
                <a:lnTo>
                  <a:pt x="2419697" y="190589"/>
                </a:lnTo>
                <a:lnTo>
                  <a:pt x="2565249" y="190589"/>
                </a:lnTo>
                <a:cubicBezTo>
                  <a:pt x="2649419" y="190589"/>
                  <a:pt x="2717652" y="258822"/>
                  <a:pt x="2717652" y="342992"/>
                </a:cubicBezTo>
                <a:lnTo>
                  <a:pt x="2717652" y="1104989"/>
                </a:lnTo>
                <a:lnTo>
                  <a:pt x="2284277" y="1104989"/>
                </a:lnTo>
                <a:lnTo>
                  <a:pt x="2284277" y="1104128"/>
                </a:lnTo>
                <a:lnTo>
                  <a:pt x="2284277" y="190589"/>
                </a:lnTo>
                <a:lnTo>
                  <a:pt x="2284277" y="96523"/>
                </a:lnTo>
                <a:lnTo>
                  <a:pt x="902547" y="96523"/>
                </a:lnTo>
                <a:lnTo>
                  <a:pt x="902547" y="190589"/>
                </a:lnTo>
                <a:lnTo>
                  <a:pt x="902547" y="1104128"/>
                </a:lnTo>
                <a:lnTo>
                  <a:pt x="902547" y="1104989"/>
                </a:lnTo>
                <a:lnTo>
                  <a:pt x="469172" y="1104989"/>
                </a:lnTo>
                <a:lnTo>
                  <a:pt x="469172" y="342992"/>
                </a:lnTo>
                <a:cubicBezTo>
                  <a:pt x="469172" y="258822"/>
                  <a:pt x="537405" y="190589"/>
                  <a:pt x="621575" y="190589"/>
                </a:cubicBezTo>
                <a:lnTo>
                  <a:pt x="767127" y="19058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3" name="Rectangle 2"/>
          <p:cNvSpPr/>
          <p:nvPr/>
        </p:nvSpPr>
        <p:spPr>
          <a:xfrm>
            <a:off x="388749" y="1356164"/>
            <a:ext cx="2949874" cy="4448334"/>
          </a:xfrm>
          <a:prstGeom prst="rect">
            <a:avLst/>
          </a:prstGeom>
        </p:spPr>
        <p:txBody>
          <a:bodyPr wrap="square">
            <a:spAutoFit/>
          </a:bodyPr>
          <a:lstStyle/>
          <a:p>
            <a:pPr algn="just">
              <a:lnSpc>
                <a:spcPct val="200000"/>
              </a:lnSpc>
            </a:pPr>
            <a:r>
              <a:rPr lang="id-ID" sz="1600" i="1" dirty="0">
                <a:effectLst/>
                <a:latin typeface="+mj-lt"/>
                <a:ea typeface="Calibri" panose="020F0502020204030204" pitchFamily="34" charset="0"/>
                <a:cs typeface="Times New Roman" panose="02020603050405020304" pitchFamily="18" charset="0"/>
              </a:rPr>
              <a:t>Analytical Hierarchy Process </a:t>
            </a:r>
            <a:r>
              <a:rPr lang="id-ID" sz="1600" dirty="0">
                <a:effectLst/>
                <a:latin typeface="+mj-lt"/>
                <a:ea typeface="Calibri" panose="020F0502020204030204" pitchFamily="34" charset="0"/>
                <a:cs typeface="Times New Roman" panose="02020603050405020304" pitchFamily="18" charset="0"/>
              </a:rPr>
              <a:t>(AHP) merupakan hierarki dengan input atau masukan utama berupa pandangan manusia Metode ini digunakan untuk mencari urutan atau rangking prioritas dari beberapa alternatif dalam pemecahan masalah </a:t>
            </a:r>
            <a:endParaRPr lang="en-GB" dirty="0">
              <a:latin typeface="+mj-lt"/>
            </a:endParaRPr>
          </a:p>
        </p:txBody>
      </p:sp>
      <p:sp>
        <p:nvSpPr>
          <p:cNvPr id="7" name="TextBox 6">
            <a:extLst>
              <a:ext uri="{FF2B5EF4-FFF2-40B4-BE49-F238E27FC236}">
                <a16:creationId xmlns:a16="http://schemas.microsoft.com/office/drawing/2014/main" id="{8C06FDB4-DFB6-44A8-9078-068345DC4012}"/>
              </a:ext>
            </a:extLst>
          </p:cNvPr>
          <p:cNvSpPr txBox="1"/>
          <p:nvPr/>
        </p:nvSpPr>
        <p:spPr>
          <a:xfrm>
            <a:off x="3795822" y="1376128"/>
            <a:ext cx="6103088" cy="461665"/>
          </a:xfrm>
          <a:prstGeom prst="rect">
            <a:avLst/>
          </a:prstGeom>
          <a:noFill/>
        </p:spPr>
        <p:txBody>
          <a:bodyPr wrap="square">
            <a:spAutoFit/>
          </a:bodyPr>
          <a:lstStyle/>
          <a:p>
            <a:r>
              <a:rPr lang="en-US" sz="2400" dirty="0" err="1"/>
              <a:t>Tahapan</a:t>
            </a:r>
            <a:r>
              <a:rPr lang="id-ID" sz="2400" dirty="0"/>
              <a:t> Metode AHP</a:t>
            </a:r>
            <a:endParaRPr lang="en-US" sz="2400" dirty="0">
              <a:solidFill>
                <a:schemeClr val="accent1"/>
              </a:solidFill>
            </a:endParaRPr>
          </a:p>
        </p:txBody>
      </p:sp>
      <p:sp>
        <p:nvSpPr>
          <p:cNvPr id="9" name="TextBox 8">
            <a:extLst>
              <a:ext uri="{FF2B5EF4-FFF2-40B4-BE49-F238E27FC236}">
                <a16:creationId xmlns:a16="http://schemas.microsoft.com/office/drawing/2014/main" id="{51351274-FC1C-4580-9CD6-8EC1D7BC2974}"/>
              </a:ext>
            </a:extLst>
          </p:cNvPr>
          <p:cNvSpPr txBox="1"/>
          <p:nvPr/>
        </p:nvSpPr>
        <p:spPr>
          <a:xfrm>
            <a:off x="3795822" y="1822248"/>
            <a:ext cx="6103088" cy="4203651"/>
          </a:xfrm>
          <a:prstGeom prst="rect">
            <a:avLst/>
          </a:prstGeom>
          <a:noFill/>
        </p:spPr>
        <p:txBody>
          <a:bodyPr wrap="square">
            <a:spAutoFit/>
          </a:bodyPr>
          <a:lstStyle/>
          <a:p>
            <a:pPr marL="342900" lvl="0" indent="-342900" algn="just">
              <a:lnSpc>
                <a:spcPct val="200000"/>
              </a:lnSpc>
              <a:spcAft>
                <a:spcPts val="800"/>
              </a:spcAft>
              <a:buFont typeface="+mj-lt"/>
              <a:buAutoNum type="arabicPeriod"/>
            </a:pPr>
            <a:r>
              <a:rPr lang="en-ID" sz="2000" dirty="0">
                <a:effectLst/>
                <a:latin typeface="+mj-lt"/>
                <a:ea typeface="Calibri" panose="020F0502020204030204" pitchFamily="34" charset="0"/>
                <a:cs typeface="Times New Roman" panose="02020603050405020304" pitchFamily="18" charset="0"/>
              </a:rPr>
              <a:t>Menyusun </a:t>
            </a:r>
            <a:r>
              <a:rPr lang="en-ID" sz="2000" dirty="0" err="1">
                <a:effectLst/>
                <a:latin typeface="+mj-lt"/>
                <a:ea typeface="Calibri" panose="020F0502020204030204" pitchFamily="34" charset="0"/>
                <a:cs typeface="Times New Roman" panose="02020603050405020304" pitchFamily="18" charset="0"/>
              </a:rPr>
              <a:t>Hierarki</a:t>
            </a:r>
            <a:r>
              <a:rPr lang="en-ID" sz="2000" spc="-5" dirty="0">
                <a:effectLst/>
                <a:latin typeface="+mj-lt"/>
                <a:ea typeface="Calibri" panose="020F0502020204030204" pitchFamily="34" charset="0"/>
                <a:cs typeface="Times New Roman" panose="02020603050405020304" pitchFamily="18" charset="0"/>
              </a:rPr>
              <a:t> </a:t>
            </a:r>
            <a:r>
              <a:rPr lang="en-ID" sz="2000" dirty="0">
                <a:effectLst/>
                <a:latin typeface="+mj-lt"/>
                <a:ea typeface="Calibri" panose="020F0502020204030204" pitchFamily="34" charset="0"/>
                <a:cs typeface="Times New Roman" panose="02020603050405020304" pitchFamily="18" charset="0"/>
              </a:rPr>
              <a:t>(</a:t>
            </a:r>
            <a:r>
              <a:rPr lang="en-ID" sz="2000" i="1" dirty="0">
                <a:effectLst/>
                <a:latin typeface="+mj-lt"/>
                <a:ea typeface="Calibri" panose="020F0502020204030204" pitchFamily="34" charset="0"/>
                <a:cs typeface="Times New Roman" panose="02020603050405020304" pitchFamily="18" charset="0"/>
              </a:rPr>
              <a:t>Decomposition</a:t>
            </a:r>
            <a:endParaRPr lang="id-ID" sz="2000" i="1" dirty="0">
              <a:latin typeface="+mj-lt"/>
              <a:ea typeface="Calibri" panose="020F0502020204030204" pitchFamily="34" charset="0"/>
              <a:cs typeface="Times New Roman" panose="02020603050405020304" pitchFamily="18" charset="0"/>
            </a:endParaRPr>
          </a:p>
          <a:p>
            <a:pPr marL="342900" lvl="0" indent="-342900" algn="just">
              <a:lnSpc>
                <a:spcPct val="200000"/>
              </a:lnSpc>
              <a:spcAft>
                <a:spcPts val="800"/>
              </a:spcAft>
              <a:buFont typeface="+mj-lt"/>
              <a:buAutoNum type="arabicPeriod"/>
            </a:pPr>
            <a:r>
              <a:rPr lang="id-ID" sz="2000" dirty="0">
                <a:latin typeface="+mj-lt"/>
                <a:ea typeface="Calibri" panose="020F0502020204030204" pitchFamily="34" charset="0"/>
                <a:cs typeface="Times New Roman" panose="02020603050405020304" pitchFamily="18" charset="0"/>
              </a:rPr>
              <a:t>Menentukan Prioritas </a:t>
            </a:r>
            <a:r>
              <a:rPr lang="en-ID" sz="2000" dirty="0">
                <a:effectLst/>
                <a:latin typeface="+mj-lt"/>
                <a:ea typeface="Calibri" panose="020F0502020204030204" pitchFamily="34" charset="0"/>
                <a:cs typeface="Times New Roman" panose="02020603050405020304" pitchFamily="18" charset="0"/>
              </a:rPr>
              <a:t> (</a:t>
            </a:r>
            <a:r>
              <a:rPr lang="en-ID" sz="2000" i="1" dirty="0">
                <a:effectLst/>
                <a:latin typeface="+mj-lt"/>
                <a:ea typeface="Calibri" panose="020F0502020204030204" pitchFamily="34" charset="0"/>
                <a:cs typeface="Times New Roman" panose="02020603050405020304" pitchFamily="18" charset="0"/>
              </a:rPr>
              <a:t>Comparative</a:t>
            </a:r>
            <a:r>
              <a:rPr lang="en-ID" sz="2000" i="1" spc="-10" dirty="0">
                <a:effectLst/>
                <a:latin typeface="+mj-lt"/>
                <a:ea typeface="Calibri" panose="020F0502020204030204" pitchFamily="34" charset="0"/>
                <a:cs typeface="Times New Roman" panose="02020603050405020304" pitchFamily="18" charset="0"/>
              </a:rPr>
              <a:t> </a:t>
            </a:r>
            <a:r>
              <a:rPr lang="en-ID" sz="2000" i="1" dirty="0">
                <a:effectLst/>
                <a:latin typeface="+mj-lt"/>
                <a:ea typeface="Calibri" panose="020F0502020204030204" pitchFamily="34" charset="0"/>
                <a:cs typeface="Times New Roman" panose="02020603050405020304" pitchFamily="18" charset="0"/>
              </a:rPr>
              <a:t>Judgement</a:t>
            </a:r>
            <a:r>
              <a:rPr lang="en-ID" sz="2000" dirty="0">
                <a:effectLst/>
                <a:latin typeface="+mj-lt"/>
                <a:ea typeface="Calibri" panose="020F0502020204030204" pitchFamily="34" charset="0"/>
                <a:cs typeface="Times New Roman" panose="02020603050405020304" pitchFamily="18" charset="0"/>
              </a:rPr>
              <a:t>)</a:t>
            </a:r>
            <a:endParaRPr lang="id-ID" sz="2000" dirty="0">
              <a:effectLst/>
              <a:latin typeface="+mj-lt"/>
              <a:ea typeface="Calibri" panose="020F0502020204030204" pitchFamily="34" charset="0"/>
              <a:cs typeface="Times New Roman" panose="02020603050405020304" pitchFamily="18" charset="0"/>
            </a:endParaRPr>
          </a:p>
          <a:p>
            <a:pPr marL="342900" indent="-342900" algn="just">
              <a:lnSpc>
                <a:spcPct val="200000"/>
              </a:lnSpc>
              <a:spcAft>
                <a:spcPts val="800"/>
              </a:spcAft>
              <a:buFont typeface="+mj-lt"/>
              <a:buAutoNum type="arabicPeriod"/>
            </a:pPr>
            <a:r>
              <a:rPr lang="id-ID" sz="2000" dirty="0">
                <a:effectLst/>
                <a:latin typeface="+mj-lt"/>
                <a:ea typeface="Calibri" panose="020F0502020204030204" pitchFamily="34" charset="0"/>
                <a:cs typeface="Times New Roman" panose="02020603050405020304" pitchFamily="18" charset="0"/>
              </a:rPr>
              <a:t>Pencarian rata-rata </a:t>
            </a:r>
            <a:r>
              <a:rPr lang="id-ID" sz="2000" i="1" dirty="0">
                <a:effectLst/>
                <a:latin typeface="+mj-lt"/>
                <a:ea typeface="Calibri" panose="020F0502020204030204" pitchFamily="34" charset="0"/>
                <a:cs typeface="Times New Roman" panose="02020603050405020304" pitchFamily="18" charset="0"/>
              </a:rPr>
              <a:t>(Synthesis Of Priority)</a:t>
            </a:r>
            <a:endParaRPr lang="id-ID" sz="2000" dirty="0">
              <a:effectLst/>
              <a:latin typeface="+mj-lt"/>
              <a:ea typeface="Calibri" panose="020F0502020204030204" pitchFamily="34" charset="0"/>
              <a:cs typeface="Times New Roman" panose="02020603050405020304" pitchFamily="18" charset="0"/>
            </a:endParaRPr>
          </a:p>
          <a:p>
            <a:pPr marL="342900" indent="-342900" algn="just">
              <a:lnSpc>
                <a:spcPct val="200000"/>
              </a:lnSpc>
              <a:spcAft>
                <a:spcPts val="800"/>
              </a:spcAft>
              <a:buFont typeface="+mj-lt"/>
              <a:buAutoNum type="arabicPeriod"/>
            </a:pPr>
            <a:r>
              <a:rPr lang="en-ID" sz="2000" dirty="0" err="1">
                <a:effectLst/>
                <a:latin typeface="+mj-lt"/>
                <a:ea typeface="Calibri" panose="020F0502020204030204" pitchFamily="34" charset="0"/>
                <a:cs typeface="Times New Roman" panose="02020603050405020304" pitchFamily="18" charset="0"/>
              </a:rPr>
              <a:t>Konsistensi</a:t>
            </a:r>
            <a:r>
              <a:rPr lang="en-ID" sz="2000" dirty="0">
                <a:effectLst/>
                <a:latin typeface="+mj-lt"/>
                <a:ea typeface="Calibri" panose="020F0502020204030204" pitchFamily="34" charset="0"/>
                <a:cs typeface="Times New Roman" panose="02020603050405020304" pitchFamily="18" charset="0"/>
              </a:rPr>
              <a:t> </a:t>
            </a:r>
            <a:r>
              <a:rPr lang="en-ID" sz="2000" dirty="0" err="1">
                <a:effectLst/>
                <a:latin typeface="+mj-lt"/>
                <a:ea typeface="Calibri" panose="020F0502020204030204" pitchFamily="34" charset="0"/>
                <a:cs typeface="Times New Roman" panose="02020603050405020304" pitchFamily="18" charset="0"/>
              </a:rPr>
              <a:t>logis</a:t>
            </a:r>
            <a:r>
              <a:rPr lang="en-ID" sz="2000" dirty="0">
                <a:effectLst/>
                <a:latin typeface="+mj-lt"/>
                <a:ea typeface="Calibri" panose="020F0502020204030204" pitchFamily="34" charset="0"/>
                <a:cs typeface="Times New Roman" panose="02020603050405020304" pitchFamily="18" charset="0"/>
              </a:rPr>
              <a:t> (</a:t>
            </a:r>
            <a:r>
              <a:rPr lang="en-ID" sz="2000" i="1" dirty="0">
                <a:effectLst/>
                <a:latin typeface="+mj-lt"/>
                <a:ea typeface="Calibri" panose="020F0502020204030204" pitchFamily="34" charset="0"/>
                <a:cs typeface="Times New Roman" panose="02020603050405020304" pitchFamily="18" charset="0"/>
              </a:rPr>
              <a:t>Logical</a:t>
            </a:r>
            <a:r>
              <a:rPr lang="en-ID" sz="2000" i="1" spc="-5" dirty="0">
                <a:effectLst/>
                <a:latin typeface="+mj-lt"/>
                <a:ea typeface="Calibri" panose="020F0502020204030204" pitchFamily="34" charset="0"/>
                <a:cs typeface="Times New Roman" panose="02020603050405020304" pitchFamily="18" charset="0"/>
              </a:rPr>
              <a:t> </a:t>
            </a:r>
            <a:r>
              <a:rPr lang="en-ID" sz="2000" i="1" dirty="0">
                <a:effectLst/>
                <a:latin typeface="+mj-lt"/>
                <a:ea typeface="Calibri" panose="020F0502020204030204" pitchFamily="34" charset="0"/>
                <a:cs typeface="Times New Roman" panose="02020603050405020304" pitchFamily="18" charset="0"/>
              </a:rPr>
              <a:t>Consistency</a:t>
            </a:r>
            <a:r>
              <a:rPr lang="en-ID" sz="2000" dirty="0">
                <a:effectLst/>
                <a:latin typeface="+mj-lt"/>
                <a:ea typeface="Calibri" panose="020F0502020204030204" pitchFamily="34" charset="0"/>
                <a:cs typeface="Times New Roman" panose="02020603050405020304" pitchFamily="18" charset="0"/>
              </a:rPr>
              <a:t>)</a:t>
            </a:r>
            <a:endParaRPr lang="id-ID" sz="2000" dirty="0">
              <a:effectLst/>
              <a:latin typeface="+mj-lt"/>
              <a:ea typeface="Calibri" panose="020F0502020204030204" pitchFamily="34" charset="0"/>
              <a:cs typeface="Times New Roman" panose="02020603050405020304" pitchFamily="18" charset="0"/>
            </a:endParaRPr>
          </a:p>
          <a:p>
            <a:pPr marL="342900" lvl="0" indent="-342900" algn="just">
              <a:lnSpc>
                <a:spcPct val="200000"/>
              </a:lnSpc>
              <a:spcAft>
                <a:spcPts val="800"/>
              </a:spcAft>
              <a:buFont typeface="+mj-lt"/>
              <a:buAutoNum type="arabicPeriod"/>
            </a:pPr>
            <a:endParaRPr lang="id-ID" sz="2000" dirty="0">
              <a:latin typeface="+mj-lt"/>
              <a:ea typeface="Calibri" panose="020F0502020204030204" pitchFamily="34" charset="0"/>
              <a:cs typeface="Times New Roman" panose="02020603050405020304" pitchFamily="18" charset="0"/>
            </a:endParaRPr>
          </a:p>
          <a:p>
            <a:pPr marL="342900" lvl="0" indent="-342900" algn="just">
              <a:lnSpc>
                <a:spcPct val="200000"/>
              </a:lnSpc>
              <a:spcAft>
                <a:spcPts val="800"/>
              </a:spcAft>
              <a:buFont typeface="+mj-lt"/>
              <a:buAutoNum type="arabicPeriod"/>
            </a:pPr>
            <a:endParaRPr lang="id-ID" sz="2000" dirty="0">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01834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FF6F8DA-76DC-42AE-9949-A0D46A66577D}"/>
              </a:ext>
            </a:extLst>
          </p:cNvPr>
          <p:cNvSpPr>
            <a:spLocks noGrp="1"/>
          </p:cNvSpPr>
          <p:nvPr>
            <p:ph type="body" sz="quarter" idx="10"/>
          </p:nvPr>
        </p:nvSpPr>
        <p:spPr>
          <a:xfrm>
            <a:off x="680343" y="426955"/>
            <a:ext cx="11219558" cy="724247"/>
          </a:xfrm>
        </p:spPr>
        <p:txBody>
          <a:bodyPr>
            <a:normAutofit fontScale="92500" lnSpcReduction="20000"/>
          </a:bodyPr>
          <a:lstStyle/>
          <a:p>
            <a:r>
              <a:rPr lang="en-US" dirty="0" err="1"/>
              <a:t>Metode</a:t>
            </a:r>
            <a:r>
              <a:rPr lang="en-US" dirty="0"/>
              <a:t> Yang </a:t>
            </a:r>
            <a:r>
              <a:rPr lang="en-US" dirty="0" err="1"/>
              <a:t>Digunakan</a:t>
            </a:r>
            <a:endParaRPr lang="en-US" dirty="0">
              <a:solidFill>
                <a:schemeClr val="accent1"/>
              </a:solidFill>
            </a:endParaRPr>
          </a:p>
        </p:txBody>
      </p:sp>
      <p:sp>
        <p:nvSpPr>
          <p:cNvPr id="39" name="Rounded Rectangle 10">
            <a:extLst>
              <a:ext uri="{FF2B5EF4-FFF2-40B4-BE49-F238E27FC236}">
                <a16:creationId xmlns:a16="http://schemas.microsoft.com/office/drawing/2014/main" id="{74426D57-CD22-49EE-A78D-D8242052321B}"/>
              </a:ext>
            </a:extLst>
          </p:cNvPr>
          <p:cNvSpPr/>
          <p:nvPr/>
        </p:nvSpPr>
        <p:spPr>
          <a:xfrm>
            <a:off x="5545033" y="5565030"/>
            <a:ext cx="254160" cy="336352"/>
          </a:xfrm>
          <a:custGeom>
            <a:avLst/>
            <a:gdLst/>
            <a:ahLst/>
            <a:cxnLst/>
            <a:rect l="l" t="t" r="r" b="b"/>
            <a:pathLst>
              <a:path w="2448272" h="3240000">
                <a:moveTo>
                  <a:pt x="1358676" y="2676152"/>
                </a:moveTo>
                <a:cubicBezTo>
                  <a:pt x="1327753" y="2676152"/>
                  <a:pt x="1302685" y="2701220"/>
                  <a:pt x="1302685" y="2732143"/>
                </a:cubicBezTo>
                <a:lnTo>
                  <a:pt x="1302685" y="2956101"/>
                </a:lnTo>
                <a:cubicBezTo>
                  <a:pt x="1302685" y="2987024"/>
                  <a:pt x="1327753" y="3012092"/>
                  <a:pt x="1358676" y="3012092"/>
                </a:cubicBezTo>
                <a:lnTo>
                  <a:pt x="1582634" y="3012092"/>
                </a:lnTo>
                <a:cubicBezTo>
                  <a:pt x="1613557" y="3012092"/>
                  <a:pt x="1638625" y="2987024"/>
                  <a:pt x="1638625" y="2956101"/>
                </a:cubicBezTo>
                <a:lnTo>
                  <a:pt x="1638625" y="2732143"/>
                </a:lnTo>
                <a:cubicBezTo>
                  <a:pt x="1638625" y="2701220"/>
                  <a:pt x="1613557" y="2676152"/>
                  <a:pt x="1582634" y="2676152"/>
                </a:cubicBezTo>
                <a:close/>
                <a:moveTo>
                  <a:pt x="837062" y="2676152"/>
                </a:moveTo>
                <a:cubicBezTo>
                  <a:pt x="806139" y="2676152"/>
                  <a:pt x="781071" y="2701220"/>
                  <a:pt x="781071" y="2732143"/>
                </a:cubicBezTo>
                <a:lnTo>
                  <a:pt x="781071" y="2956101"/>
                </a:lnTo>
                <a:cubicBezTo>
                  <a:pt x="781071" y="2987024"/>
                  <a:pt x="806139" y="3012092"/>
                  <a:pt x="837062" y="3012092"/>
                </a:cubicBezTo>
                <a:lnTo>
                  <a:pt x="1061020" y="3012092"/>
                </a:lnTo>
                <a:cubicBezTo>
                  <a:pt x="1091943" y="3012092"/>
                  <a:pt x="1117011" y="2987024"/>
                  <a:pt x="1117011" y="2956101"/>
                </a:cubicBezTo>
                <a:lnTo>
                  <a:pt x="1117011" y="2732143"/>
                </a:lnTo>
                <a:cubicBezTo>
                  <a:pt x="1117011" y="2701220"/>
                  <a:pt x="1091943" y="2676152"/>
                  <a:pt x="1061020" y="2676152"/>
                </a:cubicBezTo>
                <a:close/>
                <a:moveTo>
                  <a:pt x="315448" y="2676152"/>
                </a:moveTo>
                <a:cubicBezTo>
                  <a:pt x="284525" y="2676152"/>
                  <a:pt x="259457" y="2701220"/>
                  <a:pt x="259457" y="2732143"/>
                </a:cubicBezTo>
                <a:lnTo>
                  <a:pt x="259457" y="2956101"/>
                </a:lnTo>
                <a:cubicBezTo>
                  <a:pt x="259457" y="2987024"/>
                  <a:pt x="284525" y="3012092"/>
                  <a:pt x="315448" y="3012092"/>
                </a:cubicBezTo>
                <a:lnTo>
                  <a:pt x="539406" y="3012092"/>
                </a:lnTo>
                <a:cubicBezTo>
                  <a:pt x="570329" y="3012092"/>
                  <a:pt x="595397" y="2987024"/>
                  <a:pt x="595397" y="2956101"/>
                </a:cubicBezTo>
                <a:lnTo>
                  <a:pt x="595397" y="2732143"/>
                </a:lnTo>
                <a:cubicBezTo>
                  <a:pt x="595397" y="2701220"/>
                  <a:pt x="570329" y="2676152"/>
                  <a:pt x="539406" y="2676152"/>
                </a:cubicBezTo>
                <a:close/>
                <a:moveTo>
                  <a:pt x="1880291" y="2179832"/>
                </a:moveTo>
                <a:cubicBezTo>
                  <a:pt x="1849368" y="2179832"/>
                  <a:pt x="1824300" y="2204900"/>
                  <a:pt x="1824300" y="2235823"/>
                </a:cubicBezTo>
                <a:lnTo>
                  <a:pt x="1824300" y="2956101"/>
                </a:lnTo>
                <a:cubicBezTo>
                  <a:pt x="1824300" y="2987024"/>
                  <a:pt x="1849368" y="3012092"/>
                  <a:pt x="1880291" y="3012092"/>
                </a:cubicBezTo>
                <a:lnTo>
                  <a:pt x="2104249" y="3012092"/>
                </a:lnTo>
                <a:cubicBezTo>
                  <a:pt x="2135172" y="3012092"/>
                  <a:pt x="2160240" y="2987024"/>
                  <a:pt x="2160240" y="2956101"/>
                </a:cubicBezTo>
                <a:lnTo>
                  <a:pt x="2160240" y="2235823"/>
                </a:lnTo>
                <a:cubicBezTo>
                  <a:pt x="2160240" y="2204900"/>
                  <a:pt x="2135172" y="2179832"/>
                  <a:pt x="2104249" y="2179832"/>
                </a:cubicBezTo>
                <a:close/>
                <a:moveTo>
                  <a:pt x="1358676" y="2179832"/>
                </a:moveTo>
                <a:cubicBezTo>
                  <a:pt x="1327753" y="2179832"/>
                  <a:pt x="1302685" y="2204900"/>
                  <a:pt x="1302685" y="2235823"/>
                </a:cubicBezTo>
                <a:lnTo>
                  <a:pt x="1302685" y="2459781"/>
                </a:lnTo>
                <a:cubicBezTo>
                  <a:pt x="1302685" y="2490704"/>
                  <a:pt x="1327753" y="2515772"/>
                  <a:pt x="1358676" y="2515772"/>
                </a:cubicBezTo>
                <a:lnTo>
                  <a:pt x="1582634" y="2515772"/>
                </a:lnTo>
                <a:cubicBezTo>
                  <a:pt x="1613557" y="2515772"/>
                  <a:pt x="1638625" y="2490704"/>
                  <a:pt x="1638625" y="2459781"/>
                </a:cubicBezTo>
                <a:lnTo>
                  <a:pt x="1638625" y="2235823"/>
                </a:lnTo>
                <a:cubicBezTo>
                  <a:pt x="1638625" y="2204900"/>
                  <a:pt x="1613557" y="2179832"/>
                  <a:pt x="1582634" y="2179832"/>
                </a:cubicBezTo>
                <a:close/>
                <a:moveTo>
                  <a:pt x="837062" y="2179832"/>
                </a:moveTo>
                <a:cubicBezTo>
                  <a:pt x="806139" y="2179832"/>
                  <a:pt x="781071" y="2204900"/>
                  <a:pt x="781071" y="2235823"/>
                </a:cubicBezTo>
                <a:lnTo>
                  <a:pt x="781071" y="2459781"/>
                </a:lnTo>
                <a:cubicBezTo>
                  <a:pt x="781071" y="2490704"/>
                  <a:pt x="806139" y="2515772"/>
                  <a:pt x="837062" y="2515772"/>
                </a:cubicBezTo>
                <a:lnTo>
                  <a:pt x="1061020" y="2515772"/>
                </a:lnTo>
                <a:cubicBezTo>
                  <a:pt x="1091943" y="2515772"/>
                  <a:pt x="1117011" y="2490704"/>
                  <a:pt x="1117011" y="2459781"/>
                </a:cubicBezTo>
                <a:lnTo>
                  <a:pt x="1117011" y="2235823"/>
                </a:lnTo>
                <a:cubicBezTo>
                  <a:pt x="1117011" y="2204900"/>
                  <a:pt x="1091943" y="2179832"/>
                  <a:pt x="1061020" y="2179832"/>
                </a:cubicBezTo>
                <a:close/>
                <a:moveTo>
                  <a:pt x="315448" y="2179832"/>
                </a:moveTo>
                <a:cubicBezTo>
                  <a:pt x="284525" y="2179832"/>
                  <a:pt x="259457" y="2204900"/>
                  <a:pt x="259457" y="2235823"/>
                </a:cubicBezTo>
                <a:lnTo>
                  <a:pt x="259457" y="2459781"/>
                </a:lnTo>
                <a:cubicBezTo>
                  <a:pt x="259457" y="2490704"/>
                  <a:pt x="284525" y="2515772"/>
                  <a:pt x="315448" y="2515772"/>
                </a:cubicBezTo>
                <a:lnTo>
                  <a:pt x="539406" y="2515772"/>
                </a:lnTo>
                <a:cubicBezTo>
                  <a:pt x="570329" y="2515772"/>
                  <a:pt x="595397" y="2490704"/>
                  <a:pt x="595397" y="2459781"/>
                </a:cubicBezTo>
                <a:lnTo>
                  <a:pt x="595397" y="2235823"/>
                </a:lnTo>
                <a:cubicBezTo>
                  <a:pt x="595397" y="2204900"/>
                  <a:pt x="570329" y="2179832"/>
                  <a:pt x="539406" y="2179832"/>
                </a:cubicBezTo>
                <a:close/>
                <a:moveTo>
                  <a:pt x="1880291" y="1683512"/>
                </a:moveTo>
                <a:cubicBezTo>
                  <a:pt x="1849368" y="1683512"/>
                  <a:pt x="1824300" y="1708580"/>
                  <a:pt x="1824300" y="1739503"/>
                </a:cubicBezTo>
                <a:lnTo>
                  <a:pt x="1824300" y="1963461"/>
                </a:lnTo>
                <a:cubicBezTo>
                  <a:pt x="1824300" y="1994384"/>
                  <a:pt x="1849368" y="2019452"/>
                  <a:pt x="1880291" y="2019452"/>
                </a:cubicBezTo>
                <a:lnTo>
                  <a:pt x="2104249" y="2019452"/>
                </a:lnTo>
                <a:cubicBezTo>
                  <a:pt x="2135172" y="2019452"/>
                  <a:pt x="2160240" y="1994384"/>
                  <a:pt x="2160240" y="1963461"/>
                </a:cubicBezTo>
                <a:lnTo>
                  <a:pt x="2160240" y="1739503"/>
                </a:lnTo>
                <a:cubicBezTo>
                  <a:pt x="2160240" y="1708580"/>
                  <a:pt x="2135172" y="1683512"/>
                  <a:pt x="2104249" y="1683512"/>
                </a:cubicBezTo>
                <a:close/>
                <a:moveTo>
                  <a:pt x="1358676" y="1683512"/>
                </a:moveTo>
                <a:cubicBezTo>
                  <a:pt x="1327753" y="1683512"/>
                  <a:pt x="1302685" y="1708580"/>
                  <a:pt x="1302685" y="1739503"/>
                </a:cubicBezTo>
                <a:lnTo>
                  <a:pt x="1302685" y="1963461"/>
                </a:lnTo>
                <a:cubicBezTo>
                  <a:pt x="1302685" y="1994384"/>
                  <a:pt x="1327753" y="2019452"/>
                  <a:pt x="1358676" y="2019452"/>
                </a:cubicBezTo>
                <a:lnTo>
                  <a:pt x="1582634" y="2019452"/>
                </a:lnTo>
                <a:cubicBezTo>
                  <a:pt x="1613557" y="2019452"/>
                  <a:pt x="1638625" y="1994384"/>
                  <a:pt x="1638625" y="1963461"/>
                </a:cubicBezTo>
                <a:lnTo>
                  <a:pt x="1638625" y="1739503"/>
                </a:lnTo>
                <a:cubicBezTo>
                  <a:pt x="1638625" y="1708580"/>
                  <a:pt x="1613557" y="1683512"/>
                  <a:pt x="1582634" y="1683512"/>
                </a:cubicBezTo>
                <a:close/>
                <a:moveTo>
                  <a:pt x="837062" y="1683512"/>
                </a:moveTo>
                <a:cubicBezTo>
                  <a:pt x="806139" y="1683512"/>
                  <a:pt x="781071" y="1708580"/>
                  <a:pt x="781071" y="1739503"/>
                </a:cubicBezTo>
                <a:lnTo>
                  <a:pt x="781071" y="1963461"/>
                </a:lnTo>
                <a:cubicBezTo>
                  <a:pt x="781071" y="1994384"/>
                  <a:pt x="806139" y="2019452"/>
                  <a:pt x="837062" y="2019452"/>
                </a:cubicBezTo>
                <a:lnTo>
                  <a:pt x="1061020" y="2019452"/>
                </a:lnTo>
                <a:cubicBezTo>
                  <a:pt x="1091943" y="2019452"/>
                  <a:pt x="1117011" y="1994384"/>
                  <a:pt x="1117011" y="1963461"/>
                </a:cubicBezTo>
                <a:lnTo>
                  <a:pt x="1117011" y="1739503"/>
                </a:lnTo>
                <a:cubicBezTo>
                  <a:pt x="1117011" y="1708580"/>
                  <a:pt x="1091943" y="1683512"/>
                  <a:pt x="1061020" y="1683512"/>
                </a:cubicBezTo>
                <a:close/>
                <a:moveTo>
                  <a:pt x="315448" y="1683512"/>
                </a:moveTo>
                <a:cubicBezTo>
                  <a:pt x="284525" y="1683512"/>
                  <a:pt x="259457" y="1708580"/>
                  <a:pt x="259457" y="1739503"/>
                </a:cubicBezTo>
                <a:lnTo>
                  <a:pt x="259457" y="1963461"/>
                </a:lnTo>
                <a:cubicBezTo>
                  <a:pt x="259457" y="1994384"/>
                  <a:pt x="284525" y="2019452"/>
                  <a:pt x="315448" y="2019452"/>
                </a:cubicBezTo>
                <a:lnTo>
                  <a:pt x="539406" y="2019452"/>
                </a:lnTo>
                <a:cubicBezTo>
                  <a:pt x="570329" y="2019452"/>
                  <a:pt x="595397" y="1994384"/>
                  <a:pt x="595397" y="1963461"/>
                </a:cubicBezTo>
                <a:lnTo>
                  <a:pt x="595397" y="1739503"/>
                </a:lnTo>
                <a:cubicBezTo>
                  <a:pt x="595397" y="1708580"/>
                  <a:pt x="570329" y="1683512"/>
                  <a:pt x="539406" y="1683512"/>
                </a:cubicBezTo>
                <a:close/>
                <a:moveTo>
                  <a:pt x="1880291" y="1187192"/>
                </a:moveTo>
                <a:cubicBezTo>
                  <a:pt x="1849368" y="1187192"/>
                  <a:pt x="1824300" y="1212260"/>
                  <a:pt x="1824300" y="1243183"/>
                </a:cubicBezTo>
                <a:lnTo>
                  <a:pt x="1824300" y="1467141"/>
                </a:lnTo>
                <a:cubicBezTo>
                  <a:pt x="1824300" y="1498064"/>
                  <a:pt x="1849368" y="1523132"/>
                  <a:pt x="1880291" y="1523132"/>
                </a:cubicBezTo>
                <a:lnTo>
                  <a:pt x="2104249" y="1523132"/>
                </a:lnTo>
                <a:cubicBezTo>
                  <a:pt x="2135172" y="1523132"/>
                  <a:pt x="2160240" y="1498064"/>
                  <a:pt x="2160240" y="1467141"/>
                </a:cubicBezTo>
                <a:lnTo>
                  <a:pt x="2160240" y="1243183"/>
                </a:lnTo>
                <a:cubicBezTo>
                  <a:pt x="2160240" y="1212260"/>
                  <a:pt x="2135172" y="1187192"/>
                  <a:pt x="2104249" y="1187192"/>
                </a:cubicBezTo>
                <a:close/>
                <a:moveTo>
                  <a:pt x="1358676" y="1187192"/>
                </a:moveTo>
                <a:cubicBezTo>
                  <a:pt x="1327753" y="1187192"/>
                  <a:pt x="1302685" y="1212260"/>
                  <a:pt x="1302685" y="1243183"/>
                </a:cubicBezTo>
                <a:lnTo>
                  <a:pt x="1302685" y="1467141"/>
                </a:lnTo>
                <a:cubicBezTo>
                  <a:pt x="1302685" y="1498064"/>
                  <a:pt x="1327753" y="1523132"/>
                  <a:pt x="1358676" y="1523132"/>
                </a:cubicBezTo>
                <a:lnTo>
                  <a:pt x="1582634" y="1523132"/>
                </a:lnTo>
                <a:cubicBezTo>
                  <a:pt x="1613557" y="1523132"/>
                  <a:pt x="1638625" y="1498064"/>
                  <a:pt x="1638625" y="1467141"/>
                </a:cubicBezTo>
                <a:lnTo>
                  <a:pt x="1638625" y="1243183"/>
                </a:lnTo>
                <a:cubicBezTo>
                  <a:pt x="1638625" y="1212260"/>
                  <a:pt x="1613557" y="1187192"/>
                  <a:pt x="1582634" y="1187192"/>
                </a:cubicBezTo>
                <a:close/>
                <a:moveTo>
                  <a:pt x="837062" y="1187192"/>
                </a:moveTo>
                <a:cubicBezTo>
                  <a:pt x="806139" y="1187192"/>
                  <a:pt x="781071" y="1212260"/>
                  <a:pt x="781071" y="1243183"/>
                </a:cubicBezTo>
                <a:lnTo>
                  <a:pt x="781071" y="1467141"/>
                </a:lnTo>
                <a:cubicBezTo>
                  <a:pt x="781071" y="1498064"/>
                  <a:pt x="806139" y="1523132"/>
                  <a:pt x="837062" y="1523132"/>
                </a:cubicBezTo>
                <a:lnTo>
                  <a:pt x="1061020" y="1523132"/>
                </a:lnTo>
                <a:cubicBezTo>
                  <a:pt x="1091943" y="1523132"/>
                  <a:pt x="1117011" y="1498064"/>
                  <a:pt x="1117011" y="1467141"/>
                </a:cubicBezTo>
                <a:lnTo>
                  <a:pt x="1117011" y="1243183"/>
                </a:lnTo>
                <a:cubicBezTo>
                  <a:pt x="1117011" y="1212260"/>
                  <a:pt x="1091943" y="1187192"/>
                  <a:pt x="1061020" y="1187192"/>
                </a:cubicBezTo>
                <a:close/>
                <a:moveTo>
                  <a:pt x="315448" y="1187192"/>
                </a:moveTo>
                <a:cubicBezTo>
                  <a:pt x="284525" y="1187192"/>
                  <a:pt x="259457" y="1212260"/>
                  <a:pt x="259457" y="1243183"/>
                </a:cubicBezTo>
                <a:lnTo>
                  <a:pt x="259457" y="1467141"/>
                </a:lnTo>
                <a:cubicBezTo>
                  <a:pt x="259457" y="1498064"/>
                  <a:pt x="284525" y="1523132"/>
                  <a:pt x="315448" y="1523132"/>
                </a:cubicBezTo>
                <a:lnTo>
                  <a:pt x="539406" y="1523132"/>
                </a:lnTo>
                <a:cubicBezTo>
                  <a:pt x="570329" y="1523132"/>
                  <a:pt x="595397" y="1498064"/>
                  <a:pt x="595397" y="1467141"/>
                </a:cubicBezTo>
                <a:lnTo>
                  <a:pt x="595397" y="1243183"/>
                </a:lnTo>
                <a:cubicBezTo>
                  <a:pt x="595397" y="1212260"/>
                  <a:pt x="570329" y="1187192"/>
                  <a:pt x="539406" y="1187192"/>
                </a:cubicBezTo>
                <a:close/>
                <a:moveTo>
                  <a:pt x="348041" y="163575"/>
                </a:moveTo>
                <a:cubicBezTo>
                  <a:pt x="275130" y="163575"/>
                  <a:pt x="216024" y="222681"/>
                  <a:pt x="216024" y="295592"/>
                </a:cubicBezTo>
                <a:lnTo>
                  <a:pt x="216024" y="823646"/>
                </a:lnTo>
                <a:cubicBezTo>
                  <a:pt x="216024" y="896557"/>
                  <a:pt x="275130" y="955663"/>
                  <a:pt x="348041" y="955663"/>
                </a:cubicBezTo>
                <a:lnTo>
                  <a:pt x="2100231" y="955663"/>
                </a:lnTo>
                <a:cubicBezTo>
                  <a:pt x="2173142" y="955663"/>
                  <a:pt x="2232248" y="896557"/>
                  <a:pt x="2232248" y="823646"/>
                </a:cubicBezTo>
                <a:lnTo>
                  <a:pt x="2232248" y="295592"/>
                </a:lnTo>
                <a:cubicBezTo>
                  <a:pt x="2232248" y="222681"/>
                  <a:pt x="2173142" y="163575"/>
                  <a:pt x="2100231" y="163575"/>
                </a:cubicBezTo>
                <a:close/>
                <a:moveTo>
                  <a:pt x="265172" y="0"/>
                </a:moveTo>
                <a:lnTo>
                  <a:pt x="2183100" y="0"/>
                </a:lnTo>
                <a:cubicBezTo>
                  <a:pt x="2329550" y="0"/>
                  <a:pt x="2448272" y="118722"/>
                  <a:pt x="2448272" y="265172"/>
                </a:cubicBezTo>
                <a:lnTo>
                  <a:pt x="2448272" y="2974828"/>
                </a:lnTo>
                <a:cubicBezTo>
                  <a:pt x="2448272" y="3121278"/>
                  <a:pt x="2329550" y="3240000"/>
                  <a:pt x="2183100" y="3240000"/>
                </a:cubicBezTo>
                <a:lnTo>
                  <a:pt x="265172" y="3240000"/>
                </a:lnTo>
                <a:cubicBezTo>
                  <a:pt x="118722" y="3240000"/>
                  <a:pt x="0" y="3121278"/>
                  <a:pt x="0" y="2974828"/>
                </a:cubicBezTo>
                <a:lnTo>
                  <a:pt x="0" y="265172"/>
                </a:lnTo>
                <a:cubicBezTo>
                  <a:pt x="0" y="118722"/>
                  <a:pt x="118722" y="0"/>
                  <a:pt x="26517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40" name="Rounded Rectangle 6">
            <a:extLst>
              <a:ext uri="{FF2B5EF4-FFF2-40B4-BE49-F238E27FC236}">
                <a16:creationId xmlns:a16="http://schemas.microsoft.com/office/drawing/2014/main" id="{57377BB8-9732-4078-B45C-4B9316DD2D9F}"/>
              </a:ext>
            </a:extLst>
          </p:cNvPr>
          <p:cNvSpPr/>
          <p:nvPr/>
        </p:nvSpPr>
        <p:spPr>
          <a:xfrm>
            <a:off x="5500643" y="4762609"/>
            <a:ext cx="345998" cy="351772"/>
          </a:xfrm>
          <a:custGeom>
            <a:avLst/>
            <a:gdLst/>
            <a:ahLst/>
            <a:cxnLst/>
            <a:rect l="l" t="t" r="r" b="b"/>
            <a:pathLst>
              <a:path w="3186824" h="3060919">
                <a:moveTo>
                  <a:pt x="1045874" y="2696689"/>
                </a:moveTo>
                <a:lnTo>
                  <a:pt x="2125874" y="2696689"/>
                </a:lnTo>
                <a:lnTo>
                  <a:pt x="2125874" y="2804689"/>
                </a:lnTo>
                <a:lnTo>
                  <a:pt x="1045874" y="2804689"/>
                </a:lnTo>
                <a:close/>
                <a:moveTo>
                  <a:pt x="1045874" y="2410468"/>
                </a:moveTo>
                <a:lnTo>
                  <a:pt x="2125874" y="2410468"/>
                </a:lnTo>
                <a:lnTo>
                  <a:pt x="2125874" y="2518468"/>
                </a:lnTo>
                <a:lnTo>
                  <a:pt x="1045874" y="2518468"/>
                </a:lnTo>
                <a:close/>
                <a:moveTo>
                  <a:pt x="1045874" y="2124247"/>
                </a:moveTo>
                <a:lnTo>
                  <a:pt x="2125874" y="2124247"/>
                </a:lnTo>
                <a:lnTo>
                  <a:pt x="2125874" y="2232247"/>
                </a:lnTo>
                <a:lnTo>
                  <a:pt x="1045874" y="2232247"/>
                </a:lnTo>
                <a:close/>
                <a:moveTo>
                  <a:pt x="902547" y="1956791"/>
                </a:moveTo>
                <a:lnTo>
                  <a:pt x="902547" y="2109191"/>
                </a:lnTo>
                <a:lnTo>
                  <a:pt x="902547" y="2185391"/>
                </a:lnTo>
                <a:lnTo>
                  <a:pt x="902547" y="2376263"/>
                </a:lnTo>
                <a:lnTo>
                  <a:pt x="902547" y="2973921"/>
                </a:lnTo>
                <a:lnTo>
                  <a:pt x="2284277" y="2973921"/>
                </a:lnTo>
                <a:lnTo>
                  <a:pt x="2284277" y="2376263"/>
                </a:lnTo>
                <a:lnTo>
                  <a:pt x="2284277" y="2185391"/>
                </a:lnTo>
                <a:lnTo>
                  <a:pt x="2284277" y="2109191"/>
                </a:lnTo>
                <a:lnTo>
                  <a:pt x="2284277" y="1956791"/>
                </a:lnTo>
                <a:close/>
                <a:moveTo>
                  <a:pt x="469172" y="1728191"/>
                </a:moveTo>
                <a:lnTo>
                  <a:pt x="469172" y="2185391"/>
                </a:lnTo>
                <a:lnTo>
                  <a:pt x="767127" y="2185391"/>
                </a:lnTo>
                <a:lnTo>
                  <a:pt x="767127" y="2109191"/>
                </a:lnTo>
                <a:lnTo>
                  <a:pt x="545372" y="2109191"/>
                </a:lnTo>
                <a:lnTo>
                  <a:pt x="545372" y="1804391"/>
                </a:lnTo>
                <a:lnTo>
                  <a:pt x="2641452" y="1804391"/>
                </a:lnTo>
                <a:lnTo>
                  <a:pt x="2641452" y="2109191"/>
                </a:lnTo>
                <a:lnTo>
                  <a:pt x="2419697" y="2109191"/>
                </a:lnTo>
                <a:lnTo>
                  <a:pt x="2419697" y="2185391"/>
                </a:lnTo>
                <a:lnTo>
                  <a:pt x="2717652" y="2185391"/>
                </a:lnTo>
                <a:lnTo>
                  <a:pt x="2717652" y="1728191"/>
                </a:lnTo>
                <a:close/>
                <a:moveTo>
                  <a:pt x="2819005" y="1350909"/>
                </a:moveTo>
                <a:cubicBezTo>
                  <a:pt x="2769294" y="1350909"/>
                  <a:pt x="2728995" y="1391208"/>
                  <a:pt x="2728995" y="1440919"/>
                </a:cubicBezTo>
                <a:cubicBezTo>
                  <a:pt x="2728995" y="1490630"/>
                  <a:pt x="2769294" y="1530929"/>
                  <a:pt x="2819005" y="1530929"/>
                </a:cubicBezTo>
                <a:cubicBezTo>
                  <a:pt x="2868716" y="1530929"/>
                  <a:pt x="2909015" y="1490630"/>
                  <a:pt x="2909015" y="1440919"/>
                </a:cubicBezTo>
                <a:cubicBezTo>
                  <a:pt x="2909015" y="1391208"/>
                  <a:pt x="2868716" y="1350909"/>
                  <a:pt x="2819005" y="1350909"/>
                </a:cubicBezTo>
                <a:close/>
                <a:moveTo>
                  <a:pt x="2509707" y="1350909"/>
                </a:moveTo>
                <a:cubicBezTo>
                  <a:pt x="2459996" y="1350909"/>
                  <a:pt x="2419697" y="1391208"/>
                  <a:pt x="2419697" y="1440919"/>
                </a:cubicBezTo>
                <a:cubicBezTo>
                  <a:pt x="2419697" y="1490630"/>
                  <a:pt x="2459996" y="1530929"/>
                  <a:pt x="2509707" y="1530929"/>
                </a:cubicBezTo>
                <a:cubicBezTo>
                  <a:pt x="2559418" y="1530929"/>
                  <a:pt x="2599717" y="1490630"/>
                  <a:pt x="2599717" y="1440919"/>
                </a:cubicBezTo>
                <a:cubicBezTo>
                  <a:pt x="2599717" y="1391208"/>
                  <a:pt x="2559418" y="1350909"/>
                  <a:pt x="2509707" y="1350909"/>
                </a:cubicBezTo>
                <a:close/>
                <a:moveTo>
                  <a:pt x="195993" y="1200328"/>
                </a:moveTo>
                <a:lnTo>
                  <a:pt x="2990831" y="1200328"/>
                </a:lnTo>
                <a:cubicBezTo>
                  <a:pt x="3099075" y="1200328"/>
                  <a:pt x="3186824" y="1288077"/>
                  <a:pt x="3186824" y="1396321"/>
                </a:cubicBezTo>
                <a:lnTo>
                  <a:pt x="3186824" y="2180270"/>
                </a:lnTo>
                <a:cubicBezTo>
                  <a:pt x="3186824" y="2288514"/>
                  <a:pt x="3099075" y="2376263"/>
                  <a:pt x="2990831" y="2376263"/>
                </a:cubicBezTo>
                <a:lnTo>
                  <a:pt x="2419697" y="2376263"/>
                </a:lnTo>
                <a:lnTo>
                  <a:pt x="2419697" y="3060919"/>
                </a:lnTo>
                <a:lnTo>
                  <a:pt x="767127" y="3060919"/>
                </a:lnTo>
                <a:lnTo>
                  <a:pt x="767127" y="2376263"/>
                </a:lnTo>
                <a:lnTo>
                  <a:pt x="195993" y="2376263"/>
                </a:lnTo>
                <a:cubicBezTo>
                  <a:pt x="87749" y="2376263"/>
                  <a:pt x="0" y="2288514"/>
                  <a:pt x="0" y="2180270"/>
                </a:cubicBezTo>
                <a:lnTo>
                  <a:pt x="0" y="1396321"/>
                </a:lnTo>
                <a:cubicBezTo>
                  <a:pt x="0" y="1288077"/>
                  <a:pt x="87749" y="1200328"/>
                  <a:pt x="195993" y="1200328"/>
                </a:cubicBezTo>
                <a:close/>
                <a:moveTo>
                  <a:pt x="767127" y="0"/>
                </a:moveTo>
                <a:lnTo>
                  <a:pt x="2419697" y="0"/>
                </a:lnTo>
                <a:lnTo>
                  <a:pt x="2419697" y="190589"/>
                </a:lnTo>
                <a:lnTo>
                  <a:pt x="2565249" y="190589"/>
                </a:lnTo>
                <a:cubicBezTo>
                  <a:pt x="2649419" y="190589"/>
                  <a:pt x="2717652" y="258822"/>
                  <a:pt x="2717652" y="342992"/>
                </a:cubicBezTo>
                <a:lnTo>
                  <a:pt x="2717652" y="1104989"/>
                </a:lnTo>
                <a:lnTo>
                  <a:pt x="2284277" y="1104989"/>
                </a:lnTo>
                <a:lnTo>
                  <a:pt x="2284277" y="1104128"/>
                </a:lnTo>
                <a:lnTo>
                  <a:pt x="2284277" y="190589"/>
                </a:lnTo>
                <a:lnTo>
                  <a:pt x="2284277" y="96523"/>
                </a:lnTo>
                <a:lnTo>
                  <a:pt x="902547" y="96523"/>
                </a:lnTo>
                <a:lnTo>
                  <a:pt x="902547" y="190589"/>
                </a:lnTo>
                <a:lnTo>
                  <a:pt x="902547" y="1104128"/>
                </a:lnTo>
                <a:lnTo>
                  <a:pt x="902547" y="1104989"/>
                </a:lnTo>
                <a:lnTo>
                  <a:pt x="469172" y="1104989"/>
                </a:lnTo>
                <a:lnTo>
                  <a:pt x="469172" y="342992"/>
                </a:lnTo>
                <a:cubicBezTo>
                  <a:pt x="469172" y="258822"/>
                  <a:pt x="537405" y="190589"/>
                  <a:pt x="621575" y="190589"/>
                </a:cubicBezTo>
                <a:lnTo>
                  <a:pt x="767127" y="19058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3" name="Rectangle 2"/>
          <p:cNvSpPr/>
          <p:nvPr/>
        </p:nvSpPr>
        <p:spPr>
          <a:xfrm>
            <a:off x="-663874" y="1376128"/>
            <a:ext cx="4885000" cy="5199116"/>
          </a:xfrm>
          <a:prstGeom prst="rect">
            <a:avLst/>
          </a:prstGeom>
        </p:spPr>
        <p:txBody>
          <a:bodyPr wrap="square">
            <a:spAutoFit/>
          </a:bodyPr>
          <a:lstStyle/>
          <a:p>
            <a:pPr marL="914400" lvl="2">
              <a:lnSpc>
                <a:spcPct val="200000"/>
              </a:lnSpc>
              <a:spcAft>
                <a:spcPts val="800"/>
              </a:spcAft>
            </a:pPr>
            <a:r>
              <a:rPr lang="en-ID" sz="1800" b="1" dirty="0" err="1">
                <a:effectLst/>
                <a:latin typeface="Times New Roman" panose="02020603050405020304" pitchFamily="18" charset="0"/>
                <a:ea typeface="Calibri" panose="020F0502020204030204" pitchFamily="34" charset="0"/>
                <a:cs typeface="Times New Roman" panose="02020603050405020304" pitchFamily="18" charset="0"/>
              </a:rPr>
              <a:t>Metode</a:t>
            </a:r>
            <a:r>
              <a:rPr lang="en-ID" sz="1800" b="1" dirty="0">
                <a:effectLst/>
                <a:latin typeface="Times New Roman" panose="02020603050405020304" pitchFamily="18" charset="0"/>
                <a:ea typeface="Calibri" panose="020F0502020204030204" pitchFamily="34" charset="0"/>
                <a:cs typeface="Times New Roman" panose="02020603050405020304" pitchFamily="18" charset="0"/>
              </a:rPr>
              <a:t> </a:t>
            </a:r>
            <a:r>
              <a:rPr lang="id-ID" sz="1800" b="1" i="1" dirty="0">
                <a:effectLst/>
                <a:latin typeface="Times New Roman" panose="02020603050405020304" pitchFamily="18" charset="0"/>
                <a:ea typeface="Calibri" panose="020F0502020204030204" pitchFamily="34" charset="0"/>
                <a:cs typeface="Times New Roman" panose="02020603050405020304" pitchFamily="18" charset="0"/>
              </a:rPr>
              <a:t>Preference Ranking Organization Evaluation  </a:t>
            </a:r>
            <a:r>
              <a:rPr lang="id-ID" sz="1800" b="1" dirty="0">
                <a:effectLst/>
                <a:latin typeface="Times New Roman" panose="02020603050405020304" pitchFamily="18" charset="0"/>
                <a:ea typeface="Calibri" panose="020F0502020204030204" pitchFamily="34" charset="0"/>
                <a:cs typeface="Times New Roman" panose="02020603050405020304" pitchFamily="18" charset="0"/>
              </a:rPr>
              <a:t>(PROMETHEE)</a:t>
            </a:r>
          </a:p>
          <a:p>
            <a:pPr marL="1200150" lvl="2" indent="-285750">
              <a:lnSpc>
                <a:spcPct val="200000"/>
              </a:lnSpc>
              <a:spcAft>
                <a:spcPts val="800"/>
              </a:spcAft>
              <a:buFont typeface="Wingdings" panose="05000000000000000000" pitchFamily="2" charset="2"/>
              <a:buChar char="q"/>
            </a:pPr>
            <a:r>
              <a:rPr lang="id-ID" sz="1800" dirty="0">
                <a:solidFill>
                  <a:srgbClr val="000000"/>
                </a:solidFill>
                <a:effectLst/>
                <a:latin typeface="+mj-lt"/>
                <a:ea typeface="Calibri" panose="020F0502020204030204" pitchFamily="34" charset="0"/>
                <a:cs typeface="Times New Roman" panose="02020603050405020304" pitchFamily="18" charset="0"/>
              </a:rPr>
              <a:t>PROMETHEE adalah salah satu metode penentuan urutan atau prioritas untuk membuat peringkat Alternatif untuk keputusan Akhir</a:t>
            </a:r>
            <a:endParaRPr lang="id-ID" sz="1800" b="1" dirty="0">
              <a:effectLst/>
              <a:latin typeface="+mj-lt"/>
              <a:ea typeface="Calibri" panose="020F0502020204030204" pitchFamily="34" charset="0"/>
              <a:cs typeface="Times New Roman" panose="02020603050405020304" pitchFamily="18" charset="0"/>
            </a:endParaRPr>
          </a:p>
          <a:p>
            <a:pPr marL="914400" lvl="2">
              <a:lnSpc>
                <a:spcPct val="200000"/>
              </a:lnSpc>
              <a:spcAft>
                <a:spcPts val="800"/>
              </a:spcAft>
            </a:pPr>
            <a:endParaRPr lang="id-ID" b="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8C06FDB4-DFB6-44A8-9078-068345DC4012}"/>
              </a:ext>
            </a:extLst>
          </p:cNvPr>
          <p:cNvSpPr txBox="1"/>
          <p:nvPr/>
        </p:nvSpPr>
        <p:spPr>
          <a:xfrm>
            <a:off x="3795822" y="1376128"/>
            <a:ext cx="6103088" cy="461665"/>
          </a:xfrm>
          <a:prstGeom prst="rect">
            <a:avLst/>
          </a:prstGeom>
          <a:noFill/>
        </p:spPr>
        <p:txBody>
          <a:bodyPr wrap="square">
            <a:spAutoFit/>
          </a:bodyPr>
          <a:lstStyle/>
          <a:p>
            <a:r>
              <a:rPr lang="en-US" sz="2400" dirty="0" err="1"/>
              <a:t>Tahapan</a:t>
            </a:r>
            <a:r>
              <a:rPr lang="id-ID" sz="2400" dirty="0"/>
              <a:t> Metode PROMETHEE</a:t>
            </a:r>
            <a:endParaRPr lang="en-US" sz="2400" dirty="0">
              <a:solidFill>
                <a:schemeClr val="accent1"/>
              </a:solidFill>
            </a:endParaRPr>
          </a:p>
        </p:txBody>
      </p:sp>
      <p:sp>
        <p:nvSpPr>
          <p:cNvPr id="9" name="TextBox 8">
            <a:extLst>
              <a:ext uri="{FF2B5EF4-FFF2-40B4-BE49-F238E27FC236}">
                <a16:creationId xmlns:a16="http://schemas.microsoft.com/office/drawing/2014/main" id="{51351274-FC1C-4580-9CD6-8EC1D7BC2974}"/>
              </a:ext>
            </a:extLst>
          </p:cNvPr>
          <p:cNvSpPr txBox="1"/>
          <p:nvPr/>
        </p:nvSpPr>
        <p:spPr>
          <a:xfrm>
            <a:off x="3912781" y="1837793"/>
            <a:ext cx="6103088" cy="4716612"/>
          </a:xfrm>
          <a:prstGeom prst="rect">
            <a:avLst/>
          </a:prstGeom>
          <a:noFill/>
        </p:spPr>
        <p:txBody>
          <a:bodyPr wrap="square">
            <a:spAutoFit/>
          </a:bodyPr>
          <a:lstStyle/>
          <a:p>
            <a:pPr marL="342900" lvl="0" indent="-342900" algn="just">
              <a:lnSpc>
                <a:spcPct val="200000"/>
              </a:lnSpc>
              <a:spcAft>
                <a:spcPts val="800"/>
              </a:spcAft>
              <a:buFont typeface="+mj-lt"/>
              <a:buAutoNum type="arabicPeriod"/>
            </a:pPr>
            <a:r>
              <a:rPr lang="id-ID" sz="2000" dirty="0">
                <a:latin typeface="+mj-lt"/>
                <a:ea typeface="Calibri" panose="020F0502020204030204" pitchFamily="34" charset="0"/>
                <a:cs typeface="Times New Roman" panose="02020603050405020304" pitchFamily="18" charset="0"/>
              </a:rPr>
              <a:t>Menentukan Tipe Penilaian </a:t>
            </a:r>
          </a:p>
          <a:p>
            <a:pPr marL="342900" lvl="0" indent="-342900" algn="just">
              <a:lnSpc>
                <a:spcPct val="200000"/>
              </a:lnSpc>
              <a:spcAft>
                <a:spcPts val="800"/>
              </a:spcAft>
              <a:buFont typeface="+mj-lt"/>
              <a:buAutoNum type="arabicPeriod"/>
            </a:pPr>
            <a:r>
              <a:rPr lang="id-ID" sz="2000" dirty="0">
                <a:effectLst/>
                <a:latin typeface="+mj-lt"/>
                <a:ea typeface="Calibri" panose="020F0502020204030204" pitchFamily="34" charset="0"/>
                <a:cs typeface="Times New Roman" panose="02020603050405020304" pitchFamily="18" charset="0"/>
              </a:rPr>
              <a:t>Menentukan T</a:t>
            </a:r>
            <a:r>
              <a:rPr lang="id-ID" sz="2000" dirty="0">
                <a:latin typeface="+mj-lt"/>
                <a:ea typeface="Calibri" panose="020F0502020204030204" pitchFamily="34" charset="0"/>
                <a:cs typeface="Times New Roman" panose="02020603050405020304" pitchFamily="18" charset="0"/>
              </a:rPr>
              <a:t>ipe Preferensi </a:t>
            </a:r>
          </a:p>
          <a:p>
            <a:pPr marL="342900" lvl="0" indent="-342900" algn="just">
              <a:lnSpc>
                <a:spcPct val="200000"/>
              </a:lnSpc>
              <a:spcAft>
                <a:spcPts val="800"/>
              </a:spcAft>
              <a:buFont typeface="+mj-lt"/>
              <a:buAutoNum type="arabicPeriod"/>
            </a:pPr>
            <a:r>
              <a:rPr lang="id-ID" sz="2000" dirty="0">
                <a:effectLst/>
                <a:latin typeface="+mj-lt"/>
                <a:ea typeface="Calibri" panose="020F0502020204030204" pitchFamily="34" charset="0"/>
                <a:cs typeface="Times New Roman" panose="02020603050405020304" pitchFamily="18" charset="0"/>
              </a:rPr>
              <a:t>Memberikan nilai Threshold atau kecenderungan untuk setiap Kriteria berdasarkan tipe preferensi yang telah dipilih </a:t>
            </a:r>
          </a:p>
          <a:p>
            <a:pPr marL="342900" lvl="0" indent="-342900" algn="just">
              <a:lnSpc>
                <a:spcPct val="200000"/>
              </a:lnSpc>
              <a:spcAft>
                <a:spcPts val="800"/>
              </a:spcAft>
              <a:buFont typeface="+mj-lt"/>
              <a:buAutoNum type="arabicPeriod"/>
            </a:pPr>
            <a:endParaRPr lang="id-ID" sz="2000" dirty="0">
              <a:latin typeface="+mj-lt"/>
              <a:ea typeface="Calibri" panose="020F0502020204030204" pitchFamily="34" charset="0"/>
              <a:cs typeface="Times New Roman" panose="02020603050405020304" pitchFamily="18" charset="0"/>
            </a:endParaRPr>
          </a:p>
          <a:p>
            <a:pPr marL="342900" lvl="0" indent="-342900" algn="just">
              <a:lnSpc>
                <a:spcPct val="200000"/>
              </a:lnSpc>
              <a:spcAft>
                <a:spcPts val="800"/>
              </a:spcAft>
              <a:buFont typeface="+mj-lt"/>
              <a:buAutoNum type="arabicPeriod"/>
            </a:pPr>
            <a:endParaRPr lang="id-ID" sz="2000" dirty="0">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737554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ounded Rectangle 10">
            <a:extLst>
              <a:ext uri="{FF2B5EF4-FFF2-40B4-BE49-F238E27FC236}">
                <a16:creationId xmlns:a16="http://schemas.microsoft.com/office/drawing/2014/main" id="{74426D57-CD22-49EE-A78D-D8242052321B}"/>
              </a:ext>
            </a:extLst>
          </p:cNvPr>
          <p:cNvSpPr/>
          <p:nvPr/>
        </p:nvSpPr>
        <p:spPr>
          <a:xfrm>
            <a:off x="5545033" y="5565030"/>
            <a:ext cx="254160" cy="336352"/>
          </a:xfrm>
          <a:custGeom>
            <a:avLst/>
            <a:gdLst/>
            <a:ahLst/>
            <a:cxnLst/>
            <a:rect l="l" t="t" r="r" b="b"/>
            <a:pathLst>
              <a:path w="2448272" h="3240000">
                <a:moveTo>
                  <a:pt x="1358676" y="2676152"/>
                </a:moveTo>
                <a:cubicBezTo>
                  <a:pt x="1327753" y="2676152"/>
                  <a:pt x="1302685" y="2701220"/>
                  <a:pt x="1302685" y="2732143"/>
                </a:cubicBezTo>
                <a:lnTo>
                  <a:pt x="1302685" y="2956101"/>
                </a:lnTo>
                <a:cubicBezTo>
                  <a:pt x="1302685" y="2987024"/>
                  <a:pt x="1327753" y="3012092"/>
                  <a:pt x="1358676" y="3012092"/>
                </a:cubicBezTo>
                <a:lnTo>
                  <a:pt x="1582634" y="3012092"/>
                </a:lnTo>
                <a:cubicBezTo>
                  <a:pt x="1613557" y="3012092"/>
                  <a:pt x="1638625" y="2987024"/>
                  <a:pt x="1638625" y="2956101"/>
                </a:cubicBezTo>
                <a:lnTo>
                  <a:pt x="1638625" y="2732143"/>
                </a:lnTo>
                <a:cubicBezTo>
                  <a:pt x="1638625" y="2701220"/>
                  <a:pt x="1613557" y="2676152"/>
                  <a:pt x="1582634" y="2676152"/>
                </a:cubicBezTo>
                <a:close/>
                <a:moveTo>
                  <a:pt x="837062" y="2676152"/>
                </a:moveTo>
                <a:cubicBezTo>
                  <a:pt x="806139" y="2676152"/>
                  <a:pt x="781071" y="2701220"/>
                  <a:pt x="781071" y="2732143"/>
                </a:cubicBezTo>
                <a:lnTo>
                  <a:pt x="781071" y="2956101"/>
                </a:lnTo>
                <a:cubicBezTo>
                  <a:pt x="781071" y="2987024"/>
                  <a:pt x="806139" y="3012092"/>
                  <a:pt x="837062" y="3012092"/>
                </a:cubicBezTo>
                <a:lnTo>
                  <a:pt x="1061020" y="3012092"/>
                </a:lnTo>
                <a:cubicBezTo>
                  <a:pt x="1091943" y="3012092"/>
                  <a:pt x="1117011" y="2987024"/>
                  <a:pt x="1117011" y="2956101"/>
                </a:cubicBezTo>
                <a:lnTo>
                  <a:pt x="1117011" y="2732143"/>
                </a:lnTo>
                <a:cubicBezTo>
                  <a:pt x="1117011" y="2701220"/>
                  <a:pt x="1091943" y="2676152"/>
                  <a:pt x="1061020" y="2676152"/>
                </a:cubicBezTo>
                <a:close/>
                <a:moveTo>
                  <a:pt x="315448" y="2676152"/>
                </a:moveTo>
                <a:cubicBezTo>
                  <a:pt x="284525" y="2676152"/>
                  <a:pt x="259457" y="2701220"/>
                  <a:pt x="259457" y="2732143"/>
                </a:cubicBezTo>
                <a:lnTo>
                  <a:pt x="259457" y="2956101"/>
                </a:lnTo>
                <a:cubicBezTo>
                  <a:pt x="259457" y="2987024"/>
                  <a:pt x="284525" y="3012092"/>
                  <a:pt x="315448" y="3012092"/>
                </a:cubicBezTo>
                <a:lnTo>
                  <a:pt x="539406" y="3012092"/>
                </a:lnTo>
                <a:cubicBezTo>
                  <a:pt x="570329" y="3012092"/>
                  <a:pt x="595397" y="2987024"/>
                  <a:pt x="595397" y="2956101"/>
                </a:cubicBezTo>
                <a:lnTo>
                  <a:pt x="595397" y="2732143"/>
                </a:lnTo>
                <a:cubicBezTo>
                  <a:pt x="595397" y="2701220"/>
                  <a:pt x="570329" y="2676152"/>
                  <a:pt x="539406" y="2676152"/>
                </a:cubicBezTo>
                <a:close/>
                <a:moveTo>
                  <a:pt x="1880291" y="2179832"/>
                </a:moveTo>
                <a:cubicBezTo>
                  <a:pt x="1849368" y="2179832"/>
                  <a:pt x="1824300" y="2204900"/>
                  <a:pt x="1824300" y="2235823"/>
                </a:cubicBezTo>
                <a:lnTo>
                  <a:pt x="1824300" y="2956101"/>
                </a:lnTo>
                <a:cubicBezTo>
                  <a:pt x="1824300" y="2987024"/>
                  <a:pt x="1849368" y="3012092"/>
                  <a:pt x="1880291" y="3012092"/>
                </a:cubicBezTo>
                <a:lnTo>
                  <a:pt x="2104249" y="3012092"/>
                </a:lnTo>
                <a:cubicBezTo>
                  <a:pt x="2135172" y="3012092"/>
                  <a:pt x="2160240" y="2987024"/>
                  <a:pt x="2160240" y="2956101"/>
                </a:cubicBezTo>
                <a:lnTo>
                  <a:pt x="2160240" y="2235823"/>
                </a:lnTo>
                <a:cubicBezTo>
                  <a:pt x="2160240" y="2204900"/>
                  <a:pt x="2135172" y="2179832"/>
                  <a:pt x="2104249" y="2179832"/>
                </a:cubicBezTo>
                <a:close/>
                <a:moveTo>
                  <a:pt x="1358676" y="2179832"/>
                </a:moveTo>
                <a:cubicBezTo>
                  <a:pt x="1327753" y="2179832"/>
                  <a:pt x="1302685" y="2204900"/>
                  <a:pt x="1302685" y="2235823"/>
                </a:cubicBezTo>
                <a:lnTo>
                  <a:pt x="1302685" y="2459781"/>
                </a:lnTo>
                <a:cubicBezTo>
                  <a:pt x="1302685" y="2490704"/>
                  <a:pt x="1327753" y="2515772"/>
                  <a:pt x="1358676" y="2515772"/>
                </a:cubicBezTo>
                <a:lnTo>
                  <a:pt x="1582634" y="2515772"/>
                </a:lnTo>
                <a:cubicBezTo>
                  <a:pt x="1613557" y="2515772"/>
                  <a:pt x="1638625" y="2490704"/>
                  <a:pt x="1638625" y="2459781"/>
                </a:cubicBezTo>
                <a:lnTo>
                  <a:pt x="1638625" y="2235823"/>
                </a:lnTo>
                <a:cubicBezTo>
                  <a:pt x="1638625" y="2204900"/>
                  <a:pt x="1613557" y="2179832"/>
                  <a:pt x="1582634" y="2179832"/>
                </a:cubicBezTo>
                <a:close/>
                <a:moveTo>
                  <a:pt x="837062" y="2179832"/>
                </a:moveTo>
                <a:cubicBezTo>
                  <a:pt x="806139" y="2179832"/>
                  <a:pt x="781071" y="2204900"/>
                  <a:pt x="781071" y="2235823"/>
                </a:cubicBezTo>
                <a:lnTo>
                  <a:pt x="781071" y="2459781"/>
                </a:lnTo>
                <a:cubicBezTo>
                  <a:pt x="781071" y="2490704"/>
                  <a:pt x="806139" y="2515772"/>
                  <a:pt x="837062" y="2515772"/>
                </a:cubicBezTo>
                <a:lnTo>
                  <a:pt x="1061020" y="2515772"/>
                </a:lnTo>
                <a:cubicBezTo>
                  <a:pt x="1091943" y="2515772"/>
                  <a:pt x="1117011" y="2490704"/>
                  <a:pt x="1117011" y="2459781"/>
                </a:cubicBezTo>
                <a:lnTo>
                  <a:pt x="1117011" y="2235823"/>
                </a:lnTo>
                <a:cubicBezTo>
                  <a:pt x="1117011" y="2204900"/>
                  <a:pt x="1091943" y="2179832"/>
                  <a:pt x="1061020" y="2179832"/>
                </a:cubicBezTo>
                <a:close/>
                <a:moveTo>
                  <a:pt x="315448" y="2179832"/>
                </a:moveTo>
                <a:cubicBezTo>
                  <a:pt x="284525" y="2179832"/>
                  <a:pt x="259457" y="2204900"/>
                  <a:pt x="259457" y="2235823"/>
                </a:cubicBezTo>
                <a:lnTo>
                  <a:pt x="259457" y="2459781"/>
                </a:lnTo>
                <a:cubicBezTo>
                  <a:pt x="259457" y="2490704"/>
                  <a:pt x="284525" y="2515772"/>
                  <a:pt x="315448" y="2515772"/>
                </a:cubicBezTo>
                <a:lnTo>
                  <a:pt x="539406" y="2515772"/>
                </a:lnTo>
                <a:cubicBezTo>
                  <a:pt x="570329" y="2515772"/>
                  <a:pt x="595397" y="2490704"/>
                  <a:pt x="595397" y="2459781"/>
                </a:cubicBezTo>
                <a:lnTo>
                  <a:pt x="595397" y="2235823"/>
                </a:lnTo>
                <a:cubicBezTo>
                  <a:pt x="595397" y="2204900"/>
                  <a:pt x="570329" y="2179832"/>
                  <a:pt x="539406" y="2179832"/>
                </a:cubicBezTo>
                <a:close/>
                <a:moveTo>
                  <a:pt x="1880291" y="1683512"/>
                </a:moveTo>
                <a:cubicBezTo>
                  <a:pt x="1849368" y="1683512"/>
                  <a:pt x="1824300" y="1708580"/>
                  <a:pt x="1824300" y="1739503"/>
                </a:cubicBezTo>
                <a:lnTo>
                  <a:pt x="1824300" y="1963461"/>
                </a:lnTo>
                <a:cubicBezTo>
                  <a:pt x="1824300" y="1994384"/>
                  <a:pt x="1849368" y="2019452"/>
                  <a:pt x="1880291" y="2019452"/>
                </a:cubicBezTo>
                <a:lnTo>
                  <a:pt x="2104249" y="2019452"/>
                </a:lnTo>
                <a:cubicBezTo>
                  <a:pt x="2135172" y="2019452"/>
                  <a:pt x="2160240" y="1994384"/>
                  <a:pt x="2160240" y="1963461"/>
                </a:cubicBezTo>
                <a:lnTo>
                  <a:pt x="2160240" y="1739503"/>
                </a:lnTo>
                <a:cubicBezTo>
                  <a:pt x="2160240" y="1708580"/>
                  <a:pt x="2135172" y="1683512"/>
                  <a:pt x="2104249" y="1683512"/>
                </a:cubicBezTo>
                <a:close/>
                <a:moveTo>
                  <a:pt x="1358676" y="1683512"/>
                </a:moveTo>
                <a:cubicBezTo>
                  <a:pt x="1327753" y="1683512"/>
                  <a:pt x="1302685" y="1708580"/>
                  <a:pt x="1302685" y="1739503"/>
                </a:cubicBezTo>
                <a:lnTo>
                  <a:pt x="1302685" y="1963461"/>
                </a:lnTo>
                <a:cubicBezTo>
                  <a:pt x="1302685" y="1994384"/>
                  <a:pt x="1327753" y="2019452"/>
                  <a:pt x="1358676" y="2019452"/>
                </a:cubicBezTo>
                <a:lnTo>
                  <a:pt x="1582634" y="2019452"/>
                </a:lnTo>
                <a:cubicBezTo>
                  <a:pt x="1613557" y="2019452"/>
                  <a:pt x="1638625" y="1994384"/>
                  <a:pt x="1638625" y="1963461"/>
                </a:cubicBezTo>
                <a:lnTo>
                  <a:pt x="1638625" y="1739503"/>
                </a:lnTo>
                <a:cubicBezTo>
                  <a:pt x="1638625" y="1708580"/>
                  <a:pt x="1613557" y="1683512"/>
                  <a:pt x="1582634" y="1683512"/>
                </a:cubicBezTo>
                <a:close/>
                <a:moveTo>
                  <a:pt x="837062" y="1683512"/>
                </a:moveTo>
                <a:cubicBezTo>
                  <a:pt x="806139" y="1683512"/>
                  <a:pt x="781071" y="1708580"/>
                  <a:pt x="781071" y="1739503"/>
                </a:cubicBezTo>
                <a:lnTo>
                  <a:pt x="781071" y="1963461"/>
                </a:lnTo>
                <a:cubicBezTo>
                  <a:pt x="781071" y="1994384"/>
                  <a:pt x="806139" y="2019452"/>
                  <a:pt x="837062" y="2019452"/>
                </a:cubicBezTo>
                <a:lnTo>
                  <a:pt x="1061020" y="2019452"/>
                </a:lnTo>
                <a:cubicBezTo>
                  <a:pt x="1091943" y="2019452"/>
                  <a:pt x="1117011" y="1994384"/>
                  <a:pt x="1117011" y="1963461"/>
                </a:cubicBezTo>
                <a:lnTo>
                  <a:pt x="1117011" y="1739503"/>
                </a:lnTo>
                <a:cubicBezTo>
                  <a:pt x="1117011" y="1708580"/>
                  <a:pt x="1091943" y="1683512"/>
                  <a:pt x="1061020" y="1683512"/>
                </a:cubicBezTo>
                <a:close/>
                <a:moveTo>
                  <a:pt x="315448" y="1683512"/>
                </a:moveTo>
                <a:cubicBezTo>
                  <a:pt x="284525" y="1683512"/>
                  <a:pt x="259457" y="1708580"/>
                  <a:pt x="259457" y="1739503"/>
                </a:cubicBezTo>
                <a:lnTo>
                  <a:pt x="259457" y="1963461"/>
                </a:lnTo>
                <a:cubicBezTo>
                  <a:pt x="259457" y="1994384"/>
                  <a:pt x="284525" y="2019452"/>
                  <a:pt x="315448" y="2019452"/>
                </a:cubicBezTo>
                <a:lnTo>
                  <a:pt x="539406" y="2019452"/>
                </a:lnTo>
                <a:cubicBezTo>
                  <a:pt x="570329" y="2019452"/>
                  <a:pt x="595397" y="1994384"/>
                  <a:pt x="595397" y="1963461"/>
                </a:cubicBezTo>
                <a:lnTo>
                  <a:pt x="595397" y="1739503"/>
                </a:lnTo>
                <a:cubicBezTo>
                  <a:pt x="595397" y="1708580"/>
                  <a:pt x="570329" y="1683512"/>
                  <a:pt x="539406" y="1683512"/>
                </a:cubicBezTo>
                <a:close/>
                <a:moveTo>
                  <a:pt x="1880291" y="1187192"/>
                </a:moveTo>
                <a:cubicBezTo>
                  <a:pt x="1849368" y="1187192"/>
                  <a:pt x="1824300" y="1212260"/>
                  <a:pt x="1824300" y="1243183"/>
                </a:cubicBezTo>
                <a:lnTo>
                  <a:pt x="1824300" y="1467141"/>
                </a:lnTo>
                <a:cubicBezTo>
                  <a:pt x="1824300" y="1498064"/>
                  <a:pt x="1849368" y="1523132"/>
                  <a:pt x="1880291" y="1523132"/>
                </a:cubicBezTo>
                <a:lnTo>
                  <a:pt x="2104249" y="1523132"/>
                </a:lnTo>
                <a:cubicBezTo>
                  <a:pt x="2135172" y="1523132"/>
                  <a:pt x="2160240" y="1498064"/>
                  <a:pt x="2160240" y="1467141"/>
                </a:cubicBezTo>
                <a:lnTo>
                  <a:pt x="2160240" y="1243183"/>
                </a:lnTo>
                <a:cubicBezTo>
                  <a:pt x="2160240" y="1212260"/>
                  <a:pt x="2135172" y="1187192"/>
                  <a:pt x="2104249" y="1187192"/>
                </a:cubicBezTo>
                <a:close/>
                <a:moveTo>
                  <a:pt x="1358676" y="1187192"/>
                </a:moveTo>
                <a:cubicBezTo>
                  <a:pt x="1327753" y="1187192"/>
                  <a:pt x="1302685" y="1212260"/>
                  <a:pt x="1302685" y="1243183"/>
                </a:cubicBezTo>
                <a:lnTo>
                  <a:pt x="1302685" y="1467141"/>
                </a:lnTo>
                <a:cubicBezTo>
                  <a:pt x="1302685" y="1498064"/>
                  <a:pt x="1327753" y="1523132"/>
                  <a:pt x="1358676" y="1523132"/>
                </a:cubicBezTo>
                <a:lnTo>
                  <a:pt x="1582634" y="1523132"/>
                </a:lnTo>
                <a:cubicBezTo>
                  <a:pt x="1613557" y="1523132"/>
                  <a:pt x="1638625" y="1498064"/>
                  <a:pt x="1638625" y="1467141"/>
                </a:cubicBezTo>
                <a:lnTo>
                  <a:pt x="1638625" y="1243183"/>
                </a:lnTo>
                <a:cubicBezTo>
                  <a:pt x="1638625" y="1212260"/>
                  <a:pt x="1613557" y="1187192"/>
                  <a:pt x="1582634" y="1187192"/>
                </a:cubicBezTo>
                <a:close/>
                <a:moveTo>
                  <a:pt x="837062" y="1187192"/>
                </a:moveTo>
                <a:cubicBezTo>
                  <a:pt x="806139" y="1187192"/>
                  <a:pt x="781071" y="1212260"/>
                  <a:pt x="781071" y="1243183"/>
                </a:cubicBezTo>
                <a:lnTo>
                  <a:pt x="781071" y="1467141"/>
                </a:lnTo>
                <a:cubicBezTo>
                  <a:pt x="781071" y="1498064"/>
                  <a:pt x="806139" y="1523132"/>
                  <a:pt x="837062" y="1523132"/>
                </a:cubicBezTo>
                <a:lnTo>
                  <a:pt x="1061020" y="1523132"/>
                </a:lnTo>
                <a:cubicBezTo>
                  <a:pt x="1091943" y="1523132"/>
                  <a:pt x="1117011" y="1498064"/>
                  <a:pt x="1117011" y="1467141"/>
                </a:cubicBezTo>
                <a:lnTo>
                  <a:pt x="1117011" y="1243183"/>
                </a:lnTo>
                <a:cubicBezTo>
                  <a:pt x="1117011" y="1212260"/>
                  <a:pt x="1091943" y="1187192"/>
                  <a:pt x="1061020" y="1187192"/>
                </a:cubicBezTo>
                <a:close/>
                <a:moveTo>
                  <a:pt x="315448" y="1187192"/>
                </a:moveTo>
                <a:cubicBezTo>
                  <a:pt x="284525" y="1187192"/>
                  <a:pt x="259457" y="1212260"/>
                  <a:pt x="259457" y="1243183"/>
                </a:cubicBezTo>
                <a:lnTo>
                  <a:pt x="259457" y="1467141"/>
                </a:lnTo>
                <a:cubicBezTo>
                  <a:pt x="259457" y="1498064"/>
                  <a:pt x="284525" y="1523132"/>
                  <a:pt x="315448" y="1523132"/>
                </a:cubicBezTo>
                <a:lnTo>
                  <a:pt x="539406" y="1523132"/>
                </a:lnTo>
                <a:cubicBezTo>
                  <a:pt x="570329" y="1523132"/>
                  <a:pt x="595397" y="1498064"/>
                  <a:pt x="595397" y="1467141"/>
                </a:cubicBezTo>
                <a:lnTo>
                  <a:pt x="595397" y="1243183"/>
                </a:lnTo>
                <a:cubicBezTo>
                  <a:pt x="595397" y="1212260"/>
                  <a:pt x="570329" y="1187192"/>
                  <a:pt x="539406" y="1187192"/>
                </a:cubicBezTo>
                <a:close/>
                <a:moveTo>
                  <a:pt x="348041" y="163575"/>
                </a:moveTo>
                <a:cubicBezTo>
                  <a:pt x="275130" y="163575"/>
                  <a:pt x="216024" y="222681"/>
                  <a:pt x="216024" y="295592"/>
                </a:cubicBezTo>
                <a:lnTo>
                  <a:pt x="216024" y="823646"/>
                </a:lnTo>
                <a:cubicBezTo>
                  <a:pt x="216024" y="896557"/>
                  <a:pt x="275130" y="955663"/>
                  <a:pt x="348041" y="955663"/>
                </a:cubicBezTo>
                <a:lnTo>
                  <a:pt x="2100231" y="955663"/>
                </a:lnTo>
                <a:cubicBezTo>
                  <a:pt x="2173142" y="955663"/>
                  <a:pt x="2232248" y="896557"/>
                  <a:pt x="2232248" y="823646"/>
                </a:cubicBezTo>
                <a:lnTo>
                  <a:pt x="2232248" y="295592"/>
                </a:lnTo>
                <a:cubicBezTo>
                  <a:pt x="2232248" y="222681"/>
                  <a:pt x="2173142" y="163575"/>
                  <a:pt x="2100231" y="163575"/>
                </a:cubicBezTo>
                <a:close/>
                <a:moveTo>
                  <a:pt x="265172" y="0"/>
                </a:moveTo>
                <a:lnTo>
                  <a:pt x="2183100" y="0"/>
                </a:lnTo>
                <a:cubicBezTo>
                  <a:pt x="2329550" y="0"/>
                  <a:pt x="2448272" y="118722"/>
                  <a:pt x="2448272" y="265172"/>
                </a:cubicBezTo>
                <a:lnTo>
                  <a:pt x="2448272" y="2974828"/>
                </a:lnTo>
                <a:cubicBezTo>
                  <a:pt x="2448272" y="3121278"/>
                  <a:pt x="2329550" y="3240000"/>
                  <a:pt x="2183100" y="3240000"/>
                </a:cubicBezTo>
                <a:lnTo>
                  <a:pt x="265172" y="3240000"/>
                </a:lnTo>
                <a:cubicBezTo>
                  <a:pt x="118722" y="3240000"/>
                  <a:pt x="0" y="3121278"/>
                  <a:pt x="0" y="2974828"/>
                </a:cubicBezTo>
                <a:lnTo>
                  <a:pt x="0" y="265172"/>
                </a:lnTo>
                <a:cubicBezTo>
                  <a:pt x="0" y="118722"/>
                  <a:pt x="118722" y="0"/>
                  <a:pt x="26517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40" name="Rounded Rectangle 6">
            <a:extLst>
              <a:ext uri="{FF2B5EF4-FFF2-40B4-BE49-F238E27FC236}">
                <a16:creationId xmlns:a16="http://schemas.microsoft.com/office/drawing/2014/main" id="{57377BB8-9732-4078-B45C-4B9316DD2D9F}"/>
              </a:ext>
            </a:extLst>
          </p:cNvPr>
          <p:cNvSpPr/>
          <p:nvPr/>
        </p:nvSpPr>
        <p:spPr>
          <a:xfrm>
            <a:off x="5500643" y="4762609"/>
            <a:ext cx="345998" cy="351772"/>
          </a:xfrm>
          <a:custGeom>
            <a:avLst/>
            <a:gdLst/>
            <a:ahLst/>
            <a:cxnLst/>
            <a:rect l="l" t="t" r="r" b="b"/>
            <a:pathLst>
              <a:path w="3186824" h="3060919">
                <a:moveTo>
                  <a:pt x="1045874" y="2696689"/>
                </a:moveTo>
                <a:lnTo>
                  <a:pt x="2125874" y="2696689"/>
                </a:lnTo>
                <a:lnTo>
                  <a:pt x="2125874" y="2804689"/>
                </a:lnTo>
                <a:lnTo>
                  <a:pt x="1045874" y="2804689"/>
                </a:lnTo>
                <a:close/>
                <a:moveTo>
                  <a:pt x="1045874" y="2410468"/>
                </a:moveTo>
                <a:lnTo>
                  <a:pt x="2125874" y="2410468"/>
                </a:lnTo>
                <a:lnTo>
                  <a:pt x="2125874" y="2518468"/>
                </a:lnTo>
                <a:lnTo>
                  <a:pt x="1045874" y="2518468"/>
                </a:lnTo>
                <a:close/>
                <a:moveTo>
                  <a:pt x="1045874" y="2124247"/>
                </a:moveTo>
                <a:lnTo>
                  <a:pt x="2125874" y="2124247"/>
                </a:lnTo>
                <a:lnTo>
                  <a:pt x="2125874" y="2232247"/>
                </a:lnTo>
                <a:lnTo>
                  <a:pt x="1045874" y="2232247"/>
                </a:lnTo>
                <a:close/>
                <a:moveTo>
                  <a:pt x="902547" y="1956791"/>
                </a:moveTo>
                <a:lnTo>
                  <a:pt x="902547" y="2109191"/>
                </a:lnTo>
                <a:lnTo>
                  <a:pt x="902547" y="2185391"/>
                </a:lnTo>
                <a:lnTo>
                  <a:pt x="902547" y="2376263"/>
                </a:lnTo>
                <a:lnTo>
                  <a:pt x="902547" y="2973921"/>
                </a:lnTo>
                <a:lnTo>
                  <a:pt x="2284277" y="2973921"/>
                </a:lnTo>
                <a:lnTo>
                  <a:pt x="2284277" y="2376263"/>
                </a:lnTo>
                <a:lnTo>
                  <a:pt x="2284277" y="2185391"/>
                </a:lnTo>
                <a:lnTo>
                  <a:pt x="2284277" y="2109191"/>
                </a:lnTo>
                <a:lnTo>
                  <a:pt x="2284277" y="1956791"/>
                </a:lnTo>
                <a:close/>
                <a:moveTo>
                  <a:pt x="469172" y="1728191"/>
                </a:moveTo>
                <a:lnTo>
                  <a:pt x="469172" y="2185391"/>
                </a:lnTo>
                <a:lnTo>
                  <a:pt x="767127" y="2185391"/>
                </a:lnTo>
                <a:lnTo>
                  <a:pt x="767127" y="2109191"/>
                </a:lnTo>
                <a:lnTo>
                  <a:pt x="545372" y="2109191"/>
                </a:lnTo>
                <a:lnTo>
                  <a:pt x="545372" y="1804391"/>
                </a:lnTo>
                <a:lnTo>
                  <a:pt x="2641452" y="1804391"/>
                </a:lnTo>
                <a:lnTo>
                  <a:pt x="2641452" y="2109191"/>
                </a:lnTo>
                <a:lnTo>
                  <a:pt x="2419697" y="2109191"/>
                </a:lnTo>
                <a:lnTo>
                  <a:pt x="2419697" y="2185391"/>
                </a:lnTo>
                <a:lnTo>
                  <a:pt x="2717652" y="2185391"/>
                </a:lnTo>
                <a:lnTo>
                  <a:pt x="2717652" y="1728191"/>
                </a:lnTo>
                <a:close/>
                <a:moveTo>
                  <a:pt x="2819005" y="1350909"/>
                </a:moveTo>
                <a:cubicBezTo>
                  <a:pt x="2769294" y="1350909"/>
                  <a:pt x="2728995" y="1391208"/>
                  <a:pt x="2728995" y="1440919"/>
                </a:cubicBezTo>
                <a:cubicBezTo>
                  <a:pt x="2728995" y="1490630"/>
                  <a:pt x="2769294" y="1530929"/>
                  <a:pt x="2819005" y="1530929"/>
                </a:cubicBezTo>
                <a:cubicBezTo>
                  <a:pt x="2868716" y="1530929"/>
                  <a:pt x="2909015" y="1490630"/>
                  <a:pt x="2909015" y="1440919"/>
                </a:cubicBezTo>
                <a:cubicBezTo>
                  <a:pt x="2909015" y="1391208"/>
                  <a:pt x="2868716" y="1350909"/>
                  <a:pt x="2819005" y="1350909"/>
                </a:cubicBezTo>
                <a:close/>
                <a:moveTo>
                  <a:pt x="2509707" y="1350909"/>
                </a:moveTo>
                <a:cubicBezTo>
                  <a:pt x="2459996" y="1350909"/>
                  <a:pt x="2419697" y="1391208"/>
                  <a:pt x="2419697" y="1440919"/>
                </a:cubicBezTo>
                <a:cubicBezTo>
                  <a:pt x="2419697" y="1490630"/>
                  <a:pt x="2459996" y="1530929"/>
                  <a:pt x="2509707" y="1530929"/>
                </a:cubicBezTo>
                <a:cubicBezTo>
                  <a:pt x="2559418" y="1530929"/>
                  <a:pt x="2599717" y="1490630"/>
                  <a:pt x="2599717" y="1440919"/>
                </a:cubicBezTo>
                <a:cubicBezTo>
                  <a:pt x="2599717" y="1391208"/>
                  <a:pt x="2559418" y="1350909"/>
                  <a:pt x="2509707" y="1350909"/>
                </a:cubicBezTo>
                <a:close/>
                <a:moveTo>
                  <a:pt x="195993" y="1200328"/>
                </a:moveTo>
                <a:lnTo>
                  <a:pt x="2990831" y="1200328"/>
                </a:lnTo>
                <a:cubicBezTo>
                  <a:pt x="3099075" y="1200328"/>
                  <a:pt x="3186824" y="1288077"/>
                  <a:pt x="3186824" y="1396321"/>
                </a:cubicBezTo>
                <a:lnTo>
                  <a:pt x="3186824" y="2180270"/>
                </a:lnTo>
                <a:cubicBezTo>
                  <a:pt x="3186824" y="2288514"/>
                  <a:pt x="3099075" y="2376263"/>
                  <a:pt x="2990831" y="2376263"/>
                </a:cubicBezTo>
                <a:lnTo>
                  <a:pt x="2419697" y="2376263"/>
                </a:lnTo>
                <a:lnTo>
                  <a:pt x="2419697" y="3060919"/>
                </a:lnTo>
                <a:lnTo>
                  <a:pt x="767127" y="3060919"/>
                </a:lnTo>
                <a:lnTo>
                  <a:pt x="767127" y="2376263"/>
                </a:lnTo>
                <a:lnTo>
                  <a:pt x="195993" y="2376263"/>
                </a:lnTo>
                <a:cubicBezTo>
                  <a:pt x="87749" y="2376263"/>
                  <a:pt x="0" y="2288514"/>
                  <a:pt x="0" y="2180270"/>
                </a:cubicBezTo>
                <a:lnTo>
                  <a:pt x="0" y="1396321"/>
                </a:lnTo>
                <a:cubicBezTo>
                  <a:pt x="0" y="1288077"/>
                  <a:pt x="87749" y="1200328"/>
                  <a:pt x="195993" y="1200328"/>
                </a:cubicBezTo>
                <a:close/>
                <a:moveTo>
                  <a:pt x="767127" y="0"/>
                </a:moveTo>
                <a:lnTo>
                  <a:pt x="2419697" y="0"/>
                </a:lnTo>
                <a:lnTo>
                  <a:pt x="2419697" y="190589"/>
                </a:lnTo>
                <a:lnTo>
                  <a:pt x="2565249" y="190589"/>
                </a:lnTo>
                <a:cubicBezTo>
                  <a:pt x="2649419" y="190589"/>
                  <a:pt x="2717652" y="258822"/>
                  <a:pt x="2717652" y="342992"/>
                </a:cubicBezTo>
                <a:lnTo>
                  <a:pt x="2717652" y="1104989"/>
                </a:lnTo>
                <a:lnTo>
                  <a:pt x="2284277" y="1104989"/>
                </a:lnTo>
                <a:lnTo>
                  <a:pt x="2284277" y="1104128"/>
                </a:lnTo>
                <a:lnTo>
                  <a:pt x="2284277" y="190589"/>
                </a:lnTo>
                <a:lnTo>
                  <a:pt x="2284277" y="96523"/>
                </a:lnTo>
                <a:lnTo>
                  <a:pt x="902547" y="96523"/>
                </a:lnTo>
                <a:lnTo>
                  <a:pt x="902547" y="190589"/>
                </a:lnTo>
                <a:lnTo>
                  <a:pt x="902547" y="1104128"/>
                </a:lnTo>
                <a:lnTo>
                  <a:pt x="902547" y="1104989"/>
                </a:lnTo>
                <a:lnTo>
                  <a:pt x="469172" y="1104989"/>
                </a:lnTo>
                <a:lnTo>
                  <a:pt x="469172" y="342992"/>
                </a:lnTo>
                <a:cubicBezTo>
                  <a:pt x="469172" y="258822"/>
                  <a:pt x="537405" y="190589"/>
                  <a:pt x="621575" y="190589"/>
                </a:cubicBezTo>
                <a:lnTo>
                  <a:pt x="767127" y="19058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9" name="TextBox 8">
            <a:extLst>
              <a:ext uri="{FF2B5EF4-FFF2-40B4-BE49-F238E27FC236}">
                <a16:creationId xmlns:a16="http://schemas.microsoft.com/office/drawing/2014/main" id="{59E9DF45-A788-4652-85D4-1D251731D990}"/>
              </a:ext>
            </a:extLst>
          </p:cNvPr>
          <p:cNvSpPr txBox="1"/>
          <p:nvPr/>
        </p:nvSpPr>
        <p:spPr>
          <a:xfrm>
            <a:off x="946296" y="426536"/>
            <a:ext cx="8048847" cy="612925"/>
          </a:xfrm>
          <a:prstGeom prst="rect">
            <a:avLst/>
          </a:prstGeom>
          <a:noFill/>
        </p:spPr>
        <p:txBody>
          <a:bodyPr wrap="square">
            <a:spAutoFit/>
          </a:bodyPr>
          <a:lstStyle/>
          <a:p>
            <a:pPr lvl="0" algn="just">
              <a:lnSpc>
                <a:spcPct val="200000"/>
              </a:lnSpc>
              <a:spcAft>
                <a:spcPts val="800"/>
              </a:spcAft>
            </a:pPr>
            <a:r>
              <a:rPr lang="id-ID" sz="2000" dirty="0">
                <a:latin typeface="+mj-lt"/>
                <a:ea typeface="Calibri" panose="020F0502020204030204" pitchFamily="34" charset="0"/>
                <a:cs typeface="Times New Roman" panose="02020603050405020304" pitchFamily="18" charset="0"/>
              </a:rPr>
              <a:t>4.  Perhitungan </a:t>
            </a:r>
            <a:r>
              <a:rPr lang="id-ID" sz="2000" i="1" dirty="0">
                <a:latin typeface="+mj-lt"/>
                <a:ea typeface="Calibri" panose="020F0502020204030204" pitchFamily="34" charset="0"/>
                <a:cs typeface="Times New Roman" panose="02020603050405020304" pitchFamily="18" charset="0"/>
              </a:rPr>
              <a:t>Entering Flow, Leaving Flow, dan Net Flow</a:t>
            </a:r>
            <a:r>
              <a:rPr lang="id-ID" sz="2000" dirty="0">
                <a:latin typeface="+mj-lt"/>
                <a:ea typeface="Calibri" panose="020F0502020204030204" pitchFamily="34" charset="0"/>
                <a:cs typeface="Times New Roman" panose="02020603050405020304" pitchFamily="18" charset="0"/>
              </a:rPr>
              <a:t> </a:t>
            </a:r>
            <a:endParaRPr lang="id-ID" sz="2000" dirty="0">
              <a:effectLst/>
              <a:latin typeface="+mj-lt"/>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2F0CBB48-F34A-4CA2-B91E-99FCC7F7AA49}"/>
              </a:ext>
            </a:extLst>
          </p:cNvPr>
          <p:cNvSpPr txBox="1"/>
          <p:nvPr/>
        </p:nvSpPr>
        <p:spPr>
          <a:xfrm>
            <a:off x="1063256" y="956618"/>
            <a:ext cx="8314660" cy="4438844"/>
          </a:xfrm>
          <a:prstGeom prst="rect">
            <a:avLst/>
          </a:prstGeom>
          <a:noFill/>
        </p:spPr>
        <p:txBody>
          <a:bodyPr wrap="square">
            <a:spAutoFit/>
          </a:bodyPr>
          <a:lstStyle/>
          <a:p>
            <a:pPr marL="270510" algn="just">
              <a:lnSpc>
                <a:spcPct val="200000"/>
              </a:lnSpc>
            </a:pPr>
            <a:r>
              <a:rPr lang="id-ID" sz="1800" i="1" dirty="0">
                <a:solidFill>
                  <a:srgbClr val="000000"/>
                </a:solidFill>
                <a:effectLst/>
                <a:latin typeface="+mj-lt"/>
                <a:ea typeface="Calibri" panose="020F0502020204030204" pitchFamily="34" charset="0"/>
              </a:rPr>
              <a:t>Leaving Flow </a:t>
            </a:r>
            <a:r>
              <a:rPr lang="id-ID" sz="1800" dirty="0">
                <a:solidFill>
                  <a:srgbClr val="000000"/>
                </a:solidFill>
                <a:effectLst/>
                <a:latin typeface="+mj-lt"/>
                <a:ea typeface="Calibri" panose="020F0502020204030204" pitchFamily="34" charset="0"/>
              </a:rPr>
              <a:t>adalah jumlah dari yang memiliki arah menjauh dari node a dan hal ini merupakan pengukuran outrangking. </a:t>
            </a:r>
          </a:p>
          <a:p>
            <a:pPr marL="270510" algn="just">
              <a:lnSpc>
                <a:spcPct val="200000"/>
              </a:lnSpc>
            </a:pPr>
            <a:r>
              <a:rPr lang="id-ID" sz="1800" i="1" dirty="0">
                <a:solidFill>
                  <a:srgbClr val="000000"/>
                </a:solidFill>
                <a:effectLst/>
                <a:latin typeface="+mj-lt"/>
                <a:ea typeface="Calibri" panose="020F0502020204030204" pitchFamily="34" charset="0"/>
                <a:cs typeface="Times New Roman" panose="02020603050405020304" pitchFamily="18" charset="0"/>
              </a:rPr>
              <a:t>Entering Flow </a:t>
            </a:r>
            <a:r>
              <a:rPr lang="id-ID" sz="1800" dirty="0">
                <a:solidFill>
                  <a:srgbClr val="000000"/>
                </a:solidFill>
                <a:effectLst/>
                <a:latin typeface="+mj-lt"/>
                <a:ea typeface="Calibri" panose="020F0502020204030204" pitchFamily="34" charset="0"/>
                <a:cs typeface="Times New Roman" panose="02020603050405020304" pitchFamily="18" charset="0"/>
              </a:rPr>
              <a:t>adalah jumlah dari yang memiliki arah mendekat dari node a dan hal ini merupakan karakter pengukuran outrangking</a:t>
            </a:r>
          </a:p>
          <a:p>
            <a:pPr marL="270510" algn="just">
              <a:lnSpc>
                <a:spcPct val="200000"/>
              </a:lnSpc>
            </a:pPr>
            <a:r>
              <a:rPr lang="id-ID" sz="1800" i="1" dirty="0">
                <a:effectLst/>
                <a:latin typeface="+mj-lt"/>
                <a:ea typeface="Times New Roman" panose="02020603050405020304" pitchFamily="18" charset="0"/>
              </a:rPr>
              <a:t>Net Flow </a:t>
            </a:r>
            <a:r>
              <a:rPr lang="id-ID" dirty="0">
                <a:latin typeface="+mj-lt"/>
                <a:ea typeface="Times New Roman" panose="02020603050405020304" pitchFamily="18" charset="0"/>
              </a:rPr>
              <a:t>adalah penilaian secara lengkap disini adalah penilaian yang didapat dari nilai </a:t>
            </a:r>
            <a:r>
              <a:rPr lang="id-ID" i="1" dirty="0">
                <a:latin typeface="+mj-lt"/>
                <a:ea typeface="Times New Roman" panose="02020603050405020304" pitchFamily="18" charset="0"/>
              </a:rPr>
              <a:t>entering flow </a:t>
            </a:r>
            <a:r>
              <a:rPr lang="id-ID" dirty="0">
                <a:latin typeface="+mj-lt"/>
                <a:ea typeface="Times New Roman" panose="02020603050405020304" pitchFamily="18" charset="0"/>
              </a:rPr>
              <a:t>yang dikurangi nilai</a:t>
            </a:r>
            <a:r>
              <a:rPr lang="id-ID" i="1" dirty="0">
                <a:latin typeface="+mj-lt"/>
                <a:ea typeface="Times New Roman" panose="02020603050405020304" pitchFamily="18" charset="0"/>
              </a:rPr>
              <a:t> leaving Flow  </a:t>
            </a:r>
            <a:r>
              <a:rPr lang="id-ID" dirty="0">
                <a:latin typeface="+mj-lt"/>
                <a:ea typeface="Times New Roman" panose="02020603050405020304" pitchFamily="18" charset="0"/>
              </a:rPr>
              <a:t>jadi bisa diartikan adalah nilai akhir atau hasil yang didapat dari nilai positif yang dikurangi nilai negatif dari sebuah node.</a:t>
            </a:r>
            <a:endParaRPr lang="id-ID" sz="1800" dirty="0">
              <a:effectLst/>
              <a:latin typeface="+mj-lt"/>
              <a:ea typeface="Times New Roman" panose="02020603050405020304" pitchFamily="18" charset="0"/>
            </a:endParaRPr>
          </a:p>
        </p:txBody>
      </p:sp>
    </p:spTree>
    <p:extLst>
      <p:ext uri="{BB962C8B-B14F-4D97-AF65-F5344CB8AC3E}">
        <p14:creationId xmlns:p14="http://schemas.microsoft.com/office/powerpoint/2010/main" val="2293129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Freeform: Shape 129">
            <a:extLst>
              <a:ext uri="{FF2B5EF4-FFF2-40B4-BE49-F238E27FC236}">
                <a16:creationId xmlns:a16="http://schemas.microsoft.com/office/drawing/2014/main" id="{06B764DB-1C88-4894-B6E9-17AD94BD0F9D}"/>
              </a:ext>
            </a:extLst>
          </p:cNvPr>
          <p:cNvSpPr>
            <a:spLocks/>
          </p:cNvSpPr>
          <p:nvPr/>
        </p:nvSpPr>
        <p:spPr bwMode="auto">
          <a:xfrm>
            <a:off x="8399666" y="6145526"/>
            <a:ext cx="3792334" cy="603983"/>
          </a:xfrm>
          <a:custGeom>
            <a:avLst/>
            <a:gdLst>
              <a:gd name="connsiteX0" fmla="*/ 5307865 w 12192148"/>
              <a:gd name="connsiteY0" fmla="*/ 0 h 1941773"/>
              <a:gd name="connsiteX1" fmla="*/ 5817217 w 12192148"/>
              <a:gd name="connsiteY1" fmla="*/ 0 h 1941773"/>
              <a:gd name="connsiteX2" fmla="*/ 5817217 w 12192148"/>
              <a:gd name="connsiteY2" fmla="*/ 697113 h 1941773"/>
              <a:gd name="connsiteX3" fmla="*/ 6190042 w 12192148"/>
              <a:gd name="connsiteY3" fmla="*/ 697113 h 1941773"/>
              <a:gd name="connsiteX4" fmla="*/ 6190042 w 12192148"/>
              <a:gd name="connsiteY4" fmla="*/ 1325570 h 1941773"/>
              <a:gd name="connsiteX5" fmla="*/ 6489353 w 12192148"/>
              <a:gd name="connsiteY5" fmla="*/ 1325570 h 1941773"/>
              <a:gd name="connsiteX6" fmla="*/ 6489353 w 12192148"/>
              <a:gd name="connsiteY6" fmla="*/ 1114324 h 1941773"/>
              <a:gd name="connsiteX7" fmla="*/ 6898935 w 12192148"/>
              <a:gd name="connsiteY7" fmla="*/ 1114324 h 1941773"/>
              <a:gd name="connsiteX8" fmla="*/ 6898935 w 12192148"/>
              <a:gd name="connsiteY8" fmla="*/ 348556 h 1941773"/>
              <a:gd name="connsiteX9" fmla="*/ 7219249 w 12192148"/>
              <a:gd name="connsiteY9" fmla="*/ 348556 h 1941773"/>
              <a:gd name="connsiteX10" fmla="*/ 7219249 w 12192148"/>
              <a:gd name="connsiteY10" fmla="*/ 1093199 h 1941773"/>
              <a:gd name="connsiteX11" fmla="*/ 7413539 w 12192148"/>
              <a:gd name="connsiteY11" fmla="*/ 1093199 h 1941773"/>
              <a:gd name="connsiteX12" fmla="*/ 7413539 w 12192148"/>
              <a:gd name="connsiteY12" fmla="*/ 517553 h 1941773"/>
              <a:gd name="connsiteX13" fmla="*/ 7875631 w 12192148"/>
              <a:gd name="connsiteY13" fmla="*/ 517553 h 1941773"/>
              <a:gd name="connsiteX14" fmla="*/ 7875631 w 12192148"/>
              <a:gd name="connsiteY14" fmla="*/ 1103761 h 1941773"/>
              <a:gd name="connsiteX15" fmla="*/ 8342975 w 12192148"/>
              <a:gd name="connsiteY15" fmla="*/ 1103761 h 1941773"/>
              <a:gd name="connsiteX16" fmla="*/ 8342975 w 12192148"/>
              <a:gd name="connsiteY16" fmla="*/ 739362 h 1941773"/>
              <a:gd name="connsiteX17" fmla="*/ 8852328 w 12192148"/>
              <a:gd name="connsiteY17" fmla="*/ 739362 h 1941773"/>
              <a:gd name="connsiteX18" fmla="*/ 8852328 w 12192148"/>
              <a:gd name="connsiteY18" fmla="*/ 1093199 h 1941773"/>
              <a:gd name="connsiteX19" fmla="*/ 9240906 w 12192148"/>
              <a:gd name="connsiteY19" fmla="*/ 1093199 h 1941773"/>
              <a:gd name="connsiteX20" fmla="*/ 9240906 w 12192148"/>
              <a:gd name="connsiteY20" fmla="*/ 924202 h 1941773"/>
              <a:gd name="connsiteX21" fmla="*/ 9503459 w 12192148"/>
              <a:gd name="connsiteY21" fmla="*/ 929483 h 1941773"/>
              <a:gd name="connsiteX22" fmla="*/ 9503459 w 12192148"/>
              <a:gd name="connsiteY22" fmla="*/ 781611 h 1941773"/>
              <a:gd name="connsiteX23" fmla="*/ 9771263 w 12192148"/>
              <a:gd name="connsiteY23" fmla="*/ 781611 h 1941773"/>
              <a:gd name="connsiteX24" fmla="*/ 9771263 w 12192148"/>
              <a:gd name="connsiteY24" fmla="*/ 918921 h 1941773"/>
              <a:gd name="connsiteX25" fmla="*/ 10028565 w 12192148"/>
              <a:gd name="connsiteY25" fmla="*/ 918921 h 1941773"/>
              <a:gd name="connsiteX26" fmla="*/ 10028565 w 12192148"/>
              <a:gd name="connsiteY26" fmla="*/ 765768 h 1941773"/>
              <a:gd name="connsiteX27" fmla="*/ 10280615 w 12192148"/>
              <a:gd name="connsiteY27" fmla="*/ 771049 h 1941773"/>
              <a:gd name="connsiteX28" fmla="*/ 10280615 w 12192148"/>
              <a:gd name="connsiteY28" fmla="*/ 190122 h 1941773"/>
              <a:gd name="connsiteX29" fmla="*/ 10789968 w 12192148"/>
              <a:gd name="connsiteY29" fmla="*/ 190122 h 1941773"/>
              <a:gd name="connsiteX30" fmla="*/ 10789968 w 12192148"/>
              <a:gd name="connsiteY30" fmla="*/ 697113 h 1941773"/>
              <a:gd name="connsiteX31" fmla="*/ 11168044 w 12192148"/>
              <a:gd name="connsiteY31" fmla="*/ 697113 h 1941773"/>
              <a:gd name="connsiteX32" fmla="*/ 11168044 w 12192148"/>
              <a:gd name="connsiteY32" fmla="*/ 1621315 h 1941773"/>
              <a:gd name="connsiteX33" fmla="*/ 11467354 w 12192148"/>
              <a:gd name="connsiteY33" fmla="*/ 1621315 h 1941773"/>
              <a:gd name="connsiteX34" fmla="*/ 11467354 w 12192148"/>
              <a:gd name="connsiteY34" fmla="*/ 1114324 h 1941773"/>
              <a:gd name="connsiteX35" fmla="*/ 11871686 w 12192148"/>
              <a:gd name="connsiteY35" fmla="*/ 1114324 h 1941773"/>
              <a:gd name="connsiteX36" fmla="*/ 11871686 w 12192148"/>
              <a:gd name="connsiteY36" fmla="*/ 348556 h 1941773"/>
              <a:gd name="connsiteX37" fmla="*/ 12192000 w 12192148"/>
              <a:gd name="connsiteY37" fmla="*/ 348556 h 1941773"/>
              <a:gd name="connsiteX38" fmla="*/ 12192000 w 12192148"/>
              <a:gd name="connsiteY38" fmla="*/ 1754103 h 1941773"/>
              <a:gd name="connsiteX39" fmla="*/ 12192000 w 12192148"/>
              <a:gd name="connsiteY39" fmla="*/ 1896676 h 1941773"/>
              <a:gd name="connsiteX40" fmla="*/ 12192148 w 12192148"/>
              <a:gd name="connsiteY40" fmla="*/ 1896676 h 1941773"/>
              <a:gd name="connsiteX41" fmla="*/ 12192148 w 12192148"/>
              <a:gd name="connsiteY41" fmla="*/ 1941773 h 1941773"/>
              <a:gd name="connsiteX42" fmla="*/ 0 w 12192148"/>
              <a:gd name="connsiteY42" fmla="*/ 1941773 h 1941773"/>
              <a:gd name="connsiteX43" fmla="*/ 0 w 12192148"/>
              <a:gd name="connsiteY43" fmla="*/ 1896676 h 1941773"/>
              <a:gd name="connsiteX44" fmla="*/ 0 w 12192148"/>
              <a:gd name="connsiteY44" fmla="*/ 1573784 h 1941773"/>
              <a:gd name="connsiteX45" fmla="*/ 112847 w 12192148"/>
              <a:gd name="connsiteY45" fmla="*/ 1573784 h 1941773"/>
              <a:gd name="connsiteX46" fmla="*/ 293106 w 12192148"/>
              <a:gd name="connsiteY46" fmla="*/ 1573784 h 1941773"/>
              <a:gd name="connsiteX47" fmla="*/ 293106 w 12192148"/>
              <a:gd name="connsiteY47" fmla="*/ 411930 h 1941773"/>
              <a:gd name="connsiteX48" fmla="*/ 655428 w 12192148"/>
              <a:gd name="connsiteY48" fmla="*/ 411930 h 1941773"/>
              <a:gd name="connsiteX49" fmla="*/ 655428 w 12192148"/>
              <a:gd name="connsiteY49" fmla="*/ 1373100 h 1941773"/>
              <a:gd name="connsiteX50" fmla="*/ 791956 w 12192148"/>
              <a:gd name="connsiteY50" fmla="*/ 1188260 h 1941773"/>
              <a:gd name="connsiteX51" fmla="*/ 954739 w 12192148"/>
              <a:gd name="connsiteY51" fmla="*/ 1399506 h 1941773"/>
              <a:gd name="connsiteX52" fmla="*/ 1101768 w 12192148"/>
              <a:gd name="connsiteY52" fmla="*/ 1188260 h 1941773"/>
              <a:gd name="connsiteX53" fmla="*/ 1264551 w 12192148"/>
              <a:gd name="connsiteY53" fmla="*/ 1399506 h 1941773"/>
              <a:gd name="connsiteX54" fmla="*/ 1411580 w 12192148"/>
              <a:gd name="connsiteY54" fmla="*/ 1188260 h 1941773"/>
              <a:gd name="connsiteX55" fmla="*/ 1574363 w 12192148"/>
              <a:gd name="connsiteY55" fmla="*/ 1399506 h 1941773"/>
              <a:gd name="connsiteX56" fmla="*/ 1574363 w 12192148"/>
              <a:gd name="connsiteY56" fmla="*/ 1447036 h 1941773"/>
              <a:gd name="connsiteX57" fmla="*/ 1721393 w 12192148"/>
              <a:gd name="connsiteY57" fmla="*/ 1447036 h 1941773"/>
              <a:gd name="connsiteX58" fmla="*/ 1721393 w 12192148"/>
              <a:gd name="connsiteY58" fmla="*/ 1299164 h 1941773"/>
              <a:gd name="connsiteX59" fmla="*/ 1537606 w 12192148"/>
              <a:gd name="connsiteY59" fmla="*/ 1072074 h 1941773"/>
              <a:gd name="connsiteX60" fmla="*/ 1721393 w 12192148"/>
              <a:gd name="connsiteY60" fmla="*/ 844985 h 1941773"/>
              <a:gd name="connsiteX61" fmla="*/ 1721393 w 12192148"/>
              <a:gd name="connsiteY61" fmla="*/ 586208 h 1941773"/>
              <a:gd name="connsiteX62" fmla="*/ 1815912 w 12192148"/>
              <a:gd name="connsiteY62" fmla="*/ 586208 h 1941773"/>
              <a:gd name="connsiteX63" fmla="*/ 1815912 w 12192148"/>
              <a:gd name="connsiteY63" fmla="*/ 844985 h 1941773"/>
              <a:gd name="connsiteX64" fmla="*/ 1999699 w 12192148"/>
              <a:gd name="connsiteY64" fmla="*/ 1072074 h 1941773"/>
              <a:gd name="connsiteX65" fmla="*/ 1815912 w 12192148"/>
              <a:gd name="connsiteY65" fmla="*/ 1299164 h 1941773"/>
              <a:gd name="connsiteX66" fmla="*/ 1815912 w 12192148"/>
              <a:gd name="connsiteY66" fmla="*/ 1447036 h 1941773"/>
              <a:gd name="connsiteX67" fmla="*/ 1941937 w 12192148"/>
              <a:gd name="connsiteY67" fmla="*/ 1447036 h 1941773"/>
              <a:gd name="connsiteX68" fmla="*/ 1941937 w 12192148"/>
              <a:gd name="connsiteY68" fmla="*/ 1293883 h 1941773"/>
              <a:gd name="connsiteX69" fmla="*/ 2099469 w 12192148"/>
              <a:gd name="connsiteY69" fmla="*/ 1293883 h 1941773"/>
              <a:gd name="connsiteX70" fmla="*/ 2099469 w 12192148"/>
              <a:gd name="connsiteY70" fmla="*/ 1093199 h 1941773"/>
              <a:gd name="connsiteX71" fmla="*/ 2440788 w 12192148"/>
              <a:gd name="connsiteY71" fmla="*/ 1093199 h 1941773"/>
              <a:gd name="connsiteX72" fmla="*/ 2440788 w 12192148"/>
              <a:gd name="connsiteY72" fmla="*/ 517553 h 1941773"/>
              <a:gd name="connsiteX73" fmla="*/ 2897630 w 12192148"/>
              <a:gd name="connsiteY73" fmla="*/ 517553 h 1941773"/>
              <a:gd name="connsiteX74" fmla="*/ 2897630 w 12192148"/>
              <a:gd name="connsiteY74" fmla="*/ 1103761 h 1941773"/>
              <a:gd name="connsiteX75" fmla="*/ 3364974 w 12192148"/>
              <a:gd name="connsiteY75" fmla="*/ 1103761 h 1941773"/>
              <a:gd name="connsiteX76" fmla="*/ 3364974 w 12192148"/>
              <a:gd name="connsiteY76" fmla="*/ 739362 h 1941773"/>
              <a:gd name="connsiteX77" fmla="*/ 3879577 w 12192148"/>
              <a:gd name="connsiteY77" fmla="*/ 739362 h 1941773"/>
              <a:gd name="connsiteX78" fmla="*/ 3879577 w 12192148"/>
              <a:gd name="connsiteY78" fmla="*/ 1093199 h 1941773"/>
              <a:gd name="connsiteX79" fmla="*/ 4268157 w 12192148"/>
              <a:gd name="connsiteY79" fmla="*/ 1093199 h 1941773"/>
              <a:gd name="connsiteX80" fmla="*/ 4268157 w 12192148"/>
              <a:gd name="connsiteY80" fmla="*/ 924202 h 1941773"/>
              <a:gd name="connsiteX81" fmla="*/ 4530710 w 12192148"/>
              <a:gd name="connsiteY81" fmla="*/ 929483 h 1941773"/>
              <a:gd name="connsiteX82" fmla="*/ 4530710 w 12192148"/>
              <a:gd name="connsiteY82" fmla="*/ 781611 h 1941773"/>
              <a:gd name="connsiteX83" fmla="*/ 4798513 w 12192148"/>
              <a:gd name="connsiteY83" fmla="*/ 781611 h 1941773"/>
              <a:gd name="connsiteX84" fmla="*/ 4798513 w 12192148"/>
              <a:gd name="connsiteY84" fmla="*/ 918921 h 1941773"/>
              <a:gd name="connsiteX85" fmla="*/ 5055815 w 12192148"/>
              <a:gd name="connsiteY85" fmla="*/ 918921 h 1941773"/>
              <a:gd name="connsiteX86" fmla="*/ 5055815 w 12192148"/>
              <a:gd name="connsiteY86" fmla="*/ 765768 h 1941773"/>
              <a:gd name="connsiteX87" fmla="*/ 5307865 w 12192148"/>
              <a:gd name="connsiteY87" fmla="*/ 771049 h 1941773"/>
              <a:gd name="connsiteX88" fmla="*/ 5307865 w 12192148"/>
              <a:gd name="connsiteY88" fmla="*/ 0 h 1941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12192148" h="1941773">
                <a:moveTo>
                  <a:pt x="5307865" y="0"/>
                </a:moveTo>
                <a:cubicBezTo>
                  <a:pt x="5307865" y="0"/>
                  <a:pt x="5307865" y="0"/>
                  <a:pt x="5817217" y="0"/>
                </a:cubicBezTo>
                <a:cubicBezTo>
                  <a:pt x="5817217" y="0"/>
                  <a:pt x="5817217" y="0"/>
                  <a:pt x="5817217" y="697113"/>
                </a:cubicBezTo>
                <a:cubicBezTo>
                  <a:pt x="5817217" y="697113"/>
                  <a:pt x="5817217" y="697113"/>
                  <a:pt x="6190042" y="697113"/>
                </a:cubicBezTo>
                <a:cubicBezTo>
                  <a:pt x="6190042" y="697113"/>
                  <a:pt x="6190042" y="697113"/>
                  <a:pt x="6190042" y="1325570"/>
                </a:cubicBezTo>
                <a:cubicBezTo>
                  <a:pt x="6190042" y="1325570"/>
                  <a:pt x="6190042" y="1325570"/>
                  <a:pt x="6489353" y="1325570"/>
                </a:cubicBezTo>
                <a:cubicBezTo>
                  <a:pt x="6489353" y="1325570"/>
                  <a:pt x="6489353" y="1325570"/>
                  <a:pt x="6489353" y="1114324"/>
                </a:cubicBezTo>
                <a:cubicBezTo>
                  <a:pt x="6489353" y="1114324"/>
                  <a:pt x="6489353" y="1114324"/>
                  <a:pt x="6898935" y="1114324"/>
                </a:cubicBezTo>
                <a:cubicBezTo>
                  <a:pt x="6898935" y="1114324"/>
                  <a:pt x="6898935" y="1114324"/>
                  <a:pt x="6898935" y="348556"/>
                </a:cubicBezTo>
                <a:cubicBezTo>
                  <a:pt x="6898935" y="348556"/>
                  <a:pt x="6898935" y="348556"/>
                  <a:pt x="7219249" y="348556"/>
                </a:cubicBezTo>
                <a:cubicBezTo>
                  <a:pt x="7219249" y="348556"/>
                  <a:pt x="7219249" y="348556"/>
                  <a:pt x="7219249" y="1093199"/>
                </a:cubicBezTo>
                <a:cubicBezTo>
                  <a:pt x="7219249" y="1093199"/>
                  <a:pt x="7219249" y="1093199"/>
                  <a:pt x="7413539" y="1093199"/>
                </a:cubicBezTo>
                <a:cubicBezTo>
                  <a:pt x="7413539" y="1093199"/>
                  <a:pt x="7413539" y="1093199"/>
                  <a:pt x="7413539" y="517553"/>
                </a:cubicBezTo>
                <a:cubicBezTo>
                  <a:pt x="7413539" y="517553"/>
                  <a:pt x="7413539" y="517553"/>
                  <a:pt x="7875631" y="517553"/>
                </a:cubicBezTo>
                <a:cubicBezTo>
                  <a:pt x="7875631" y="517553"/>
                  <a:pt x="7875631" y="517553"/>
                  <a:pt x="7875631" y="1103761"/>
                </a:cubicBezTo>
                <a:cubicBezTo>
                  <a:pt x="7875631" y="1103761"/>
                  <a:pt x="7875631" y="1103761"/>
                  <a:pt x="8342975" y="1103761"/>
                </a:cubicBezTo>
                <a:cubicBezTo>
                  <a:pt x="8342975" y="1103761"/>
                  <a:pt x="8342975" y="1103761"/>
                  <a:pt x="8342975" y="739362"/>
                </a:cubicBezTo>
                <a:cubicBezTo>
                  <a:pt x="8342975" y="739362"/>
                  <a:pt x="8342975" y="739362"/>
                  <a:pt x="8852328" y="739362"/>
                </a:cubicBezTo>
                <a:cubicBezTo>
                  <a:pt x="8852328" y="739362"/>
                  <a:pt x="8852328" y="739362"/>
                  <a:pt x="8852328" y="1093199"/>
                </a:cubicBezTo>
                <a:cubicBezTo>
                  <a:pt x="8852328" y="1093199"/>
                  <a:pt x="8852328" y="1093199"/>
                  <a:pt x="9240906" y="1093199"/>
                </a:cubicBezTo>
                <a:cubicBezTo>
                  <a:pt x="9240906" y="1093199"/>
                  <a:pt x="9240906" y="1093199"/>
                  <a:pt x="9240906" y="924202"/>
                </a:cubicBezTo>
                <a:cubicBezTo>
                  <a:pt x="9240906" y="924202"/>
                  <a:pt x="9240906" y="924202"/>
                  <a:pt x="9503459" y="929483"/>
                </a:cubicBezTo>
                <a:cubicBezTo>
                  <a:pt x="9503459" y="929483"/>
                  <a:pt x="9503459" y="929483"/>
                  <a:pt x="9503459" y="781611"/>
                </a:cubicBezTo>
                <a:cubicBezTo>
                  <a:pt x="9503459" y="781611"/>
                  <a:pt x="9503459" y="781611"/>
                  <a:pt x="9771263" y="781611"/>
                </a:cubicBezTo>
                <a:cubicBezTo>
                  <a:pt x="9771263" y="781611"/>
                  <a:pt x="9771263" y="781611"/>
                  <a:pt x="9771263" y="918921"/>
                </a:cubicBezTo>
                <a:cubicBezTo>
                  <a:pt x="9771263" y="918921"/>
                  <a:pt x="9771263" y="918921"/>
                  <a:pt x="10028565" y="918921"/>
                </a:cubicBezTo>
                <a:cubicBezTo>
                  <a:pt x="10028565" y="918921"/>
                  <a:pt x="10028565" y="918921"/>
                  <a:pt x="10028565" y="765768"/>
                </a:cubicBezTo>
                <a:cubicBezTo>
                  <a:pt x="10028565" y="765768"/>
                  <a:pt x="10028565" y="765768"/>
                  <a:pt x="10280615" y="771049"/>
                </a:cubicBezTo>
                <a:cubicBezTo>
                  <a:pt x="10280615" y="771049"/>
                  <a:pt x="10280615" y="771049"/>
                  <a:pt x="10280615" y="190122"/>
                </a:cubicBezTo>
                <a:cubicBezTo>
                  <a:pt x="10280615" y="190122"/>
                  <a:pt x="10280615" y="190122"/>
                  <a:pt x="10789968" y="190122"/>
                </a:cubicBezTo>
                <a:cubicBezTo>
                  <a:pt x="10789968" y="190122"/>
                  <a:pt x="10789968" y="190122"/>
                  <a:pt x="10789968" y="697113"/>
                </a:cubicBezTo>
                <a:cubicBezTo>
                  <a:pt x="10789968" y="697113"/>
                  <a:pt x="10789968" y="697113"/>
                  <a:pt x="11168044" y="697113"/>
                </a:cubicBezTo>
                <a:cubicBezTo>
                  <a:pt x="11168044" y="697113"/>
                  <a:pt x="11168044" y="697113"/>
                  <a:pt x="11168044" y="1621315"/>
                </a:cubicBezTo>
                <a:cubicBezTo>
                  <a:pt x="11168044" y="1621315"/>
                  <a:pt x="11168044" y="1621315"/>
                  <a:pt x="11467354" y="1621315"/>
                </a:cubicBezTo>
                <a:cubicBezTo>
                  <a:pt x="11467354" y="1621315"/>
                  <a:pt x="11467354" y="1621315"/>
                  <a:pt x="11467354" y="1114324"/>
                </a:cubicBezTo>
                <a:cubicBezTo>
                  <a:pt x="11467354" y="1114324"/>
                  <a:pt x="11467354" y="1114324"/>
                  <a:pt x="11871686" y="1114324"/>
                </a:cubicBezTo>
                <a:cubicBezTo>
                  <a:pt x="11871686" y="1114324"/>
                  <a:pt x="11871686" y="1114324"/>
                  <a:pt x="11871686" y="348556"/>
                </a:cubicBezTo>
                <a:cubicBezTo>
                  <a:pt x="11871686" y="348556"/>
                  <a:pt x="11871686" y="348556"/>
                  <a:pt x="12192000" y="348556"/>
                </a:cubicBezTo>
                <a:cubicBezTo>
                  <a:pt x="12192000" y="348556"/>
                  <a:pt x="12192000" y="348556"/>
                  <a:pt x="12192000" y="1754103"/>
                </a:cubicBezTo>
                <a:lnTo>
                  <a:pt x="12192000" y="1896676"/>
                </a:lnTo>
                <a:lnTo>
                  <a:pt x="12192148" y="1896676"/>
                </a:lnTo>
                <a:lnTo>
                  <a:pt x="12192148" y="1941773"/>
                </a:lnTo>
                <a:lnTo>
                  <a:pt x="0" y="1941773"/>
                </a:lnTo>
                <a:lnTo>
                  <a:pt x="0" y="1896676"/>
                </a:lnTo>
                <a:lnTo>
                  <a:pt x="0" y="1573784"/>
                </a:lnTo>
                <a:lnTo>
                  <a:pt x="112847" y="1573784"/>
                </a:lnTo>
                <a:cubicBezTo>
                  <a:pt x="165111" y="1573784"/>
                  <a:pt x="224842" y="1573784"/>
                  <a:pt x="293106" y="1573784"/>
                </a:cubicBezTo>
                <a:cubicBezTo>
                  <a:pt x="293106" y="1573784"/>
                  <a:pt x="293106" y="1573784"/>
                  <a:pt x="293106" y="411930"/>
                </a:cubicBezTo>
                <a:cubicBezTo>
                  <a:pt x="293106" y="411930"/>
                  <a:pt x="293106" y="411930"/>
                  <a:pt x="655428" y="411930"/>
                </a:cubicBezTo>
                <a:cubicBezTo>
                  <a:pt x="655428" y="411930"/>
                  <a:pt x="655428" y="411930"/>
                  <a:pt x="655428" y="1373100"/>
                </a:cubicBezTo>
                <a:cubicBezTo>
                  <a:pt x="676433" y="1315008"/>
                  <a:pt x="734194" y="1188260"/>
                  <a:pt x="791956" y="1188260"/>
                </a:cubicBezTo>
                <a:cubicBezTo>
                  <a:pt x="875973" y="1188260"/>
                  <a:pt x="954739" y="1399506"/>
                  <a:pt x="954739" y="1399506"/>
                </a:cubicBezTo>
                <a:cubicBezTo>
                  <a:pt x="954739" y="1399506"/>
                  <a:pt x="1023002" y="1188260"/>
                  <a:pt x="1101768" y="1188260"/>
                </a:cubicBezTo>
                <a:cubicBezTo>
                  <a:pt x="1180534" y="1188260"/>
                  <a:pt x="1264551" y="1399506"/>
                  <a:pt x="1264551" y="1399506"/>
                </a:cubicBezTo>
                <a:cubicBezTo>
                  <a:pt x="1264551" y="1399506"/>
                  <a:pt x="1332815" y="1188260"/>
                  <a:pt x="1411580" y="1188260"/>
                </a:cubicBezTo>
                <a:cubicBezTo>
                  <a:pt x="1490347" y="1188260"/>
                  <a:pt x="1574363" y="1399506"/>
                  <a:pt x="1574363" y="1399506"/>
                </a:cubicBezTo>
                <a:cubicBezTo>
                  <a:pt x="1574363" y="1399506"/>
                  <a:pt x="1574363" y="1399506"/>
                  <a:pt x="1574363" y="1447036"/>
                </a:cubicBezTo>
                <a:cubicBezTo>
                  <a:pt x="1574363" y="1447036"/>
                  <a:pt x="1574363" y="1447036"/>
                  <a:pt x="1721393" y="1447036"/>
                </a:cubicBezTo>
                <a:cubicBezTo>
                  <a:pt x="1721393" y="1447036"/>
                  <a:pt x="1721393" y="1447036"/>
                  <a:pt x="1721393" y="1299164"/>
                </a:cubicBezTo>
                <a:cubicBezTo>
                  <a:pt x="1616372" y="1278040"/>
                  <a:pt x="1537606" y="1182979"/>
                  <a:pt x="1537606" y="1072074"/>
                </a:cubicBezTo>
                <a:cubicBezTo>
                  <a:pt x="1537606" y="961170"/>
                  <a:pt x="1616372" y="866110"/>
                  <a:pt x="1721393" y="844985"/>
                </a:cubicBezTo>
                <a:cubicBezTo>
                  <a:pt x="1721393" y="844985"/>
                  <a:pt x="1721393" y="844985"/>
                  <a:pt x="1721393" y="586208"/>
                </a:cubicBezTo>
                <a:cubicBezTo>
                  <a:pt x="1721393" y="586208"/>
                  <a:pt x="1721393" y="586208"/>
                  <a:pt x="1815912" y="586208"/>
                </a:cubicBezTo>
                <a:cubicBezTo>
                  <a:pt x="1815912" y="586208"/>
                  <a:pt x="1815912" y="586208"/>
                  <a:pt x="1815912" y="844985"/>
                </a:cubicBezTo>
                <a:cubicBezTo>
                  <a:pt x="1920933" y="866110"/>
                  <a:pt x="1999699" y="961170"/>
                  <a:pt x="1999699" y="1072074"/>
                </a:cubicBezTo>
                <a:cubicBezTo>
                  <a:pt x="1999699" y="1188260"/>
                  <a:pt x="1920933" y="1278040"/>
                  <a:pt x="1815912" y="1299164"/>
                </a:cubicBezTo>
                <a:cubicBezTo>
                  <a:pt x="1815912" y="1299164"/>
                  <a:pt x="1815912" y="1299164"/>
                  <a:pt x="1815912" y="1447036"/>
                </a:cubicBezTo>
                <a:cubicBezTo>
                  <a:pt x="1815912" y="1447036"/>
                  <a:pt x="1815912" y="1447036"/>
                  <a:pt x="1941937" y="1447036"/>
                </a:cubicBezTo>
                <a:cubicBezTo>
                  <a:pt x="1941937" y="1447036"/>
                  <a:pt x="1941937" y="1447036"/>
                  <a:pt x="1941937" y="1293883"/>
                </a:cubicBezTo>
                <a:cubicBezTo>
                  <a:pt x="1941937" y="1293883"/>
                  <a:pt x="1941937" y="1293883"/>
                  <a:pt x="2099469" y="1293883"/>
                </a:cubicBezTo>
                <a:cubicBezTo>
                  <a:pt x="2099469" y="1293883"/>
                  <a:pt x="2099469" y="1293883"/>
                  <a:pt x="2099469" y="1093199"/>
                </a:cubicBezTo>
                <a:cubicBezTo>
                  <a:pt x="2099469" y="1093199"/>
                  <a:pt x="2099469" y="1093199"/>
                  <a:pt x="2440788" y="1093199"/>
                </a:cubicBezTo>
                <a:cubicBezTo>
                  <a:pt x="2440788" y="1093199"/>
                  <a:pt x="2440788" y="1093199"/>
                  <a:pt x="2440788" y="517553"/>
                </a:cubicBezTo>
                <a:cubicBezTo>
                  <a:pt x="2440788" y="517553"/>
                  <a:pt x="2440788" y="517553"/>
                  <a:pt x="2897630" y="517553"/>
                </a:cubicBezTo>
                <a:cubicBezTo>
                  <a:pt x="2897630" y="517553"/>
                  <a:pt x="2897630" y="517553"/>
                  <a:pt x="2897630" y="1103761"/>
                </a:cubicBezTo>
                <a:cubicBezTo>
                  <a:pt x="2897630" y="1103761"/>
                  <a:pt x="2897630" y="1103761"/>
                  <a:pt x="3364974" y="1103761"/>
                </a:cubicBezTo>
                <a:cubicBezTo>
                  <a:pt x="3364974" y="1103761"/>
                  <a:pt x="3364974" y="1103761"/>
                  <a:pt x="3364974" y="739362"/>
                </a:cubicBezTo>
                <a:cubicBezTo>
                  <a:pt x="3364974" y="739362"/>
                  <a:pt x="3364974" y="739362"/>
                  <a:pt x="3879577" y="739362"/>
                </a:cubicBezTo>
                <a:cubicBezTo>
                  <a:pt x="3879577" y="739362"/>
                  <a:pt x="3879577" y="739362"/>
                  <a:pt x="3879577" y="1093199"/>
                </a:cubicBezTo>
                <a:cubicBezTo>
                  <a:pt x="3879577" y="1093199"/>
                  <a:pt x="3879577" y="1093199"/>
                  <a:pt x="4268157" y="1093199"/>
                </a:cubicBezTo>
                <a:cubicBezTo>
                  <a:pt x="4268157" y="1093199"/>
                  <a:pt x="4268157" y="1093199"/>
                  <a:pt x="4268157" y="924202"/>
                </a:cubicBezTo>
                <a:cubicBezTo>
                  <a:pt x="4268157" y="924202"/>
                  <a:pt x="4268157" y="924202"/>
                  <a:pt x="4530710" y="929483"/>
                </a:cubicBezTo>
                <a:cubicBezTo>
                  <a:pt x="4530710" y="929483"/>
                  <a:pt x="4530710" y="929483"/>
                  <a:pt x="4530710" y="781611"/>
                </a:cubicBezTo>
                <a:cubicBezTo>
                  <a:pt x="4530710" y="781611"/>
                  <a:pt x="4530710" y="781611"/>
                  <a:pt x="4798513" y="781611"/>
                </a:cubicBezTo>
                <a:cubicBezTo>
                  <a:pt x="4798513" y="781611"/>
                  <a:pt x="4798513" y="781611"/>
                  <a:pt x="4798513" y="918921"/>
                </a:cubicBezTo>
                <a:cubicBezTo>
                  <a:pt x="4798513" y="918921"/>
                  <a:pt x="4798513" y="918921"/>
                  <a:pt x="5055815" y="918921"/>
                </a:cubicBezTo>
                <a:cubicBezTo>
                  <a:pt x="5055815" y="918921"/>
                  <a:pt x="5055815" y="918921"/>
                  <a:pt x="5055815" y="765768"/>
                </a:cubicBezTo>
                <a:cubicBezTo>
                  <a:pt x="5055815" y="765768"/>
                  <a:pt x="5055815" y="765768"/>
                  <a:pt x="5307865" y="771049"/>
                </a:cubicBezTo>
                <a:cubicBezTo>
                  <a:pt x="5307865" y="771049"/>
                  <a:pt x="5307865" y="771049"/>
                  <a:pt x="5307865" y="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4" name="TextBox 3">
            <a:extLst>
              <a:ext uri="{FF2B5EF4-FFF2-40B4-BE49-F238E27FC236}">
                <a16:creationId xmlns:a16="http://schemas.microsoft.com/office/drawing/2014/main" id="{DF691C40-340A-44BC-A6B3-C3A20A9ED913}"/>
              </a:ext>
            </a:extLst>
          </p:cNvPr>
          <p:cNvSpPr txBox="1"/>
          <p:nvPr/>
        </p:nvSpPr>
        <p:spPr>
          <a:xfrm>
            <a:off x="0" y="2408296"/>
            <a:ext cx="12192000" cy="1015663"/>
          </a:xfrm>
          <a:prstGeom prst="rect">
            <a:avLst/>
          </a:prstGeom>
          <a:noFill/>
        </p:spPr>
        <p:txBody>
          <a:bodyPr wrap="square" rtlCol="0" anchor="ctr">
            <a:spAutoFit/>
          </a:bodyPr>
          <a:lstStyle/>
          <a:p>
            <a:pPr algn="ctr"/>
            <a:r>
              <a:rPr lang="en-US" altLang="ko-KR" sz="6000" dirty="0" err="1">
                <a:solidFill>
                  <a:schemeClr val="tx1">
                    <a:lumMod val="85000"/>
                    <a:lumOff val="15000"/>
                  </a:schemeClr>
                </a:solidFill>
                <a:cs typeface="Arial" pitchFamily="34" charset="0"/>
              </a:rPr>
              <a:t>Terima</a:t>
            </a:r>
            <a:r>
              <a:rPr lang="en-US" altLang="ko-KR" sz="6000" dirty="0">
                <a:solidFill>
                  <a:schemeClr val="tx1">
                    <a:lumMod val="85000"/>
                    <a:lumOff val="15000"/>
                  </a:schemeClr>
                </a:solidFill>
                <a:cs typeface="Arial" pitchFamily="34" charset="0"/>
              </a:rPr>
              <a:t> </a:t>
            </a:r>
            <a:r>
              <a:rPr lang="en-US" altLang="ko-KR" sz="6000" dirty="0" err="1">
                <a:solidFill>
                  <a:schemeClr val="tx1">
                    <a:lumMod val="85000"/>
                    <a:lumOff val="15000"/>
                  </a:schemeClr>
                </a:solidFill>
                <a:cs typeface="Arial" pitchFamily="34" charset="0"/>
              </a:rPr>
              <a:t>Kasih</a:t>
            </a:r>
            <a:endParaRPr lang="ko-KR" altLang="en-US" sz="6000" dirty="0">
              <a:solidFill>
                <a:schemeClr val="tx1">
                  <a:lumMod val="85000"/>
                  <a:lumOff val="15000"/>
                </a:schemeClr>
              </a:solidFill>
              <a:cs typeface="Arial" pitchFamily="34" charset="0"/>
            </a:endParaRPr>
          </a:p>
        </p:txBody>
      </p:sp>
      <p:sp>
        <p:nvSpPr>
          <p:cNvPr id="6" name="Freeform 5">
            <a:extLst>
              <a:ext uri="{FF2B5EF4-FFF2-40B4-BE49-F238E27FC236}">
                <a16:creationId xmlns:a16="http://schemas.microsoft.com/office/drawing/2014/main" id="{4EC905E7-44E2-4312-8B50-C75C5073816A}"/>
              </a:ext>
            </a:extLst>
          </p:cNvPr>
          <p:cNvSpPr>
            <a:spLocks noEditPoints="1"/>
          </p:cNvSpPr>
          <p:nvPr/>
        </p:nvSpPr>
        <p:spPr bwMode="auto">
          <a:xfrm>
            <a:off x="0" y="4761206"/>
            <a:ext cx="5775158" cy="2106029"/>
          </a:xfrm>
          <a:custGeom>
            <a:avLst/>
            <a:gdLst>
              <a:gd name="T0" fmla="*/ 692 w 2980"/>
              <a:gd name="T1" fmla="*/ 625 h 1086"/>
              <a:gd name="T2" fmla="*/ 1350 w 2980"/>
              <a:gd name="T3" fmla="*/ 765 h 1086"/>
              <a:gd name="T4" fmla="*/ 1662 w 2980"/>
              <a:gd name="T5" fmla="*/ 831 h 1086"/>
              <a:gd name="T6" fmla="*/ 1686 w 2980"/>
              <a:gd name="T7" fmla="*/ 716 h 1086"/>
              <a:gd name="T8" fmla="*/ 1668 w 2980"/>
              <a:gd name="T9" fmla="*/ 547 h 1086"/>
              <a:gd name="T10" fmla="*/ 1693 w 2980"/>
              <a:gd name="T11" fmla="*/ 451 h 1086"/>
              <a:gd name="T12" fmla="*/ 1732 w 2980"/>
              <a:gd name="T13" fmla="*/ 173 h 1086"/>
              <a:gd name="T14" fmla="*/ 1836 w 2980"/>
              <a:gd name="T15" fmla="*/ 22 h 1086"/>
              <a:gd name="T16" fmla="*/ 1949 w 2980"/>
              <a:gd name="T17" fmla="*/ 123 h 1086"/>
              <a:gd name="T18" fmla="*/ 1876 w 2980"/>
              <a:gd name="T19" fmla="*/ 190 h 1086"/>
              <a:gd name="T20" fmla="*/ 1876 w 2980"/>
              <a:gd name="T21" fmla="*/ 315 h 1086"/>
              <a:gd name="T22" fmla="*/ 1959 w 2980"/>
              <a:gd name="T23" fmla="*/ 445 h 1086"/>
              <a:gd name="T24" fmla="*/ 1963 w 2980"/>
              <a:gd name="T25" fmla="*/ 549 h 1086"/>
              <a:gd name="T26" fmla="*/ 1947 w 2980"/>
              <a:gd name="T27" fmla="*/ 572 h 1086"/>
              <a:gd name="T28" fmla="*/ 1921 w 2980"/>
              <a:gd name="T29" fmla="*/ 587 h 1086"/>
              <a:gd name="T30" fmla="*/ 1880 w 2980"/>
              <a:gd name="T31" fmla="*/ 612 h 1086"/>
              <a:gd name="T32" fmla="*/ 2031 w 2980"/>
              <a:gd name="T33" fmla="*/ 662 h 1086"/>
              <a:gd name="T34" fmla="*/ 2195 w 2980"/>
              <a:gd name="T35" fmla="*/ 411 h 1086"/>
              <a:gd name="T36" fmla="*/ 2174 w 2980"/>
              <a:gd name="T37" fmla="*/ 364 h 1086"/>
              <a:gd name="T38" fmla="*/ 2163 w 2980"/>
              <a:gd name="T39" fmla="*/ 250 h 1086"/>
              <a:gd name="T40" fmla="*/ 2289 w 2980"/>
              <a:gd name="T41" fmla="*/ 309 h 1086"/>
              <a:gd name="T42" fmla="*/ 2341 w 2980"/>
              <a:gd name="T43" fmla="*/ 468 h 1086"/>
              <a:gd name="T44" fmla="*/ 2382 w 2980"/>
              <a:gd name="T45" fmla="*/ 504 h 1086"/>
              <a:gd name="T46" fmla="*/ 2451 w 2980"/>
              <a:gd name="T47" fmla="*/ 331 h 1086"/>
              <a:gd name="T48" fmla="*/ 2514 w 2980"/>
              <a:gd name="T49" fmla="*/ 246 h 1086"/>
              <a:gd name="T50" fmla="*/ 2622 w 2980"/>
              <a:gd name="T51" fmla="*/ 226 h 1086"/>
              <a:gd name="T52" fmla="*/ 2684 w 2980"/>
              <a:gd name="T53" fmla="*/ 335 h 1086"/>
              <a:gd name="T54" fmla="*/ 2710 w 2980"/>
              <a:gd name="T55" fmla="*/ 558 h 1086"/>
              <a:gd name="T56" fmla="*/ 2757 w 2980"/>
              <a:gd name="T57" fmla="*/ 626 h 1086"/>
              <a:gd name="T58" fmla="*/ 2773 w 2980"/>
              <a:gd name="T59" fmla="*/ 697 h 1086"/>
              <a:gd name="T60" fmla="*/ 2727 w 2980"/>
              <a:gd name="T61" fmla="*/ 770 h 1086"/>
              <a:gd name="T62" fmla="*/ 2664 w 2980"/>
              <a:gd name="T63" fmla="*/ 906 h 1086"/>
              <a:gd name="T64" fmla="*/ 2980 w 2980"/>
              <a:gd name="T65" fmla="*/ 998 h 1086"/>
              <a:gd name="T66" fmla="*/ 2343 w 2980"/>
              <a:gd name="T67" fmla="*/ 754 h 1086"/>
              <a:gd name="T68" fmla="*/ 2434 w 2980"/>
              <a:gd name="T69" fmla="*/ 842 h 1086"/>
              <a:gd name="T70" fmla="*/ 2466 w 2980"/>
              <a:gd name="T71" fmla="*/ 584 h 1086"/>
              <a:gd name="T72" fmla="*/ 2476 w 2980"/>
              <a:gd name="T73" fmla="*/ 480 h 1086"/>
              <a:gd name="T74" fmla="*/ 2385 w 2980"/>
              <a:gd name="T75" fmla="*/ 557 h 1086"/>
              <a:gd name="T76" fmla="*/ 2337 w 2980"/>
              <a:gd name="T77" fmla="*/ 621 h 1086"/>
              <a:gd name="T78" fmla="*/ 2338 w 2980"/>
              <a:gd name="T79" fmla="*/ 706 h 1086"/>
              <a:gd name="T80" fmla="*/ 2101 w 2980"/>
              <a:gd name="T81" fmla="*/ 618 h 1086"/>
              <a:gd name="T82" fmla="*/ 2156 w 2980"/>
              <a:gd name="T83" fmla="*/ 738 h 1086"/>
              <a:gd name="T84" fmla="*/ 2186 w 2980"/>
              <a:gd name="T85" fmla="*/ 671 h 1086"/>
              <a:gd name="T86" fmla="*/ 2185 w 2980"/>
              <a:gd name="T87" fmla="*/ 524 h 1086"/>
              <a:gd name="T88" fmla="*/ 1875 w 2980"/>
              <a:gd name="T89" fmla="*/ 494 h 1086"/>
              <a:gd name="T90" fmla="*/ 1898 w 2980"/>
              <a:gd name="T91" fmla="*/ 550 h 1086"/>
              <a:gd name="T92" fmla="*/ 1900 w 2980"/>
              <a:gd name="T93" fmla="*/ 515 h 1086"/>
              <a:gd name="T94" fmla="*/ 2712 w 2980"/>
              <a:gd name="T95" fmla="*/ 705 h 1086"/>
              <a:gd name="T96" fmla="*/ 2681 w 2980"/>
              <a:gd name="T97" fmla="*/ 766 h 1086"/>
              <a:gd name="T98" fmla="*/ 2717 w 2980"/>
              <a:gd name="T99" fmla="*/ 679 h 1086"/>
              <a:gd name="T100" fmla="*/ 1878 w 2980"/>
              <a:gd name="T101" fmla="*/ 592 h 1086"/>
              <a:gd name="T102" fmla="*/ 2768 w 2980"/>
              <a:gd name="T103" fmla="*/ 671 h 1086"/>
              <a:gd name="T104" fmla="*/ 2724 w 2980"/>
              <a:gd name="T105" fmla="*/ 758 h 1086"/>
              <a:gd name="T106" fmla="*/ 2714 w 2980"/>
              <a:gd name="T107" fmla="*/ 764 h 1086"/>
              <a:gd name="T108" fmla="*/ 2697 w 2980"/>
              <a:gd name="T109" fmla="*/ 805 h 1086"/>
              <a:gd name="T110" fmla="*/ 2360 w 2980"/>
              <a:gd name="T111" fmla="*/ 608 h 10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980" h="1086">
                <a:moveTo>
                  <a:pt x="0" y="806"/>
                </a:moveTo>
                <a:cubicBezTo>
                  <a:pt x="23" y="800"/>
                  <a:pt x="45" y="795"/>
                  <a:pt x="68" y="789"/>
                </a:cubicBezTo>
                <a:cubicBezTo>
                  <a:pt x="216" y="750"/>
                  <a:pt x="364" y="710"/>
                  <a:pt x="513" y="671"/>
                </a:cubicBezTo>
                <a:cubicBezTo>
                  <a:pt x="568" y="656"/>
                  <a:pt x="624" y="641"/>
                  <a:pt x="680" y="626"/>
                </a:cubicBezTo>
                <a:cubicBezTo>
                  <a:pt x="684" y="625"/>
                  <a:pt x="688" y="624"/>
                  <a:pt x="692" y="625"/>
                </a:cubicBezTo>
                <a:cubicBezTo>
                  <a:pt x="739" y="636"/>
                  <a:pt x="785" y="647"/>
                  <a:pt x="832" y="657"/>
                </a:cubicBezTo>
                <a:cubicBezTo>
                  <a:pt x="902" y="673"/>
                  <a:pt x="972" y="689"/>
                  <a:pt x="1041" y="705"/>
                </a:cubicBezTo>
                <a:cubicBezTo>
                  <a:pt x="1096" y="717"/>
                  <a:pt x="1151" y="729"/>
                  <a:pt x="1205" y="742"/>
                </a:cubicBezTo>
                <a:cubicBezTo>
                  <a:pt x="1243" y="750"/>
                  <a:pt x="1280" y="760"/>
                  <a:pt x="1318" y="767"/>
                </a:cubicBezTo>
                <a:cubicBezTo>
                  <a:pt x="1328" y="769"/>
                  <a:pt x="1340" y="766"/>
                  <a:pt x="1350" y="765"/>
                </a:cubicBezTo>
                <a:cubicBezTo>
                  <a:pt x="1396" y="759"/>
                  <a:pt x="1441" y="755"/>
                  <a:pt x="1486" y="770"/>
                </a:cubicBezTo>
                <a:cubicBezTo>
                  <a:pt x="1508" y="778"/>
                  <a:pt x="1528" y="788"/>
                  <a:pt x="1541" y="808"/>
                </a:cubicBezTo>
                <a:cubicBezTo>
                  <a:pt x="1549" y="821"/>
                  <a:pt x="1562" y="822"/>
                  <a:pt x="1574" y="825"/>
                </a:cubicBezTo>
                <a:cubicBezTo>
                  <a:pt x="1599" y="830"/>
                  <a:pt x="1623" y="835"/>
                  <a:pt x="1647" y="840"/>
                </a:cubicBezTo>
                <a:cubicBezTo>
                  <a:pt x="1655" y="842"/>
                  <a:pt x="1661" y="839"/>
                  <a:pt x="1662" y="831"/>
                </a:cubicBezTo>
                <a:cubicBezTo>
                  <a:pt x="1663" y="826"/>
                  <a:pt x="1662" y="821"/>
                  <a:pt x="1663" y="816"/>
                </a:cubicBezTo>
                <a:cubicBezTo>
                  <a:pt x="1665" y="808"/>
                  <a:pt x="1667" y="799"/>
                  <a:pt x="1672" y="792"/>
                </a:cubicBezTo>
                <a:cubicBezTo>
                  <a:pt x="1678" y="781"/>
                  <a:pt x="1686" y="770"/>
                  <a:pt x="1692" y="760"/>
                </a:cubicBezTo>
                <a:cubicBezTo>
                  <a:pt x="1694" y="757"/>
                  <a:pt x="1694" y="753"/>
                  <a:pt x="1694" y="750"/>
                </a:cubicBezTo>
                <a:cubicBezTo>
                  <a:pt x="1691" y="739"/>
                  <a:pt x="1687" y="727"/>
                  <a:pt x="1686" y="716"/>
                </a:cubicBezTo>
                <a:cubicBezTo>
                  <a:pt x="1685" y="707"/>
                  <a:pt x="1689" y="698"/>
                  <a:pt x="1690" y="690"/>
                </a:cubicBezTo>
                <a:cubicBezTo>
                  <a:pt x="1690" y="685"/>
                  <a:pt x="1691" y="679"/>
                  <a:pt x="1690" y="675"/>
                </a:cubicBezTo>
                <a:cubicBezTo>
                  <a:pt x="1683" y="649"/>
                  <a:pt x="1674" y="624"/>
                  <a:pt x="1675" y="597"/>
                </a:cubicBezTo>
                <a:cubicBezTo>
                  <a:pt x="1676" y="585"/>
                  <a:pt x="1675" y="572"/>
                  <a:pt x="1674" y="559"/>
                </a:cubicBezTo>
                <a:cubicBezTo>
                  <a:pt x="1674" y="555"/>
                  <a:pt x="1671" y="551"/>
                  <a:pt x="1668" y="547"/>
                </a:cubicBezTo>
                <a:cubicBezTo>
                  <a:pt x="1665" y="542"/>
                  <a:pt x="1658" y="536"/>
                  <a:pt x="1659" y="532"/>
                </a:cubicBezTo>
                <a:cubicBezTo>
                  <a:pt x="1661" y="523"/>
                  <a:pt x="1667" y="515"/>
                  <a:pt x="1671" y="506"/>
                </a:cubicBezTo>
                <a:cubicBezTo>
                  <a:pt x="1674" y="501"/>
                  <a:pt x="1679" y="496"/>
                  <a:pt x="1681" y="491"/>
                </a:cubicBezTo>
                <a:cubicBezTo>
                  <a:pt x="1687" y="480"/>
                  <a:pt x="1692" y="468"/>
                  <a:pt x="1698" y="454"/>
                </a:cubicBezTo>
                <a:cubicBezTo>
                  <a:pt x="1697" y="454"/>
                  <a:pt x="1695" y="452"/>
                  <a:pt x="1693" y="451"/>
                </a:cubicBezTo>
                <a:cubicBezTo>
                  <a:pt x="1689" y="447"/>
                  <a:pt x="1687" y="443"/>
                  <a:pt x="1692" y="438"/>
                </a:cubicBezTo>
                <a:cubicBezTo>
                  <a:pt x="1706" y="422"/>
                  <a:pt x="1708" y="404"/>
                  <a:pt x="1704" y="384"/>
                </a:cubicBezTo>
                <a:cubicBezTo>
                  <a:pt x="1699" y="365"/>
                  <a:pt x="1694" y="346"/>
                  <a:pt x="1692" y="327"/>
                </a:cubicBezTo>
                <a:cubicBezTo>
                  <a:pt x="1690" y="298"/>
                  <a:pt x="1695" y="269"/>
                  <a:pt x="1701" y="241"/>
                </a:cubicBezTo>
                <a:cubicBezTo>
                  <a:pt x="1707" y="216"/>
                  <a:pt x="1715" y="192"/>
                  <a:pt x="1732" y="173"/>
                </a:cubicBezTo>
                <a:cubicBezTo>
                  <a:pt x="1738" y="167"/>
                  <a:pt x="1744" y="161"/>
                  <a:pt x="1752" y="156"/>
                </a:cubicBezTo>
                <a:cubicBezTo>
                  <a:pt x="1761" y="149"/>
                  <a:pt x="1772" y="146"/>
                  <a:pt x="1780" y="138"/>
                </a:cubicBezTo>
                <a:cubicBezTo>
                  <a:pt x="1794" y="126"/>
                  <a:pt x="1803" y="111"/>
                  <a:pt x="1806" y="92"/>
                </a:cubicBezTo>
                <a:cubicBezTo>
                  <a:pt x="1808" y="76"/>
                  <a:pt x="1811" y="60"/>
                  <a:pt x="1822" y="47"/>
                </a:cubicBezTo>
                <a:cubicBezTo>
                  <a:pt x="1828" y="40"/>
                  <a:pt x="1832" y="31"/>
                  <a:pt x="1836" y="22"/>
                </a:cubicBezTo>
                <a:cubicBezTo>
                  <a:pt x="1845" y="5"/>
                  <a:pt x="1860" y="0"/>
                  <a:pt x="1876" y="10"/>
                </a:cubicBezTo>
                <a:cubicBezTo>
                  <a:pt x="1898" y="23"/>
                  <a:pt x="1919" y="38"/>
                  <a:pt x="1939" y="53"/>
                </a:cubicBezTo>
                <a:cubicBezTo>
                  <a:pt x="1950" y="61"/>
                  <a:pt x="1949" y="72"/>
                  <a:pt x="1942" y="84"/>
                </a:cubicBezTo>
                <a:cubicBezTo>
                  <a:pt x="1933" y="97"/>
                  <a:pt x="1933" y="101"/>
                  <a:pt x="1940" y="111"/>
                </a:cubicBezTo>
                <a:cubicBezTo>
                  <a:pt x="1943" y="115"/>
                  <a:pt x="1946" y="119"/>
                  <a:pt x="1949" y="123"/>
                </a:cubicBezTo>
                <a:cubicBezTo>
                  <a:pt x="1955" y="132"/>
                  <a:pt x="1952" y="138"/>
                  <a:pt x="1940" y="138"/>
                </a:cubicBezTo>
                <a:cubicBezTo>
                  <a:pt x="1935" y="138"/>
                  <a:pt x="1930" y="136"/>
                  <a:pt x="1924" y="135"/>
                </a:cubicBezTo>
                <a:cubicBezTo>
                  <a:pt x="1919" y="142"/>
                  <a:pt x="1908" y="145"/>
                  <a:pt x="1907" y="157"/>
                </a:cubicBezTo>
                <a:cubicBezTo>
                  <a:pt x="1907" y="161"/>
                  <a:pt x="1899" y="163"/>
                  <a:pt x="1895" y="167"/>
                </a:cubicBezTo>
                <a:cubicBezTo>
                  <a:pt x="1889" y="175"/>
                  <a:pt x="1883" y="183"/>
                  <a:pt x="1876" y="190"/>
                </a:cubicBezTo>
                <a:cubicBezTo>
                  <a:pt x="1869" y="198"/>
                  <a:pt x="1860" y="195"/>
                  <a:pt x="1851" y="194"/>
                </a:cubicBezTo>
                <a:cubicBezTo>
                  <a:pt x="1849" y="193"/>
                  <a:pt x="1847" y="194"/>
                  <a:pt x="1844" y="194"/>
                </a:cubicBezTo>
                <a:cubicBezTo>
                  <a:pt x="1844" y="196"/>
                  <a:pt x="1844" y="199"/>
                  <a:pt x="1845" y="201"/>
                </a:cubicBezTo>
                <a:cubicBezTo>
                  <a:pt x="1845" y="204"/>
                  <a:pt x="1847" y="206"/>
                  <a:pt x="1849" y="209"/>
                </a:cubicBezTo>
                <a:cubicBezTo>
                  <a:pt x="1873" y="240"/>
                  <a:pt x="1878" y="277"/>
                  <a:pt x="1876" y="315"/>
                </a:cubicBezTo>
                <a:cubicBezTo>
                  <a:pt x="1875" y="331"/>
                  <a:pt x="1878" y="347"/>
                  <a:pt x="1879" y="362"/>
                </a:cubicBezTo>
                <a:cubicBezTo>
                  <a:pt x="1879" y="384"/>
                  <a:pt x="1894" y="395"/>
                  <a:pt x="1909" y="407"/>
                </a:cubicBezTo>
                <a:cubicBezTo>
                  <a:pt x="1916" y="413"/>
                  <a:pt x="1925" y="418"/>
                  <a:pt x="1933" y="423"/>
                </a:cubicBezTo>
                <a:cubicBezTo>
                  <a:pt x="1935" y="425"/>
                  <a:pt x="1938" y="427"/>
                  <a:pt x="1938" y="429"/>
                </a:cubicBezTo>
                <a:cubicBezTo>
                  <a:pt x="1941" y="439"/>
                  <a:pt x="1950" y="442"/>
                  <a:pt x="1959" y="445"/>
                </a:cubicBezTo>
                <a:cubicBezTo>
                  <a:pt x="1962" y="447"/>
                  <a:pt x="1965" y="449"/>
                  <a:pt x="1969" y="449"/>
                </a:cubicBezTo>
                <a:cubicBezTo>
                  <a:pt x="1986" y="453"/>
                  <a:pt x="1992" y="465"/>
                  <a:pt x="1995" y="480"/>
                </a:cubicBezTo>
                <a:cubicBezTo>
                  <a:pt x="1998" y="493"/>
                  <a:pt x="1989" y="511"/>
                  <a:pt x="1977" y="517"/>
                </a:cubicBezTo>
                <a:cubicBezTo>
                  <a:pt x="1971" y="520"/>
                  <a:pt x="1967" y="521"/>
                  <a:pt x="1970" y="530"/>
                </a:cubicBezTo>
                <a:cubicBezTo>
                  <a:pt x="1971" y="535"/>
                  <a:pt x="1965" y="542"/>
                  <a:pt x="1963" y="549"/>
                </a:cubicBezTo>
                <a:cubicBezTo>
                  <a:pt x="1962" y="549"/>
                  <a:pt x="1961" y="549"/>
                  <a:pt x="1959" y="548"/>
                </a:cubicBezTo>
                <a:cubicBezTo>
                  <a:pt x="1961" y="551"/>
                  <a:pt x="1963" y="553"/>
                  <a:pt x="1965" y="555"/>
                </a:cubicBezTo>
                <a:cubicBezTo>
                  <a:pt x="1966" y="557"/>
                  <a:pt x="1967" y="560"/>
                  <a:pt x="1968" y="563"/>
                </a:cubicBezTo>
                <a:cubicBezTo>
                  <a:pt x="1965" y="564"/>
                  <a:pt x="1962" y="566"/>
                  <a:pt x="1959" y="565"/>
                </a:cubicBezTo>
                <a:cubicBezTo>
                  <a:pt x="1953" y="564"/>
                  <a:pt x="1949" y="566"/>
                  <a:pt x="1947" y="572"/>
                </a:cubicBezTo>
                <a:cubicBezTo>
                  <a:pt x="1942" y="586"/>
                  <a:pt x="1935" y="599"/>
                  <a:pt x="1928" y="612"/>
                </a:cubicBezTo>
                <a:cubicBezTo>
                  <a:pt x="1927" y="614"/>
                  <a:pt x="1927" y="617"/>
                  <a:pt x="1925" y="619"/>
                </a:cubicBezTo>
                <a:cubicBezTo>
                  <a:pt x="1922" y="621"/>
                  <a:pt x="1918" y="621"/>
                  <a:pt x="1914" y="622"/>
                </a:cubicBezTo>
                <a:cubicBezTo>
                  <a:pt x="1913" y="619"/>
                  <a:pt x="1911" y="616"/>
                  <a:pt x="1912" y="613"/>
                </a:cubicBezTo>
                <a:cubicBezTo>
                  <a:pt x="1914" y="604"/>
                  <a:pt x="1918" y="596"/>
                  <a:pt x="1921" y="587"/>
                </a:cubicBezTo>
                <a:cubicBezTo>
                  <a:pt x="1922" y="585"/>
                  <a:pt x="1922" y="583"/>
                  <a:pt x="1923" y="582"/>
                </a:cubicBezTo>
                <a:cubicBezTo>
                  <a:pt x="1922" y="581"/>
                  <a:pt x="1922" y="581"/>
                  <a:pt x="1921" y="580"/>
                </a:cubicBezTo>
                <a:cubicBezTo>
                  <a:pt x="1918" y="582"/>
                  <a:pt x="1915" y="585"/>
                  <a:pt x="1912" y="587"/>
                </a:cubicBezTo>
                <a:cubicBezTo>
                  <a:pt x="1903" y="593"/>
                  <a:pt x="1894" y="600"/>
                  <a:pt x="1885" y="606"/>
                </a:cubicBezTo>
                <a:cubicBezTo>
                  <a:pt x="1883" y="608"/>
                  <a:pt x="1880" y="611"/>
                  <a:pt x="1880" y="612"/>
                </a:cubicBezTo>
                <a:cubicBezTo>
                  <a:pt x="1881" y="617"/>
                  <a:pt x="1883" y="623"/>
                  <a:pt x="1887" y="624"/>
                </a:cubicBezTo>
                <a:cubicBezTo>
                  <a:pt x="1899" y="631"/>
                  <a:pt x="1913" y="636"/>
                  <a:pt x="1926" y="642"/>
                </a:cubicBezTo>
                <a:cubicBezTo>
                  <a:pt x="1957" y="654"/>
                  <a:pt x="1987" y="666"/>
                  <a:pt x="2017" y="679"/>
                </a:cubicBezTo>
                <a:cubicBezTo>
                  <a:pt x="2024" y="682"/>
                  <a:pt x="2027" y="681"/>
                  <a:pt x="2027" y="673"/>
                </a:cubicBezTo>
                <a:cubicBezTo>
                  <a:pt x="2027" y="669"/>
                  <a:pt x="2030" y="666"/>
                  <a:pt x="2031" y="662"/>
                </a:cubicBezTo>
                <a:cubicBezTo>
                  <a:pt x="2045" y="633"/>
                  <a:pt x="2059" y="604"/>
                  <a:pt x="2075" y="575"/>
                </a:cubicBezTo>
                <a:cubicBezTo>
                  <a:pt x="2085" y="557"/>
                  <a:pt x="2098" y="540"/>
                  <a:pt x="2112" y="523"/>
                </a:cubicBezTo>
                <a:cubicBezTo>
                  <a:pt x="2128" y="503"/>
                  <a:pt x="2146" y="485"/>
                  <a:pt x="2162" y="465"/>
                </a:cubicBezTo>
                <a:cubicBezTo>
                  <a:pt x="2167" y="459"/>
                  <a:pt x="2170" y="452"/>
                  <a:pt x="2174" y="446"/>
                </a:cubicBezTo>
                <a:cubicBezTo>
                  <a:pt x="2181" y="434"/>
                  <a:pt x="2187" y="422"/>
                  <a:pt x="2195" y="411"/>
                </a:cubicBezTo>
                <a:cubicBezTo>
                  <a:pt x="2200" y="406"/>
                  <a:pt x="2207" y="402"/>
                  <a:pt x="2212" y="397"/>
                </a:cubicBezTo>
                <a:cubicBezTo>
                  <a:pt x="2215" y="395"/>
                  <a:pt x="2216" y="391"/>
                  <a:pt x="2218" y="388"/>
                </a:cubicBezTo>
                <a:cubicBezTo>
                  <a:pt x="2214" y="386"/>
                  <a:pt x="2209" y="383"/>
                  <a:pt x="2205" y="381"/>
                </a:cubicBezTo>
                <a:cubicBezTo>
                  <a:pt x="2204" y="381"/>
                  <a:pt x="2203" y="382"/>
                  <a:pt x="2202" y="382"/>
                </a:cubicBezTo>
                <a:cubicBezTo>
                  <a:pt x="2188" y="385"/>
                  <a:pt x="2183" y="382"/>
                  <a:pt x="2174" y="364"/>
                </a:cubicBezTo>
                <a:cubicBezTo>
                  <a:pt x="2170" y="357"/>
                  <a:pt x="2167" y="348"/>
                  <a:pt x="2156" y="348"/>
                </a:cubicBezTo>
                <a:cubicBezTo>
                  <a:pt x="2159" y="339"/>
                  <a:pt x="2154" y="337"/>
                  <a:pt x="2147" y="335"/>
                </a:cubicBezTo>
                <a:cubicBezTo>
                  <a:pt x="2128" y="330"/>
                  <a:pt x="2126" y="327"/>
                  <a:pt x="2139" y="312"/>
                </a:cubicBezTo>
                <a:cubicBezTo>
                  <a:pt x="2151" y="298"/>
                  <a:pt x="2151" y="282"/>
                  <a:pt x="2154" y="266"/>
                </a:cubicBezTo>
                <a:cubicBezTo>
                  <a:pt x="2155" y="260"/>
                  <a:pt x="2159" y="253"/>
                  <a:pt x="2163" y="250"/>
                </a:cubicBezTo>
                <a:cubicBezTo>
                  <a:pt x="2182" y="239"/>
                  <a:pt x="2204" y="234"/>
                  <a:pt x="2225" y="233"/>
                </a:cubicBezTo>
                <a:cubicBezTo>
                  <a:pt x="2237" y="233"/>
                  <a:pt x="2249" y="238"/>
                  <a:pt x="2255" y="249"/>
                </a:cubicBezTo>
                <a:cubicBezTo>
                  <a:pt x="2259" y="256"/>
                  <a:pt x="2261" y="265"/>
                  <a:pt x="2261" y="273"/>
                </a:cubicBezTo>
                <a:cubicBezTo>
                  <a:pt x="2261" y="282"/>
                  <a:pt x="2265" y="285"/>
                  <a:pt x="2271" y="290"/>
                </a:cubicBezTo>
                <a:cubicBezTo>
                  <a:pt x="2277" y="294"/>
                  <a:pt x="2282" y="301"/>
                  <a:pt x="2289" y="309"/>
                </a:cubicBezTo>
                <a:cubicBezTo>
                  <a:pt x="2280" y="313"/>
                  <a:pt x="2274" y="316"/>
                  <a:pt x="2267" y="319"/>
                </a:cubicBezTo>
                <a:cubicBezTo>
                  <a:pt x="2261" y="322"/>
                  <a:pt x="2260" y="327"/>
                  <a:pt x="2262" y="333"/>
                </a:cubicBezTo>
                <a:cubicBezTo>
                  <a:pt x="2266" y="348"/>
                  <a:pt x="2271" y="362"/>
                  <a:pt x="2284" y="372"/>
                </a:cubicBezTo>
                <a:cubicBezTo>
                  <a:pt x="2292" y="379"/>
                  <a:pt x="2299" y="388"/>
                  <a:pt x="2306" y="395"/>
                </a:cubicBezTo>
                <a:cubicBezTo>
                  <a:pt x="2329" y="414"/>
                  <a:pt x="2337" y="441"/>
                  <a:pt x="2341" y="468"/>
                </a:cubicBezTo>
                <a:cubicBezTo>
                  <a:pt x="2343" y="487"/>
                  <a:pt x="2341" y="506"/>
                  <a:pt x="2340" y="525"/>
                </a:cubicBezTo>
                <a:cubicBezTo>
                  <a:pt x="2340" y="539"/>
                  <a:pt x="2338" y="553"/>
                  <a:pt x="2338" y="566"/>
                </a:cubicBezTo>
                <a:cubicBezTo>
                  <a:pt x="2338" y="567"/>
                  <a:pt x="2339" y="568"/>
                  <a:pt x="2341" y="571"/>
                </a:cubicBezTo>
                <a:cubicBezTo>
                  <a:pt x="2348" y="562"/>
                  <a:pt x="2355" y="553"/>
                  <a:pt x="2360" y="544"/>
                </a:cubicBezTo>
                <a:cubicBezTo>
                  <a:pt x="2368" y="531"/>
                  <a:pt x="2375" y="518"/>
                  <a:pt x="2382" y="504"/>
                </a:cubicBezTo>
                <a:cubicBezTo>
                  <a:pt x="2389" y="491"/>
                  <a:pt x="2396" y="478"/>
                  <a:pt x="2403" y="465"/>
                </a:cubicBezTo>
                <a:cubicBezTo>
                  <a:pt x="2416" y="441"/>
                  <a:pt x="2430" y="418"/>
                  <a:pt x="2443" y="395"/>
                </a:cubicBezTo>
                <a:cubicBezTo>
                  <a:pt x="2448" y="387"/>
                  <a:pt x="2451" y="378"/>
                  <a:pt x="2455" y="370"/>
                </a:cubicBezTo>
                <a:cubicBezTo>
                  <a:pt x="2456" y="368"/>
                  <a:pt x="2456" y="366"/>
                  <a:pt x="2456" y="363"/>
                </a:cubicBezTo>
                <a:cubicBezTo>
                  <a:pt x="2454" y="352"/>
                  <a:pt x="2452" y="342"/>
                  <a:pt x="2451" y="331"/>
                </a:cubicBezTo>
                <a:cubicBezTo>
                  <a:pt x="2450" y="328"/>
                  <a:pt x="2452" y="326"/>
                  <a:pt x="2453" y="323"/>
                </a:cubicBezTo>
                <a:cubicBezTo>
                  <a:pt x="2457" y="315"/>
                  <a:pt x="2462" y="307"/>
                  <a:pt x="2466" y="298"/>
                </a:cubicBezTo>
                <a:cubicBezTo>
                  <a:pt x="2474" y="280"/>
                  <a:pt x="2486" y="268"/>
                  <a:pt x="2508" y="271"/>
                </a:cubicBezTo>
                <a:cubicBezTo>
                  <a:pt x="2513" y="271"/>
                  <a:pt x="2518" y="271"/>
                  <a:pt x="2524" y="271"/>
                </a:cubicBezTo>
                <a:cubicBezTo>
                  <a:pt x="2520" y="261"/>
                  <a:pt x="2517" y="253"/>
                  <a:pt x="2514" y="246"/>
                </a:cubicBezTo>
                <a:cubicBezTo>
                  <a:pt x="2521" y="240"/>
                  <a:pt x="2523" y="224"/>
                  <a:pt x="2518" y="213"/>
                </a:cubicBezTo>
                <a:cubicBezTo>
                  <a:pt x="2513" y="200"/>
                  <a:pt x="2514" y="196"/>
                  <a:pt x="2524" y="187"/>
                </a:cubicBezTo>
                <a:cubicBezTo>
                  <a:pt x="2546" y="166"/>
                  <a:pt x="2571" y="161"/>
                  <a:pt x="2600" y="170"/>
                </a:cubicBezTo>
                <a:cubicBezTo>
                  <a:pt x="2612" y="173"/>
                  <a:pt x="2617" y="183"/>
                  <a:pt x="2619" y="193"/>
                </a:cubicBezTo>
                <a:cubicBezTo>
                  <a:pt x="2621" y="204"/>
                  <a:pt x="2620" y="215"/>
                  <a:pt x="2622" y="226"/>
                </a:cubicBezTo>
                <a:cubicBezTo>
                  <a:pt x="2623" y="233"/>
                  <a:pt x="2628" y="240"/>
                  <a:pt x="2631" y="247"/>
                </a:cubicBezTo>
                <a:cubicBezTo>
                  <a:pt x="2625" y="246"/>
                  <a:pt x="2621" y="245"/>
                  <a:pt x="2621" y="254"/>
                </a:cubicBezTo>
                <a:cubicBezTo>
                  <a:pt x="2621" y="261"/>
                  <a:pt x="2619" y="268"/>
                  <a:pt x="2617" y="274"/>
                </a:cubicBezTo>
                <a:cubicBezTo>
                  <a:pt x="2615" y="285"/>
                  <a:pt x="2623" y="291"/>
                  <a:pt x="2630" y="296"/>
                </a:cubicBezTo>
                <a:cubicBezTo>
                  <a:pt x="2648" y="309"/>
                  <a:pt x="2667" y="321"/>
                  <a:pt x="2684" y="335"/>
                </a:cubicBezTo>
                <a:cubicBezTo>
                  <a:pt x="2698" y="346"/>
                  <a:pt x="2710" y="359"/>
                  <a:pt x="2710" y="379"/>
                </a:cubicBezTo>
                <a:cubicBezTo>
                  <a:pt x="2710" y="382"/>
                  <a:pt x="2711" y="385"/>
                  <a:pt x="2712" y="388"/>
                </a:cubicBezTo>
                <a:cubicBezTo>
                  <a:pt x="2721" y="410"/>
                  <a:pt x="2717" y="431"/>
                  <a:pt x="2715" y="453"/>
                </a:cubicBezTo>
                <a:cubicBezTo>
                  <a:pt x="2712" y="481"/>
                  <a:pt x="2705" y="508"/>
                  <a:pt x="2708" y="537"/>
                </a:cubicBezTo>
                <a:cubicBezTo>
                  <a:pt x="2709" y="544"/>
                  <a:pt x="2710" y="551"/>
                  <a:pt x="2710" y="558"/>
                </a:cubicBezTo>
                <a:cubicBezTo>
                  <a:pt x="2709" y="592"/>
                  <a:pt x="2707" y="626"/>
                  <a:pt x="2706" y="660"/>
                </a:cubicBezTo>
                <a:cubicBezTo>
                  <a:pt x="2706" y="664"/>
                  <a:pt x="2705" y="668"/>
                  <a:pt x="2704" y="673"/>
                </a:cubicBezTo>
                <a:cubicBezTo>
                  <a:pt x="2706" y="673"/>
                  <a:pt x="2707" y="674"/>
                  <a:pt x="2708" y="674"/>
                </a:cubicBezTo>
                <a:cubicBezTo>
                  <a:pt x="2712" y="669"/>
                  <a:pt x="2716" y="664"/>
                  <a:pt x="2720" y="660"/>
                </a:cubicBezTo>
                <a:cubicBezTo>
                  <a:pt x="2732" y="648"/>
                  <a:pt x="2743" y="635"/>
                  <a:pt x="2757" y="626"/>
                </a:cubicBezTo>
                <a:cubicBezTo>
                  <a:pt x="2770" y="618"/>
                  <a:pt x="2777" y="607"/>
                  <a:pt x="2788" y="598"/>
                </a:cubicBezTo>
                <a:cubicBezTo>
                  <a:pt x="2797" y="590"/>
                  <a:pt x="2804" y="592"/>
                  <a:pt x="2811" y="602"/>
                </a:cubicBezTo>
                <a:cubicBezTo>
                  <a:pt x="2812" y="605"/>
                  <a:pt x="2814" y="609"/>
                  <a:pt x="2816" y="612"/>
                </a:cubicBezTo>
                <a:cubicBezTo>
                  <a:pt x="2821" y="619"/>
                  <a:pt x="2818" y="625"/>
                  <a:pt x="2814" y="631"/>
                </a:cubicBezTo>
                <a:cubicBezTo>
                  <a:pt x="2800" y="653"/>
                  <a:pt x="2787" y="675"/>
                  <a:pt x="2773" y="697"/>
                </a:cubicBezTo>
                <a:cubicBezTo>
                  <a:pt x="2771" y="702"/>
                  <a:pt x="2770" y="708"/>
                  <a:pt x="2770" y="711"/>
                </a:cubicBezTo>
                <a:cubicBezTo>
                  <a:pt x="2766" y="713"/>
                  <a:pt x="2761" y="715"/>
                  <a:pt x="2760" y="718"/>
                </a:cubicBezTo>
                <a:cubicBezTo>
                  <a:pt x="2757" y="722"/>
                  <a:pt x="2751" y="726"/>
                  <a:pt x="2759" y="734"/>
                </a:cubicBezTo>
                <a:cubicBezTo>
                  <a:pt x="2754" y="739"/>
                  <a:pt x="2747" y="743"/>
                  <a:pt x="2742" y="749"/>
                </a:cubicBezTo>
                <a:cubicBezTo>
                  <a:pt x="2736" y="755"/>
                  <a:pt x="2732" y="763"/>
                  <a:pt x="2727" y="770"/>
                </a:cubicBezTo>
                <a:cubicBezTo>
                  <a:pt x="2713" y="792"/>
                  <a:pt x="2700" y="814"/>
                  <a:pt x="2686" y="836"/>
                </a:cubicBezTo>
                <a:cubicBezTo>
                  <a:pt x="2681" y="844"/>
                  <a:pt x="2672" y="850"/>
                  <a:pt x="2664" y="857"/>
                </a:cubicBezTo>
                <a:cubicBezTo>
                  <a:pt x="2660" y="861"/>
                  <a:pt x="2659" y="864"/>
                  <a:pt x="2661" y="870"/>
                </a:cubicBezTo>
                <a:cubicBezTo>
                  <a:pt x="2665" y="878"/>
                  <a:pt x="2666" y="887"/>
                  <a:pt x="2663" y="896"/>
                </a:cubicBezTo>
                <a:cubicBezTo>
                  <a:pt x="2662" y="899"/>
                  <a:pt x="2663" y="903"/>
                  <a:pt x="2664" y="906"/>
                </a:cubicBezTo>
                <a:cubicBezTo>
                  <a:pt x="2668" y="918"/>
                  <a:pt x="2672" y="931"/>
                  <a:pt x="2677" y="943"/>
                </a:cubicBezTo>
                <a:cubicBezTo>
                  <a:pt x="2679" y="949"/>
                  <a:pt x="2683" y="955"/>
                  <a:pt x="2688" y="957"/>
                </a:cubicBezTo>
                <a:cubicBezTo>
                  <a:pt x="2720" y="971"/>
                  <a:pt x="2752" y="984"/>
                  <a:pt x="2784" y="997"/>
                </a:cubicBezTo>
                <a:cubicBezTo>
                  <a:pt x="2788" y="999"/>
                  <a:pt x="2793" y="998"/>
                  <a:pt x="2797" y="998"/>
                </a:cubicBezTo>
                <a:cubicBezTo>
                  <a:pt x="2858" y="998"/>
                  <a:pt x="2918" y="998"/>
                  <a:pt x="2980" y="998"/>
                </a:cubicBezTo>
                <a:cubicBezTo>
                  <a:pt x="2980" y="1027"/>
                  <a:pt x="2980" y="1056"/>
                  <a:pt x="2980" y="1086"/>
                </a:cubicBezTo>
                <a:cubicBezTo>
                  <a:pt x="1987" y="1086"/>
                  <a:pt x="994" y="1086"/>
                  <a:pt x="0" y="1086"/>
                </a:cubicBezTo>
                <a:cubicBezTo>
                  <a:pt x="0" y="992"/>
                  <a:pt x="0" y="899"/>
                  <a:pt x="0" y="806"/>
                </a:cubicBezTo>
                <a:close/>
                <a:moveTo>
                  <a:pt x="2347" y="754"/>
                </a:moveTo>
                <a:cubicBezTo>
                  <a:pt x="2345" y="754"/>
                  <a:pt x="2344" y="754"/>
                  <a:pt x="2343" y="754"/>
                </a:cubicBezTo>
                <a:cubicBezTo>
                  <a:pt x="2339" y="757"/>
                  <a:pt x="2333" y="761"/>
                  <a:pt x="2331" y="765"/>
                </a:cubicBezTo>
                <a:cubicBezTo>
                  <a:pt x="2326" y="774"/>
                  <a:pt x="2323" y="784"/>
                  <a:pt x="2318" y="793"/>
                </a:cubicBezTo>
                <a:cubicBezTo>
                  <a:pt x="2314" y="801"/>
                  <a:pt x="2317" y="804"/>
                  <a:pt x="2324" y="807"/>
                </a:cubicBezTo>
                <a:cubicBezTo>
                  <a:pt x="2357" y="821"/>
                  <a:pt x="2390" y="835"/>
                  <a:pt x="2423" y="848"/>
                </a:cubicBezTo>
                <a:cubicBezTo>
                  <a:pt x="2430" y="852"/>
                  <a:pt x="2433" y="850"/>
                  <a:pt x="2434" y="842"/>
                </a:cubicBezTo>
                <a:cubicBezTo>
                  <a:pt x="2435" y="825"/>
                  <a:pt x="2436" y="808"/>
                  <a:pt x="2438" y="791"/>
                </a:cubicBezTo>
                <a:cubicBezTo>
                  <a:pt x="2438" y="789"/>
                  <a:pt x="2437" y="786"/>
                  <a:pt x="2436" y="784"/>
                </a:cubicBezTo>
                <a:cubicBezTo>
                  <a:pt x="2429" y="769"/>
                  <a:pt x="2430" y="753"/>
                  <a:pt x="2433" y="737"/>
                </a:cubicBezTo>
                <a:cubicBezTo>
                  <a:pt x="2439" y="704"/>
                  <a:pt x="2445" y="671"/>
                  <a:pt x="2451" y="638"/>
                </a:cubicBezTo>
                <a:cubicBezTo>
                  <a:pt x="2455" y="620"/>
                  <a:pt x="2462" y="602"/>
                  <a:pt x="2466" y="584"/>
                </a:cubicBezTo>
                <a:cubicBezTo>
                  <a:pt x="2468" y="579"/>
                  <a:pt x="2469" y="572"/>
                  <a:pt x="2467" y="569"/>
                </a:cubicBezTo>
                <a:cubicBezTo>
                  <a:pt x="2460" y="560"/>
                  <a:pt x="2462" y="552"/>
                  <a:pt x="2468" y="544"/>
                </a:cubicBezTo>
                <a:cubicBezTo>
                  <a:pt x="2470" y="541"/>
                  <a:pt x="2472" y="538"/>
                  <a:pt x="2472" y="534"/>
                </a:cubicBezTo>
                <a:cubicBezTo>
                  <a:pt x="2473" y="526"/>
                  <a:pt x="2473" y="518"/>
                  <a:pt x="2473" y="510"/>
                </a:cubicBezTo>
                <a:cubicBezTo>
                  <a:pt x="2474" y="500"/>
                  <a:pt x="2476" y="490"/>
                  <a:pt x="2476" y="480"/>
                </a:cubicBezTo>
                <a:cubicBezTo>
                  <a:pt x="2477" y="478"/>
                  <a:pt x="2474" y="475"/>
                  <a:pt x="2473" y="472"/>
                </a:cubicBezTo>
                <a:cubicBezTo>
                  <a:pt x="2471" y="474"/>
                  <a:pt x="2469" y="475"/>
                  <a:pt x="2467" y="477"/>
                </a:cubicBezTo>
                <a:cubicBezTo>
                  <a:pt x="2456" y="487"/>
                  <a:pt x="2447" y="497"/>
                  <a:pt x="2436" y="506"/>
                </a:cubicBezTo>
                <a:cubicBezTo>
                  <a:pt x="2423" y="518"/>
                  <a:pt x="2408" y="528"/>
                  <a:pt x="2395" y="540"/>
                </a:cubicBezTo>
                <a:cubicBezTo>
                  <a:pt x="2390" y="544"/>
                  <a:pt x="2384" y="552"/>
                  <a:pt x="2385" y="557"/>
                </a:cubicBezTo>
                <a:cubicBezTo>
                  <a:pt x="2388" y="569"/>
                  <a:pt x="2383" y="578"/>
                  <a:pt x="2376" y="588"/>
                </a:cubicBezTo>
                <a:cubicBezTo>
                  <a:pt x="2374" y="590"/>
                  <a:pt x="2374" y="593"/>
                  <a:pt x="2373" y="596"/>
                </a:cubicBezTo>
                <a:cubicBezTo>
                  <a:pt x="2370" y="606"/>
                  <a:pt x="2367" y="616"/>
                  <a:pt x="2364" y="626"/>
                </a:cubicBezTo>
                <a:cubicBezTo>
                  <a:pt x="2363" y="628"/>
                  <a:pt x="2360" y="629"/>
                  <a:pt x="2357" y="630"/>
                </a:cubicBezTo>
                <a:cubicBezTo>
                  <a:pt x="2349" y="633"/>
                  <a:pt x="2345" y="627"/>
                  <a:pt x="2337" y="621"/>
                </a:cubicBezTo>
                <a:cubicBezTo>
                  <a:pt x="2338" y="630"/>
                  <a:pt x="2338" y="637"/>
                  <a:pt x="2339" y="643"/>
                </a:cubicBezTo>
                <a:cubicBezTo>
                  <a:pt x="2340" y="647"/>
                  <a:pt x="2340" y="652"/>
                  <a:pt x="2342" y="654"/>
                </a:cubicBezTo>
                <a:cubicBezTo>
                  <a:pt x="2351" y="664"/>
                  <a:pt x="2350" y="667"/>
                  <a:pt x="2338" y="671"/>
                </a:cubicBezTo>
                <a:cubicBezTo>
                  <a:pt x="2336" y="672"/>
                  <a:pt x="2333" y="676"/>
                  <a:pt x="2333" y="678"/>
                </a:cubicBezTo>
                <a:cubicBezTo>
                  <a:pt x="2334" y="687"/>
                  <a:pt x="2337" y="696"/>
                  <a:pt x="2338" y="706"/>
                </a:cubicBezTo>
                <a:cubicBezTo>
                  <a:pt x="2341" y="722"/>
                  <a:pt x="2344" y="738"/>
                  <a:pt x="2347" y="754"/>
                </a:cubicBezTo>
                <a:close/>
                <a:moveTo>
                  <a:pt x="2185" y="524"/>
                </a:moveTo>
                <a:cubicBezTo>
                  <a:pt x="2174" y="534"/>
                  <a:pt x="2160" y="543"/>
                  <a:pt x="2151" y="556"/>
                </a:cubicBezTo>
                <a:cubicBezTo>
                  <a:pt x="2137" y="576"/>
                  <a:pt x="2125" y="599"/>
                  <a:pt x="2104" y="614"/>
                </a:cubicBezTo>
                <a:cubicBezTo>
                  <a:pt x="2103" y="615"/>
                  <a:pt x="2102" y="616"/>
                  <a:pt x="2101" y="618"/>
                </a:cubicBezTo>
                <a:cubicBezTo>
                  <a:pt x="2094" y="628"/>
                  <a:pt x="2086" y="638"/>
                  <a:pt x="2079" y="649"/>
                </a:cubicBezTo>
                <a:cubicBezTo>
                  <a:pt x="2076" y="653"/>
                  <a:pt x="2075" y="659"/>
                  <a:pt x="2075" y="664"/>
                </a:cubicBezTo>
                <a:cubicBezTo>
                  <a:pt x="2073" y="673"/>
                  <a:pt x="2073" y="683"/>
                  <a:pt x="2071" y="692"/>
                </a:cubicBezTo>
                <a:cubicBezTo>
                  <a:pt x="2069" y="699"/>
                  <a:pt x="2070" y="702"/>
                  <a:pt x="2077" y="704"/>
                </a:cubicBezTo>
                <a:cubicBezTo>
                  <a:pt x="2103" y="715"/>
                  <a:pt x="2130" y="726"/>
                  <a:pt x="2156" y="738"/>
                </a:cubicBezTo>
                <a:cubicBezTo>
                  <a:pt x="2162" y="740"/>
                  <a:pt x="2165" y="739"/>
                  <a:pt x="2167" y="733"/>
                </a:cubicBezTo>
                <a:cubicBezTo>
                  <a:pt x="2169" y="729"/>
                  <a:pt x="2172" y="724"/>
                  <a:pt x="2174" y="719"/>
                </a:cubicBezTo>
                <a:cubicBezTo>
                  <a:pt x="2179" y="711"/>
                  <a:pt x="2189" y="705"/>
                  <a:pt x="2183" y="693"/>
                </a:cubicBezTo>
                <a:cubicBezTo>
                  <a:pt x="2182" y="692"/>
                  <a:pt x="2183" y="689"/>
                  <a:pt x="2184" y="688"/>
                </a:cubicBezTo>
                <a:cubicBezTo>
                  <a:pt x="2190" y="683"/>
                  <a:pt x="2201" y="679"/>
                  <a:pt x="2186" y="671"/>
                </a:cubicBezTo>
                <a:cubicBezTo>
                  <a:pt x="2186" y="671"/>
                  <a:pt x="2187" y="671"/>
                  <a:pt x="2186" y="670"/>
                </a:cubicBezTo>
                <a:cubicBezTo>
                  <a:pt x="2182" y="652"/>
                  <a:pt x="2178" y="635"/>
                  <a:pt x="2185" y="616"/>
                </a:cubicBezTo>
                <a:cubicBezTo>
                  <a:pt x="2186" y="613"/>
                  <a:pt x="2186" y="609"/>
                  <a:pt x="2186" y="605"/>
                </a:cubicBezTo>
                <a:cubicBezTo>
                  <a:pt x="2186" y="589"/>
                  <a:pt x="2186" y="573"/>
                  <a:pt x="2192" y="558"/>
                </a:cubicBezTo>
                <a:cubicBezTo>
                  <a:pt x="2197" y="547"/>
                  <a:pt x="2199" y="534"/>
                  <a:pt x="2185" y="524"/>
                </a:cubicBezTo>
                <a:close/>
                <a:moveTo>
                  <a:pt x="1366" y="777"/>
                </a:moveTo>
                <a:cubicBezTo>
                  <a:pt x="1379" y="785"/>
                  <a:pt x="1522" y="814"/>
                  <a:pt x="1529" y="811"/>
                </a:cubicBezTo>
                <a:cubicBezTo>
                  <a:pt x="1499" y="768"/>
                  <a:pt x="1404" y="762"/>
                  <a:pt x="1366" y="777"/>
                </a:cubicBezTo>
                <a:close/>
                <a:moveTo>
                  <a:pt x="1885" y="487"/>
                </a:moveTo>
                <a:cubicBezTo>
                  <a:pt x="1880" y="491"/>
                  <a:pt x="1878" y="493"/>
                  <a:pt x="1875" y="494"/>
                </a:cubicBezTo>
                <a:cubicBezTo>
                  <a:pt x="1867" y="498"/>
                  <a:pt x="1866" y="504"/>
                  <a:pt x="1870" y="512"/>
                </a:cubicBezTo>
                <a:cubicBezTo>
                  <a:pt x="1872" y="518"/>
                  <a:pt x="1872" y="524"/>
                  <a:pt x="1873" y="530"/>
                </a:cubicBezTo>
                <a:cubicBezTo>
                  <a:pt x="1874" y="536"/>
                  <a:pt x="1874" y="542"/>
                  <a:pt x="1875" y="548"/>
                </a:cubicBezTo>
                <a:cubicBezTo>
                  <a:pt x="1876" y="551"/>
                  <a:pt x="1879" y="555"/>
                  <a:pt x="1881" y="555"/>
                </a:cubicBezTo>
                <a:cubicBezTo>
                  <a:pt x="1887" y="554"/>
                  <a:pt x="1896" y="554"/>
                  <a:pt x="1898" y="550"/>
                </a:cubicBezTo>
                <a:cubicBezTo>
                  <a:pt x="1906" y="538"/>
                  <a:pt x="1910" y="523"/>
                  <a:pt x="1918" y="511"/>
                </a:cubicBezTo>
                <a:cubicBezTo>
                  <a:pt x="1923" y="501"/>
                  <a:pt x="1919" y="494"/>
                  <a:pt x="1913" y="487"/>
                </a:cubicBezTo>
                <a:cubicBezTo>
                  <a:pt x="1912" y="485"/>
                  <a:pt x="1908" y="484"/>
                  <a:pt x="1906" y="484"/>
                </a:cubicBezTo>
                <a:cubicBezTo>
                  <a:pt x="1905" y="485"/>
                  <a:pt x="1903" y="488"/>
                  <a:pt x="1903" y="491"/>
                </a:cubicBezTo>
                <a:cubicBezTo>
                  <a:pt x="1902" y="499"/>
                  <a:pt x="1902" y="507"/>
                  <a:pt x="1900" y="515"/>
                </a:cubicBezTo>
                <a:cubicBezTo>
                  <a:pt x="1900" y="518"/>
                  <a:pt x="1896" y="521"/>
                  <a:pt x="1894" y="523"/>
                </a:cubicBezTo>
                <a:cubicBezTo>
                  <a:pt x="1891" y="521"/>
                  <a:pt x="1887" y="518"/>
                  <a:pt x="1887" y="515"/>
                </a:cubicBezTo>
                <a:cubicBezTo>
                  <a:pt x="1886" y="510"/>
                  <a:pt x="1887" y="505"/>
                  <a:pt x="1887" y="499"/>
                </a:cubicBezTo>
                <a:cubicBezTo>
                  <a:pt x="1887" y="496"/>
                  <a:pt x="1886" y="492"/>
                  <a:pt x="1885" y="487"/>
                </a:cubicBezTo>
                <a:close/>
                <a:moveTo>
                  <a:pt x="2712" y="705"/>
                </a:moveTo>
                <a:cubicBezTo>
                  <a:pt x="2710" y="705"/>
                  <a:pt x="2709" y="704"/>
                  <a:pt x="2707" y="704"/>
                </a:cubicBezTo>
                <a:cubicBezTo>
                  <a:pt x="2705" y="708"/>
                  <a:pt x="2703" y="713"/>
                  <a:pt x="2700" y="717"/>
                </a:cubicBezTo>
                <a:cubicBezTo>
                  <a:pt x="2695" y="725"/>
                  <a:pt x="2690" y="735"/>
                  <a:pt x="2683" y="741"/>
                </a:cubicBezTo>
                <a:cubicBezTo>
                  <a:pt x="2675" y="749"/>
                  <a:pt x="2672" y="761"/>
                  <a:pt x="2679" y="767"/>
                </a:cubicBezTo>
                <a:cubicBezTo>
                  <a:pt x="2680" y="766"/>
                  <a:pt x="2681" y="766"/>
                  <a:pt x="2681" y="766"/>
                </a:cubicBezTo>
                <a:cubicBezTo>
                  <a:pt x="2691" y="749"/>
                  <a:pt x="2702" y="733"/>
                  <a:pt x="2711" y="716"/>
                </a:cubicBezTo>
                <a:cubicBezTo>
                  <a:pt x="2713" y="713"/>
                  <a:pt x="2712" y="709"/>
                  <a:pt x="2712" y="705"/>
                </a:cubicBezTo>
                <a:close/>
                <a:moveTo>
                  <a:pt x="2759" y="641"/>
                </a:moveTo>
                <a:cubicBezTo>
                  <a:pt x="2758" y="640"/>
                  <a:pt x="2756" y="639"/>
                  <a:pt x="2755" y="638"/>
                </a:cubicBezTo>
                <a:cubicBezTo>
                  <a:pt x="2743" y="652"/>
                  <a:pt x="2730" y="665"/>
                  <a:pt x="2717" y="679"/>
                </a:cubicBezTo>
                <a:cubicBezTo>
                  <a:pt x="2721" y="683"/>
                  <a:pt x="2724" y="687"/>
                  <a:pt x="2728" y="692"/>
                </a:cubicBezTo>
                <a:cubicBezTo>
                  <a:pt x="2739" y="674"/>
                  <a:pt x="2749" y="657"/>
                  <a:pt x="2759" y="641"/>
                </a:cubicBezTo>
                <a:close/>
                <a:moveTo>
                  <a:pt x="1911" y="568"/>
                </a:moveTo>
                <a:cubicBezTo>
                  <a:pt x="1902" y="564"/>
                  <a:pt x="1879" y="565"/>
                  <a:pt x="1879" y="570"/>
                </a:cubicBezTo>
                <a:cubicBezTo>
                  <a:pt x="1877" y="577"/>
                  <a:pt x="1878" y="585"/>
                  <a:pt x="1878" y="592"/>
                </a:cubicBezTo>
                <a:cubicBezTo>
                  <a:pt x="1879" y="593"/>
                  <a:pt x="1880" y="593"/>
                  <a:pt x="1881" y="593"/>
                </a:cubicBezTo>
                <a:cubicBezTo>
                  <a:pt x="1891" y="585"/>
                  <a:pt x="1900" y="577"/>
                  <a:pt x="1911" y="568"/>
                </a:cubicBezTo>
                <a:close/>
                <a:moveTo>
                  <a:pt x="2789" y="650"/>
                </a:moveTo>
                <a:cubicBezTo>
                  <a:pt x="2787" y="649"/>
                  <a:pt x="2785" y="649"/>
                  <a:pt x="2784" y="648"/>
                </a:cubicBezTo>
                <a:cubicBezTo>
                  <a:pt x="2778" y="656"/>
                  <a:pt x="2772" y="663"/>
                  <a:pt x="2768" y="671"/>
                </a:cubicBezTo>
                <a:cubicBezTo>
                  <a:pt x="2766" y="674"/>
                  <a:pt x="2769" y="680"/>
                  <a:pt x="2770" y="684"/>
                </a:cubicBezTo>
                <a:cubicBezTo>
                  <a:pt x="2773" y="682"/>
                  <a:pt x="2776" y="680"/>
                  <a:pt x="2779" y="678"/>
                </a:cubicBezTo>
                <a:cubicBezTo>
                  <a:pt x="2781" y="674"/>
                  <a:pt x="2784" y="670"/>
                  <a:pt x="2785" y="666"/>
                </a:cubicBezTo>
                <a:cubicBezTo>
                  <a:pt x="2787" y="661"/>
                  <a:pt x="2788" y="655"/>
                  <a:pt x="2789" y="650"/>
                </a:cubicBezTo>
                <a:close/>
                <a:moveTo>
                  <a:pt x="2724" y="758"/>
                </a:moveTo>
                <a:cubicBezTo>
                  <a:pt x="2738" y="748"/>
                  <a:pt x="2743" y="734"/>
                  <a:pt x="2736" y="726"/>
                </a:cubicBezTo>
                <a:cubicBezTo>
                  <a:pt x="2721" y="740"/>
                  <a:pt x="2718" y="749"/>
                  <a:pt x="2724" y="758"/>
                </a:cubicBezTo>
                <a:close/>
                <a:moveTo>
                  <a:pt x="2714" y="764"/>
                </a:moveTo>
                <a:cubicBezTo>
                  <a:pt x="2699" y="777"/>
                  <a:pt x="2696" y="788"/>
                  <a:pt x="2704" y="793"/>
                </a:cubicBezTo>
                <a:cubicBezTo>
                  <a:pt x="2718" y="778"/>
                  <a:pt x="2720" y="773"/>
                  <a:pt x="2714" y="764"/>
                </a:cubicBezTo>
                <a:close/>
                <a:moveTo>
                  <a:pt x="2747" y="723"/>
                </a:moveTo>
                <a:cubicBezTo>
                  <a:pt x="2761" y="711"/>
                  <a:pt x="2763" y="703"/>
                  <a:pt x="2756" y="696"/>
                </a:cubicBezTo>
                <a:cubicBezTo>
                  <a:pt x="2742" y="708"/>
                  <a:pt x="2740" y="712"/>
                  <a:pt x="2747" y="723"/>
                </a:cubicBezTo>
                <a:close/>
                <a:moveTo>
                  <a:pt x="2687" y="826"/>
                </a:moveTo>
                <a:cubicBezTo>
                  <a:pt x="2690" y="818"/>
                  <a:pt x="2694" y="811"/>
                  <a:pt x="2697" y="805"/>
                </a:cubicBezTo>
                <a:cubicBezTo>
                  <a:pt x="2683" y="811"/>
                  <a:pt x="2680" y="819"/>
                  <a:pt x="2687" y="826"/>
                </a:cubicBezTo>
                <a:close/>
                <a:moveTo>
                  <a:pt x="2360" y="608"/>
                </a:moveTo>
                <a:cubicBezTo>
                  <a:pt x="2361" y="600"/>
                  <a:pt x="2361" y="595"/>
                  <a:pt x="2362" y="590"/>
                </a:cubicBezTo>
                <a:cubicBezTo>
                  <a:pt x="2360" y="590"/>
                  <a:pt x="2356" y="590"/>
                  <a:pt x="2355" y="591"/>
                </a:cubicBezTo>
                <a:cubicBezTo>
                  <a:pt x="2351" y="596"/>
                  <a:pt x="2352" y="601"/>
                  <a:pt x="2360" y="60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Rectangle 1">
            <a:extLst>
              <a:ext uri="{FF2B5EF4-FFF2-40B4-BE49-F238E27FC236}">
                <a16:creationId xmlns:a16="http://schemas.microsoft.com/office/drawing/2014/main" id="{DE4A1540-A398-4F6D-9BA0-74FC12594DA9}"/>
              </a:ext>
            </a:extLst>
          </p:cNvPr>
          <p:cNvSpPr/>
          <p:nvPr/>
        </p:nvSpPr>
        <p:spPr>
          <a:xfrm>
            <a:off x="4219074" y="6641432"/>
            <a:ext cx="7972926" cy="2258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BEB56935-DC7B-4194-B073-9A722DD50427}"/>
              </a:ext>
            </a:extLst>
          </p:cNvPr>
          <p:cNvGrpSpPr/>
          <p:nvPr/>
        </p:nvGrpSpPr>
        <p:grpSpPr>
          <a:xfrm flipH="1">
            <a:off x="10728236" y="5252130"/>
            <a:ext cx="1319386" cy="1305531"/>
            <a:chOff x="3175" y="1588"/>
            <a:chExt cx="4686300" cy="4637087"/>
          </a:xfrm>
          <a:solidFill>
            <a:schemeClr val="accent1"/>
          </a:solidFill>
        </p:grpSpPr>
        <p:sp>
          <p:nvSpPr>
            <p:cNvPr id="8" name="Rectangle 5">
              <a:extLst>
                <a:ext uri="{FF2B5EF4-FFF2-40B4-BE49-F238E27FC236}">
                  <a16:creationId xmlns:a16="http://schemas.microsoft.com/office/drawing/2014/main" id="{430FBBE0-3839-42FA-BF2D-FEAD7C285080}"/>
                </a:ext>
              </a:extLst>
            </p:cNvPr>
            <p:cNvSpPr>
              <a:spLocks noChangeArrowheads="1"/>
            </p:cNvSpPr>
            <p:nvPr/>
          </p:nvSpPr>
          <p:spPr bwMode="auto">
            <a:xfrm>
              <a:off x="1106488" y="3094038"/>
              <a:ext cx="98425" cy="13366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Rectangle 6">
              <a:extLst>
                <a:ext uri="{FF2B5EF4-FFF2-40B4-BE49-F238E27FC236}">
                  <a16:creationId xmlns:a16="http://schemas.microsoft.com/office/drawing/2014/main" id="{3DF6C43C-2FF2-4F80-8AD9-6E9BA4EFE157}"/>
                </a:ext>
              </a:extLst>
            </p:cNvPr>
            <p:cNvSpPr>
              <a:spLocks noChangeArrowheads="1"/>
            </p:cNvSpPr>
            <p:nvPr/>
          </p:nvSpPr>
          <p:spPr bwMode="auto">
            <a:xfrm>
              <a:off x="1450975" y="3094038"/>
              <a:ext cx="85725" cy="13366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Rectangle 7">
              <a:extLst>
                <a:ext uri="{FF2B5EF4-FFF2-40B4-BE49-F238E27FC236}">
                  <a16:creationId xmlns:a16="http://schemas.microsoft.com/office/drawing/2014/main" id="{DC6CF020-0440-4889-9E55-7E181ADD4C69}"/>
                </a:ext>
              </a:extLst>
            </p:cNvPr>
            <p:cNvSpPr>
              <a:spLocks noChangeArrowheads="1"/>
            </p:cNvSpPr>
            <p:nvPr/>
          </p:nvSpPr>
          <p:spPr bwMode="auto">
            <a:xfrm>
              <a:off x="1147763" y="3148013"/>
              <a:ext cx="357188" cy="635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8">
              <a:extLst>
                <a:ext uri="{FF2B5EF4-FFF2-40B4-BE49-F238E27FC236}">
                  <a16:creationId xmlns:a16="http://schemas.microsoft.com/office/drawing/2014/main" id="{D83FF1DB-ADC0-4783-9693-F4BB3F89D0D4}"/>
                </a:ext>
              </a:extLst>
            </p:cNvPr>
            <p:cNvSpPr>
              <a:spLocks/>
            </p:cNvSpPr>
            <p:nvPr/>
          </p:nvSpPr>
          <p:spPr bwMode="auto">
            <a:xfrm>
              <a:off x="1173163" y="3176588"/>
              <a:ext cx="306388" cy="306387"/>
            </a:xfrm>
            <a:custGeom>
              <a:avLst/>
              <a:gdLst>
                <a:gd name="T0" fmla="*/ 175 w 193"/>
                <a:gd name="T1" fmla="*/ 193 h 193"/>
                <a:gd name="T2" fmla="*/ 0 w 193"/>
                <a:gd name="T3" fmla="*/ 18 h 193"/>
                <a:gd name="T4" fmla="*/ 18 w 193"/>
                <a:gd name="T5" fmla="*/ 0 h 193"/>
                <a:gd name="T6" fmla="*/ 193 w 193"/>
                <a:gd name="T7" fmla="*/ 175 h 193"/>
                <a:gd name="T8" fmla="*/ 175 w 193"/>
                <a:gd name="T9" fmla="*/ 193 h 193"/>
              </a:gdLst>
              <a:ahLst/>
              <a:cxnLst>
                <a:cxn ang="0">
                  <a:pos x="T0" y="T1"/>
                </a:cxn>
                <a:cxn ang="0">
                  <a:pos x="T2" y="T3"/>
                </a:cxn>
                <a:cxn ang="0">
                  <a:pos x="T4" y="T5"/>
                </a:cxn>
                <a:cxn ang="0">
                  <a:pos x="T6" y="T7"/>
                </a:cxn>
                <a:cxn ang="0">
                  <a:pos x="T8" y="T9"/>
                </a:cxn>
              </a:cxnLst>
              <a:rect l="0" t="0" r="r" b="b"/>
              <a:pathLst>
                <a:path w="193" h="193">
                  <a:moveTo>
                    <a:pt x="175" y="193"/>
                  </a:moveTo>
                  <a:lnTo>
                    <a:pt x="0" y="18"/>
                  </a:lnTo>
                  <a:lnTo>
                    <a:pt x="18" y="0"/>
                  </a:lnTo>
                  <a:lnTo>
                    <a:pt x="193" y="175"/>
                  </a:lnTo>
                  <a:lnTo>
                    <a:pt x="175"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9">
              <a:extLst>
                <a:ext uri="{FF2B5EF4-FFF2-40B4-BE49-F238E27FC236}">
                  <a16:creationId xmlns:a16="http://schemas.microsoft.com/office/drawing/2014/main" id="{A7A67957-1DBB-4B37-B783-DC2FEC2E2632}"/>
                </a:ext>
              </a:extLst>
            </p:cNvPr>
            <p:cNvSpPr>
              <a:spLocks/>
            </p:cNvSpPr>
            <p:nvPr/>
          </p:nvSpPr>
          <p:spPr bwMode="auto">
            <a:xfrm>
              <a:off x="1173163" y="3176588"/>
              <a:ext cx="306388" cy="306387"/>
            </a:xfrm>
            <a:custGeom>
              <a:avLst/>
              <a:gdLst>
                <a:gd name="T0" fmla="*/ 0 w 193"/>
                <a:gd name="T1" fmla="*/ 175 h 193"/>
                <a:gd name="T2" fmla="*/ 175 w 193"/>
                <a:gd name="T3" fmla="*/ 0 h 193"/>
                <a:gd name="T4" fmla="*/ 193 w 193"/>
                <a:gd name="T5" fmla="*/ 18 h 193"/>
                <a:gd name="T6" fmla="*/ 18 w 193"/>
                <a:gd name="T7" fmla="*/ 193 h 193"/>
                <a:gd name="T8" fmla="*/ 0 w 193"/>
                <a:gd name="T9" fmla="*/ 175 h 193"/>
              </a:gdLst>
              <a:ahLst/>
              <a:cxnLst>
                <a:cxn ang="0">
                  <a:pos x="T0" y="T1"/>
                </a:cxn>
                <a:cxn ang="0">
                  <a:pos x="T2" y="T3"/>
                </a:cxn>
                <a:cxn ang="0">
                  <a:pos x="T4" y="T5"/>
                </a:cxn>
                <a:cxn ang="0">
                  <a:pos x="T6" y="T7"/>
                </a:cxn>
                <a:cxn ang="0">
                  <a:pos x="T8" y="T9"/>
                </a:cxn>
              </a:cxnLst>
              <a:rect l="0" t="0" r="r" b="b"/>
              <a:pathLst>
                <a:path w="193" h="193">
                  <a:moveTo>
                    <a:pt x="0" y="175"/>
                  </a:moveTo>
                  <a:lnTo>
                    <a:pt x="175" y="0"/>
                  </a:lnTo>
                  <a:lnTo>
                    <a:pt x="193" y="18"/>
                  </a:lnTo>
                  <a:lnTo>
                    <a:pt x="18" y="193"/>
                  </a:lnTo>
                  <a:lnTo>
                    <a:pt x="0" y="1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Rectangle 10">
              <a:extLst>
                <a:ext uri="{FF2B5EF4-FFF2-40B4-BE49-F238E27FC236}">
                  <a16:creationId xmlns:a16="http://schemas.microsoft.com/office/drawing/2014/main" id="{43EC8EA1-3213-4C70-9EC1-DDB548459F2D}"/>
                </a:ext>
              </a:extLst>
            </p:cNvPr>
            <p:cNvSpPr>
              <a:spLocks noChangeArrowheads="1"/>
            </p:cNvSpPr>
            <p:nvPr/>
          </p:nvSpPr>
          <p:spPr bwMode="auto">
            <a:xfrm>
              <a:off x="1147763" y="3441700"/>
              <a:ext cx="357188" cy="635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1">
              <a:extLst>
                <a:ext uri="{FF2B5EF4-FFF2-40B4-BE49-F238E27FC236}">
                  <a16:creationId xmlns:a16="http://schemas.microsoft.com/office/drawing/2014/main" id="{B704D3FA-4113-454E-A60E-195B1CF1438E}"/>
                </a:ext>
              </a:extLst>
            </p:cNvPr>
            <p:cNvSpPr>
              <a:spLocks/>
            </p:cNvSpPr>
            <p:nvPr/>
          </p:nvSpPr>
          <p:spPr bwMode="auto">
            <a:xfrm>
              <a:off x="1173163" y="3470275"/>
              <a:ext cx="306388" cy="304800"/>
            </a:xfrm>
            <a:custGeom>
              <a:avLst/>
              <a:gdLst>
                <a:gd name="T0" fmla="*/ 175 w 193"/>
                <a:gd name="T1" fmla="*/ 192 h 192"/>
                <a:gd name="T2" fmla="*/ 0 w 193"/>
                <a:gd name="T3" fmla="*/ 18 h 192"/>
                <a:gd name="T4" fmla="*/ 18 w 193"/>
                <a:gd name="T5" fmla="*/ 0 h 192"/>
                <a:gd name="T6" fmla="*/ 193 w 193"/>
                <a:gd name="T7" fmla="*/ 174 h 192"/>
                <a:gd name="T8" fmla="*/ 175 w 193"/>
                <a:gd name="T9" fmla="*/ 192 h 192"/>
              </a:gdLst>
              <a:ahLst/>
              <a:cxnLst>
                <a:cxn ang="0">
                  <a:pos x="T0" y="T1"/>
                </a:cxn>
                <a:cxn ang="0">
                  <a:pos x="T2" y="T3"/>
                </a:cxn>
                <a:cxn ang="0">
                  <a:pos x="T4" y="T5"/>
                </a:cxn>
                <a:cxn ang="0">
                  <a:pos x="T6" y="T7"/>
                </a:cxn>
                <a:cxn ang="0">
                  <a:pos x="T8" y="T9"/>
                </a:cxn>
              </a:cxnLst>
              <a:rect l="0" t="0" r="r" b="b"/>
              <a:pathLst>
                <a:path w="193" h="192">
                  <a:moveTo>
                    <a:pt x="175" y="192"/>
                  </a:moveTo>
                  <a:lnTo>
                    <a:pt x="0" y="18"/>
                  </a:lnTo>
                  <a:lnTo>
                    <a:pt x="18" y="0"/>
                  </a:lnTo>
                  <a:lnTo>
                    <a:pt x="193" y="174"/>
                  </a:lnTo>
                  <a:lnTo>
                    <a:pt x="175"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2">
              <a:extLst>
                <a:ext uri="{FF2B5EF4-FFF2-40B4-BE49-F238E27FC236}">
                  <a16:creationId xmlns:a16="http://schemas.microsoft.com/office/drawing/2014/main" id="{E8D7FD53-A8BD-4AE8-A761-A4A6BA21D56B}"/>
                </a:ext>
              </a:extLst>
            </p:cNvPr>
            <p:cNvSpPr>
              <a:spLocks/>
            </p:cNvSpPr>
            <p:nvPr/>
          </p:nvSpPr>
          <p:spPr bwMode="auto">
            <a:xfrm>
              <a:off x="1173163" y="3470275"/>
              <a:ext cx="306388" cy="304800"/>
            </a:xfrm>
            <a:custGeom>
              <a:avLst/>
              <a:gdLst>
                <a:gd name="T0" fmla="*/ 0 w 193"/>
                <a:gd name="T1" fmla="*/ 174 h 192"/>
                <a:gd name="T2" fmla="*/ 175 w 193"/>
                <a:gd name="T3" fmla="*/ 0 h 192"/>
                <a:gd name="T4" fmla="*/ 193 w 193"/>
                <a:gd name="T5" fmla="*/ 18 h 192"/>
                <a:gd name="T6" fmla="*/ 18 w 193"/>
                <a:gd name="T7" fmla="*/ 192 h 192"/>
                <a:gd name="T8" fmla="*/ 0 w 193"/>
                <a:gd name="T9" fmla="*/ 174 h 192"/>
              </a:gdLst>
              <a:ahLst/>
              <a:cxnLst>
                <a:cxn ang="0">
                  <a:pos x="T0" y="T1"/>
                </a:cxn>
                <a:cxn ang="0">
                  <a:pos x="T2" y="T3"/>
                </a:cxn>
                <a:cxn ang="0">
                  <a:pos x="T4" y="T5"/>
                </a:cxn>
                <a:cxn ang="0">
                  <a:pos x="T6" y="T7"/>
                </a:cxn>
                <a:cxn ang="0">
                  <a:pos x="T8" y="T9"/>
                </a:cxn>
              </a:cxnLst>
              <a:rect l="0" t="0" r="r" b="b"/>
              <a:pathLst>
                <a:path w="193" h="192">
                  <a:moveTo>
                    <a:pt x="0" y="174"/>
                  </a:moveTo>
                  <a:lnTo>
                    <a:pt x="175" y="0"/>
                  </a:lnTo>
                  <a:lnTo>
                    <a:pt x="193" y="18"/>
                  </a:lnTo>
                  <a:lnTo>
                    <a:pt x="18" y="192"/>
                  </a:lnTo>
                  <a:lnTo>
                    <a:pt x="0"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Rectangle 13">
              <a:extLst>
                <a:ext uri="{FF2B5EF4-FFF2-40B4-BE49-F238E27FC236}">
                  <a16:creationId xmlns:a16="http://schemas.microsoft.com/office/drawing/2014/main" id="{BC7A1C43-C435-4A2D-95C1-730D0C21C27E}"/>
                </a:ext>
              </a:extLst>
            </p:cNvPr>
            <p:cNvSpPr>
              <a:spLocks noChangeArrowheads="1"/>
            </p:cNvSpPr>
            <p:nvPr/>
          </p:nvSpPr>
          <p:spPr bwMode="auto">
            <a:xfrm>
              <a:off x="1147763" y="3733800"/>
              <a:ext cx="357188" cy="635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4">
              <a:extLst>
                <a:ext uri="{FF2B5EF4-FFF2-40B4-BE49-F238E27FC236}">
                  <a16:creationId xmlns:a16="http://schemas.microsoft.com/office/drawing/2014/main" id="{AF29528E-C661-4315-8110-3E099C7589A6}"/>
                </a:ext>
              </a:extLst>
            </p:cNvPr>
            <p:cNvSpPr>
              <a:spLocks/>
            </p:cNvSpPr>
            <p:nvPr/>
          </p:nvSpPr>
          <p:spPr bwMode="auto">
            <a:xfrm>
              <a:off x="1173163" y="3762375"/>
              <a:ext cx="306388" cy="306387"/>
            </a:xfrm>
            <a:custGeom>
              <a:avLst/>
              <a:gdLst>
                <a:gd name="T0" fmla="*/ 175 w 193"/>
                <a:gd name="T1" fmla="*/ 193 h 193"/>
                <a:gd name="T2" fmla="*/ 0 w 193"/>
                <a:gd name="T3" fmla="*/ 18 h 193"/>
                <a:gd name="T4" fmla="*/ 18 w 193"/>
                <a:gd name="T5" fmla="*/ 0 h 193"/>
                <a:gd name="T6" fmla="*/ 193 w 193"/>
                <a:gd name="T7" fmla="*/ 175 h 193"/>
                <a:gd name="T8" fmla="*/ 175 w 193"/>
                <a:gd name="T9" fmla="*/ 193 h 193"/>
              </a:gdLst>
              <a:ahLst/>
              <a:cxnLst>
                <a:cxn ang="0">
                  <a:pos x="T0" y="T1"/>
                </a:cxn>
                <a:cxn ang="0">
                  <a:pos x="T2" y="T3"/>
                </a:cxn>
                <a:cxn ang="0">
                  <a:pos x="T4" y="T5"/>
                </a:cxn>
                <a:cxn ang="0">
                  <a:pos x="T6" y="T7"/>
                </a:cxn>
                <a:cxn ang="0">
                  <a:pos x="T8" y="T9"/>
                </a:cxn>
              </a:cxnLst>
              <a:rect l="0" t="0" r="r" b="b"/>
              <a:pathLst>
                <a:path w="193" h="193">
                  <a:moveTo>
                    <a:pt x="175" y="193"/>
                  </a:moveTo>
                  <a:lnTo>
                    <a:pt x="0" y="18"/>
                  </a:lnTo>
                  <a:lnTo>
                    <a:pt x="18" y="0"/>
                  </a:lnTo>
                  <a:lnTo>
                    <a:pt x="193" y="175"/>
                  </a:lnTo>
                  <a:lnTo>
                    <a:pt x="175"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5">
              <a:extLst>
                <a:ext uri="{FF2B5EF4-FFF2-40B4-BE49-F238E27FC236}">
                  <a16:creationId xmlns:a16="http://schemas.microsoft.com/office/drawing/2014/main" id="{40887E4A-4204-473C-A730-A068D2041BDE}"/>
                </a:ext>
              </a:extLst>
            </p:cNvPr>
            <p:cNvSpPr>
              <a:spLocks/>
            </p:cNvSpPr>
            <p:nvPr/>
          </p:nvSpPr>
          <p:spPr bwMode="auto">
            <a:xfrm>
              <a:off x="1173163" y="3762375"/>
              <a:ext cx="306388" cy="306387"/>
            </a:xfrm>
            <a:custGeom>
              <a:avLst/>
              <a:gdLst>
                <a:gd name="T0" fmla="*/ 0 w 193"/>
                <a:gd name="T1" fmla="*/ 175 h 193"/>
                <a:gd name="T2" fmla="*/ 175 w 193"/>
                <a:gd name="T3" fmla="*/ 0 h 193"/>
                <a:gd name="T4" fmla="*/ 193 w 193"/>
                <a:gd name="T5" fmla="*/ 18 h 193"/>
                <a:gd name="T6" fmla="*/ 18 w 193"/>
                <a:gd name="T7" fmla="*/ 193 h 193"/>
                <a:gd name="T8" fmla="*/ 0 w 193"/>
                <a:gd name="T9" fmla="*/ 175 h 193"/>
              </a:gdLst>
              <a:ahLst/>
              <a:cxnLst>
                <a:cxn ang="0">
                  <a:pos x="T0" y="T1"/>
                </a:cxn>
                <a:cxn ang="0">
                  <a:pos x="T2" y="T3"/>
                </a:cxn>
                <a:cxn ang="0">
                  <a:pos x="T4" y="T5"/>
                </a:cxn>
                <a:cxn ang="0">
                  <a:pos x="T6" y="T7"/>
                </a:cxn>
                <a:cxn ang="0">
                  <a:pos x="T8" y="T9"/>
                </a:cxn>
              </a:cxnLst>
              <a:rect l="0" t="0" r="r" b="b"/>
              <a:pathLst>
                <a:path w="193" h="193">
                  <a:moveTo>
                    <a:pt x="0" y="175"/>
                  </a:moveTo>
                  <a:lnTo>
                    <a:pt x="175" y="0"/>
                  </a:lnTo>
                  <a:lnTo>
                    <a:pt x="193" y="18"/>
                  </a:lnTo>
                  <a:lnTo>
                    <a:pt x="18" y="193"/>
                  </a:lnTo>
                  <a:lnTo>
                    <a:pt x="0" y="1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Rectangle 16">
              <a:extLst>
                <a:ext uri="{FF2B5EF4-FFF2-40B4-BE49-F238E27FC236}">
                  <a16:creationId xmlns:a16="http://schemas.microsoft.com/office/drawing/2014/main" id="{11E31C5A-3ACA-4FA3-937C-685B279FC4CC}"/>
                </a:ext>
              </a:extLst>
            </p:cNvPr>
            <p:cNvSpPr>
              <a:spLocks noChangeArrowheads="1"/>
            </p:cNvSpPr>
            <p:nvPr/>
          </p:nvSpPr>
          <p:spPr bwMode="auto">
            <a:xfrm>
              <a:off x="1147763" y="4027488"/>
              <a:ext cx="357188" cy="635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7">
              <a:extLst>
                <a:ext uri="{FF2B5EF4-FFF2-40B4-BE49-F238E27FC236}">
                  <a16:creationId xmlns:a16="http://schemas.microsoft.com/office/drawing/2014/main" id="{82554AC5-87DB-476E-BFD6-2F04A366C9C2}"/>
                </a:ext>
              </a:extLst>
            </p:cNvPr>
            <p:cNvSpPr>
              <a:spLocks/>
            </p:cNvSpPr>
            <p:nvPr/>
          </p:nvSpPr>
          <p:spPr bwMode="auto">
            <a:xfrm>
              <a:off x="1173163" y="4056063"/>
              <a:ext cx="306388" cy="304800"/>
            </a:xfrm>
            <a:custGeom>
              <a:avLst/>
              <a:gdLst>
                <a:gd name="T0" fmla="*/ 175 w 193"/>
                <a:gd name="T1" fmla="*/ 192 h 192"/>
                <a:gd name="T2" fmla="*/ 0 w 193"/>
                <a:gd name="T3" fmla="*/ 18 h 192"/>
                <a:gd name="T4" fmla="*/ 18 w 193"/>
                <a:gd name="T5" fmla="*/ 0 h 192"/>
                <a:gd name="T6" fmla="*/ 193 w 193"/>
                <a:gd name="T7" fmla="*/ 174 h 192"/>
                <a:gd name="T8" fmla="*/ 175 w 193"/>
                <a:gd name="T9" fmla="*/ 192 h 192"/>
              </a:gdLst>
              <a:ahLst/>
              <a:cxnLst>
                <a:cxn ang="0">
                  <a:pos x="T0" y="T1"/>
                </a:cxn>
                <a:cxn ang="0">
                  <a:pos x="T2" y="T3"/>
                </a:cxn>
                <a:cxn ang="0">
                  <a:pos x="T4" y="T5"/>
                </a:cxn>
                <a:cxn ang="0">
                  <a:pos x="T6" y="T7"/>
                </a:cxn>
                <a:cxn ang="0">
                  <a:pos x="T8" y="T9"/>
                </a:cxn>
              </a:cxnLst>
              <a:rect l="0" t="0" r="r" b="b"/>
              <a:pathLst>
                <a:path w="193" h="192">
                  <a:moveTo>
                    <a:pt x="175" y="192"/>
                  </a:moveTo>
                  <a:lnTo>
                    <a:pt x="0" y="18"/>
                  </a:lnTo>
                  <a:lnTo>
                    <a:pt x="18" y="0"/>
                  </a:lnTo>
                  <a:lnTo>
                    <a:pt x="193" y="174"/>
                  </a:lnTo>
                  <a:lnTo>
                    <a:pt x="175"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8">
              <a:extLst>
                <a:ext uri="{FF2B5EF4-FFF2-40B4-BE49-F238E27FC236}">
                  <a16:creationId xmlns:a16="http://schemas.microsoft.com/office/drawing/2014/main" id="{8CA4A482-17C4-4694-A71F-541FDB3210FE}"/>
                </a:ext>
              </a:extLst>
            </p:cNvPr>
            <p:cNvSpPr>
              <a:spLocks/>
            </p:cNvSpPr>
            <p:nvPr/>
          </p:nvSpPr>
          <p:spPr bwMode="auto">
            <a:xfrm>
              <a:off x="1173163" y="4056063"/>
              <a:ext cx="306388" cy="304800"/>
            </a:xfrm>
            <a:custGeom>
              <a:avLst/>
              <a:gdLst>
                <a:gd name="T0" fmla="*/ 0 w 193"/>
                <a:gd name="T1" fmla="*/ 174 h 192"/>
                <a:gd name="T2" fmla="*/ 175 w 193"/>
                <a:gd name="T3" fmla="*/ 0 h 192"/>
                <a:gd name="T4" fmla="*/ 193 w 193"/>
                <a:gd name="T5" fmla="*/ 18 h 192"/>
                <a:gd name="T6" fmla="*/ 18 w 193"/>
                <a:gd name="T7" fmla="*/ 192 h 192"/>
                <a:gd name="T8" fmla="*/ 0 w 193"/>
                <a:gd name="T9" fmla="*/ 174 h 192"/>
              </a:gdLst>
              <a:ahLst/>
              <a:cxnLst>
                <a:cxn ang="0">
                  <a:pos x="T0" y="T1"/>
                </a:cxn>
                <a:cxn ang="0">
                  <a:pos x="T2" y="T3"/>
                </a:cxn>
                <a:cxn ang="0">
                  <a:pos x="T4" y="T5"/>
                </a:cxn>
                <a:cxn ang="0">
                  <a:pos x="T6" y="T7"/>
                </a:cxn>
                <a:cxn ang="0">
                  <a:pos x="T8" y="T9"/>
                </a:cxn>
              </a:cxnLst>
              <a:rect l="0" t="0" r="r" b="b"/>
              <a:pathLst>
                <a:path w="193" h="192">
                  <a:moveTo>
                    <a:pt x="0" y="174"/>
                  </a:moveTo>
                  <a:lnTo>
                    <a:pt x="175" y="0"/>
                  </a:lnTo>
                  <a:lnTo>
                    <a:pt x="193" y="18"/>
                  </a:lnTo>
                  <a:lnTo>
                    <a:pt x="18" y="192"/>
                  </a:lnTo>
                  <a:lnTo>
                    <a:pt x="0"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Rectangle 19">
              <a:extLst>
                <a:ext uri="{FF2B5EF4-FFF2-40B4-BE49-F238E27FC236}">
                  <a16:creationId xmlns:a16="http://schemas.microsoft.com/office/drawing/2014/main" id="{41D297ED-5966-46AB-B230-329629752C73}"/>
                </a:ext>
              </a:extLst>
            </p:cNvPr>
            <p:cNvSpPr>
              <a:spLocks noChangeArrowheads="1"/>
            </p:cNvSpPr>
            <p:nvPr/>
          </p:nvSpPr>
          <p:spPr bwMode="auto">
            <a:xfrm>
              <a:off x="1106488" y="1897063"/>
              <a:ext cx="98425" cy="12827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Rectangle 20">
              <a:extLst>
                <a:ext uri="{FF2B5EF4-FFF2-40B4-BE49-F238E27FC236}">
                  <a16:creationId xmlns:a16="http://schemas.microsoft.com/office/drawing/2014/main" id="{EB1F61F9-E66F-48A6-90B2-F7A317D8E067}"/>
                </a:ext>
              </a:extLst>
            </p:cNvPr>
            <p:cNvSpPr>
              <a:spLocks noChangeArrowheads="1"/>
            </p:cNvSpPr>
            <p:nvPr/>
          </p:nvSpPr>
          <p:spPr bwMode="auto">
            <a:xfrm>
              <a:off x="1450975" y="1897063"/>
              <a:ext cx="85725" cy="12827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Rectangle 21">
              <a:extLst>
                <a:ext uri="{FF2B5EF4-FFF2-40B4-BE49-F238E27FC236}">
                  <a16:creationId xmlns:a16="http://schemas.microsoft.com/office/drawing/2014/main" id="{68ED6ACF-AFE6-4DD2-8C94-634CE0C670FC}"/>
                </a:ext>
              </a:extLst>
            </p:cNvPr>
            <p:cNvSpPr>
              <a:spLocks noChangeArrowheads="1"/>
            </p:cNvSpPr>
            <p:nvPr/>
          </p:nvSpPr>
          <p:spPr bwMode="auto">
            <a:xfrm>
              <a:off x="1147763" y="1897063"/>
              <a:ext cx="357188" cy="635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22">
              <a:extLst>
                <a:ext uri="{FF2B5EF4-FFF2-40B4-BE49-F238E27FC236}">
                  <a16:creationId xmlns:a16="http://schemas.microsoft.com/office/drawing/2014/main" id="{4F2C01E8-F557-4B8E-9469-5A3D2AF5DA3C}"/>
                </a:ext>
              </a:extLst>
            </p:cNvPr>
            <p:cNvSpPr>
              <a:spLocks/>
            </p:cNvSpPr>
            <p:nvPr/>
          </p:nvSpPr>
          <p:spPr bwMode="auto">
            <a:xfrm>
              <a:off x="1173163" y="1925638"/>
              <a:ext cx="306388" cy="304800"/>
            </a:xfrm>
            <a:custGeom>
              <a:avLst/>
              <a:gdLst>
                <a:gd name="T0" fmla="*/ 175 w 193"/>
                <a:gd name="T1" fmla="*/ 192 h 192"/>
                <a:gd name="T2" fmla="*/ 0 w 193"/>
                <a:gd name="T3" fmla="*/ 18 h 192"/>
                <a:gd name="T4" fmla="*/ 18 w 193"/>
                <a:gd name="T5" fmla="*/ 0 h 192"/>
                <a:gd name="T6" fmla="*/ 193 w 193"/>
                <a:gd name="T7" fmla="*/ 174 h 192"/>
                <a:gd name="T8" fmla="*/ 175 w 193"/>
                <a:gd name="T9" fmla="*/ 192 h 192"/>
              </a:gdLst>
              <a:ahLst/>
              <a:cxnLst>
                <a:cxn ang="0">
                  <a:pos x="T0" y="T1"/>
                </a:cxn>
                <a:cxn ang="0">
                  <a:pos x="T2" y="T3"/>
                </a:cxn>
                <a:cxn ang="0">
                  <a:pos x="T4" y="T5"/>
                </a:cxn>
                <a:cxn ang="0">
                  <a:pos x="T6" y="T7"/>
                </a:cxn>
                <a:cxn ang="0">
                  <a:pos x="T8" y="T9"/>
                </a:cxn>
              </a:cxnLst>
              <a:rect l="0" t="0" r="r" b="b"/>
              <a:pathLst>
                <a:path w="193" h="192">
                  <a:moveTo>
                    <a:pt x="175" y="192"/>
                  </a:moveTo>
                  <a:lnTo>
                    <a:pt x="0" y="18"/>
                  </a:lnTo>
                  <a:lnTo>
                    <a:pt x="18" y="0"/>
                  </a:lnTo>
                  <a:lnTo>
                    <a:pt x="193" y="174"/>
                  </a:lnTo>
                  <a:lnTo>
                    <a:pt x="175"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23">
              <a:extLst>
                <a:ext uri="{FF2B5EF4-FFF2-40B4-BE49-F238E27FC236}">
                  <a16:creationId xmlns:a16="http://schemas.microsoft.com/office/drawing/2014/main" id="{3F12F38C-A784-4769-BB93-BEB25C031315}"/>
                </a:ext>
              </a:extLst>
            </p:cNvPr>
            <p:cNvSpPr>
              <a:spLocks/>
            </p:cNvSpPr>
            <p:nvPr/>
          </p:nvSpPr>
          <p:spPr bwMode="auto">
            <a:xfrm>
              <a:off x="1173163" y="1925638"/>
              <a:ext cx="306388" cy="304800"/>
            </a:xfrm>
            <a:custGeom>
              <a:avLst/>
              <a:gdLst>
                <a:gd name="T0" fmla="*/ 0 w 193"/>
                <a:gd name="T1" fmla="*/ 174 h 192"/>
                <a:gd name="T2" fmla="*/ 175 w 193"/>
                <a:gd name="T3" fmla="*/ 0 h 192"/>
                <a:gd name="T4" fmla="*/ 193 w 193"/>
                <a:gd name="T5" fmla="*/ 18 h 192"/>
                <a:gd name="T6" fmla="*/ 18 w 193"/>
                <a:gd name="T7" fmla="*/ 192 h 192"/>
                <a:gd name="T8" fmla="*/ 0 w 193"/>
                <a:gd name="T9" fmla="*/ 174 h 192"/>
              </a:gdLst>
              <a:ahLst/>
              <a:cxnLst>
                <a:cxn ang="0">
                  <a:pos x="T0" y="T1"/>
                </a:cxn>
                <a:cxn ang="0">
                  <a:pos x="T2" y="T3"/>
                </a:cxn>
                <a:cxn ang="0">
                  <a:pos x="T4" y="T5"/>
                </a:cxn>
                <a:cxn ang="0">
                  <a:pos x="T6" y="T7"/>
                </a:cxn>
                <a:cxn ang="0">
                  <a:pos x="T8" y="T9"/>
                </a:cxn>
              </a:cxnLst>
              <a:rect l="0" t="0" r="r" b="b"/>
              <a:pathLst>
                <a:path w="193" h="192">
                  <a:moveTo>
                    <a:pt x="0" y="174"/>
                  </a:moveTo>
                  <a:lnTo>
                    <a:pt x="175" y="0"/>
                  </a:lnTo>
                  <a:lnTo>
                    <a:pt x="193" y="18"/>
                  </a:lnTo>
                  <a:lnTo>
                    <a:pt x="18" y="192"/>
                  </a:lnTo>
                  <a:lnTo>
                    <a:pt x="0"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Rectangle 24">
              <a:extLst>
                <a:ext uri="{FF2B5EF4-FFF2-40B4-BE49-F238E27FC236}">
                  <a16:creationId xmlns:a16="http://schemas.microsoft.com/office/drawing/2014/main" id="{B18217E7-975A-4252-BD4C-23FEB89DAE86}"/>
                </a:ext>
              </a:extLst>
            </p:cNvPr>
            <p:cNvSpPr>
              <a:spLocks noChangeArrowheads="1"/>
            </p:cNvSpPr>
            <p:nvPr/>
          </p:nvSpPr>
          <p:spPr bwMode="auto">
            <a:xfrm>
              <a:off x="1147763" y="2189163"/>
              <a:ext cx="357188" cy="635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25">
              <a:extLst>
                <a:ext uri="{FF2B5EF4-FFF2-40B4-BE49-F238E27FC236}">
                  <a16:creationId xmlns:a16="http://schemas.microsoft.com/office/drawing/2014/main" id="{5DB725A8-BE78-4A9A-8FDF-EEF1C05B79A8}"/>
                </a:ext>
              </a:extLst>
            </p:cNvPr>
            <p:cNvSpPr>
              <a:spLocks/>
            </p:cNvSpPr>
            <p:nvPr/>
          </p:nvSpPr>
          <p:spPr bwMode="auto">
            <a:xfrm>
              <a:off x="1173163" y="2217738"/>
              <a:ext cx="306388" cy="306387"/>
            </a:xfrm>
            <a:custGeom>
              <a:avLst/>
              <a:gdLst>
                <a:gd name="T0" fmla="*/ 175 w 193"/>
                <a:gd name="T1" fmla="*/ 193 h 193"/>
                <a:gd name="T2" fmla="*/ 0 w 193"/>
                <a:gd name="T3" fmla="*/ 18 h 193"/>
                <a:gd name="T4" fmla="*/ 18 w 193"/>
                <a:gd name="T5" fmla="*/ 0 h 193"/>
                <a:gd name="T6" fmla="*/ 193 w 193"/>
                <a:gd name="T7" fmla="*/ 175 h 193"/>
                <a:gd name="T8" fmla="*/ 175 w 193"/>
                <a:gd name="T9" fmla="*/ 193 h 193"/>
              </a:gdLst>
              <a:ahLst/>
              <a:cxnLst>
                <a:cxn ang="0">
                  <a:pos x="T0" y="T1"/>
                </a:cxn>
                <a:cxn ang="0">
                  <a:pos x="T2" y="T3"/>
                </a:cxn>
                <a:cxn ang="0">
                  <a:pos x="T4" y="T5"/>
                </a:cxn>
                <a:cxn ang="0">
                  <a:pos x="T6" y="T7"/>
                </a:cxn>
                <a:cxn ang="0">
                  <a:pos x="T8" y="T9"/>
                </a:cxn>
              </a:cxnLst>
              <a:rect l="0" t="0" r="r" b="b"/>
              <a:pathLst>
                <a:path w="193" h="193">
                  <a:moveTo>
                    <a:pt x="175" y="193"/>
                  </a:moveTo>
                  <a:lnTo>
                    <a:pt x="0" y="18"/>
                  </a:lnTo>
                  <a:lnTo>
                    <a:pt x="18" y="0"/>
                  </a:lnTo>
                  <a:lnTo>
                    <a:pt x="193" y="175"/>
                  </a:lnTo>
                  <a:lnTo>
                    <a:pt x="175"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26">
              <a:extLst>
                <a:ext uri="{FF2B5EF4-FFF2-40B4-BE49-F238E27FC236}">
                  <a16:creationId xmlns:a16="http://schemas.microsoft.com/office/drawing/2014/main" id="{AA51DD82-EE50-4045-8704-C1A12D1A5D67}"/>
                </a:ext>
              </a:extLst>
            </p:cNvPr>
            <p:cNvSpPr>
              <a:spLocks/>
            </p:cNvSpPr>
            <p:nvPr/>
          </p:nvSpPr>
          <p:spPr bwMode="auto">
            <a:xfrm>
              <a:off x="1173163" y="2217738"/>
              <a:ext cx="306388" cy="306387"/>
            </a:xfrm>
            <a:custGeom>
              <a:avLst/>
              <a:gdLst>
                <a:gd name="T0" fmla="*/ 0 w 193"/>
                <a:gd name="T1" fmla="*/ 175 h 193"/>
                <a:gd name="T2" fmla="*/ 175 w 193"/>
                <a:gd name="T3" fmla="*/ 0 h 193"/>
                <a:gd name="T4" fmla="*/ 193 w 193"/>
                <a:gd name="T5" fmla="*/ 18 h 193"/>
                <a:gd name="T6" fmla="*/ 18 w 193"/>
                <a:gd name="T7" fmla="*/ 193 h 193"/>
                <a:gd name="T8" fmla="*/ 0 w 193"/>
                <a:gd name="T9" fmla="*/ 175 h 193"/>
              </a:gdLst>
              <a:ahLst/>
              <a:cxnLst>
                <a:cxn ang="0">
                  <a:pos x="T0" y="T1"/>
                </a:cxn>
                <a:cxn ang="0">
                  <a:pos x="T2" y="T3"/>
                </a:cxn>
                <a:cxn ang="0">
                  <a:pos x="T4" y="T5"/>
                </a:cxn>
                <a:cxn ang="0">
                  <a:pos x="T6" y="T7"/>
                </a:cxn>
                <a:cxn ang="0">
                  <a:pos x="T8" y="T9"/>
                </a:cxn>
              </a:cxnLst>
              <a:rect l="0" t="0" r="r" b="b"/>
              <a:pathLst>
                <a:path w="193" h="193">
                  <a:moveTo>
                    <a:pt x="0" y="175"/>
                  </a:moveTo>
                  <a:lnTo>
                    <a:pt x="175" y="0"/>
                  </a:lnTo>
                  <a:lnTo>
                    <a:pt x="193" y="18"/>
                  </a:lnTo>
                  <a:lnTo>
                    <a:pt x="18" y="193"/>
                  </a:lnTo>
                  <a:lnTo>
                    <a:pt x="0" y="1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Rectangle 27">
              <a:extLst>
                <a:ext uri="{FF2B5EF4-FFF2-40B4-BE49-F238E27FC236}">
                  <a16:creationId xmlns:a16="http://schemas.microsoft.com/office/drawing/2014/main" id="{81C9C495-4C3D-45C3-9F96-6305616F728D}"/>
                </a:ext>
              </a:extLst>
            </p:cNvPr>
            <p:cNvSpPr>
              <a:spLocks noChangeArrowheads="1"/>
            </p:cNvSpPr>
            <p:nvPr/>
          </p:nvSpPr>
          <p:spPr bwMode="auto">
            <a:xfrm>
              <a:off x="1147763" y="2482850"/>
              <a:ext cx="357188" cy="635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28">
              <a:extLst>
                <a:ext uri="{FF2B5EF4-FFF2-40B4-BE49-F238E27FC236}">
                  <a16:creationId xmlns:a16="http://schemas.microsoft.com/office/drawing/2014/main" id="{D4ED258A-1B93-4F39-9F7A-EE6D7F19BCA9}"/>
                </a:ext>
              </a:extLst>
            </p:cNvPr>
            <p:cNvSpPr>
              <a:spLocks/>
            </p:cNvSpPr>
            <p:nvPr/>
          </p:nvSpPr>
          <p:spPr bwMode="auto">
            <a:xfrm>
              <a:off x="1173163" y="2511425"/>
              <a:ext cx="306388" cy="304800"/>
            </a:xfrm>
            <a:custGeom>
              <a:avLst/>
              <a:gdLst>
                <a:gd name="T0" fmla="*/ 175 w 193"/>
                <a:gd name="T1" fmla="*/ 192 h 192"/>
                <a:gd name="T2" fmla="*/ 0 w 193"/>
                <a:gd name="T3" fmla="*/ 18 h 192"/>
                <a:gd name="T4" fmla="*/ 18 w 193"/>
                <a:gd name="T5" fmla="*/ 0 h 192"/>
                <a:gd name="T6" fmla="*/ 193 w 193"/>
                <a:gd name="T7" fmla="*/ 174 h 192"/>
                <a:gd name="T8" fmla="*/ 175 w 193"/>
                <a:gd name="T9" fmla="*/ 192 h 192"/>
              </a:gdLst>
              <a:ahLst/>
              <a:cxnLst>
                <a:cxn ang="0">
                  <a:pos x="T0" y="T1"/>
                </a:cxn>
                <a:cxn ang="0">
                  <a:pos x="T2" y="T3"/>
                </a:cxn>
                <a:cxn ang="0">
                  <a:pos x="T4" y="T5"/>
                </a:cxn>
                <a:cxn ang="0">
                  <a:pos x="T6" y="T7"/>
                </a:cxn>
                <a:cxn ang="0">
                  <a:pos x="T8" y="T9"/>
                </a:cxn>
              </a:cxnLst>
              <a:rect l="0" t="0" r="r" b="b"/>
              <a:pathLst>
                <a:path w="193" h="192">
                  <a:moveTo>
                    <a:pt x="175" y="192"/>
                  </a:moveTo>
                  <a:lnTo>
                    <a:pt x="0" y="18"/>
                  </a:lnTo>
                  <a:lnTo>
                    <a:pt x="18" y="0"/>
                  </a:lnTo>
                  <a:lnTo>
                    <a:pt x="193" y="174"/>
                  </a:lnTo>
                  <a:lnTo>
                    <a:pt x="175"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29">
              <a:extLst>
                <a:ext uri="{FF2B5EF4-FFF2-40B4-BE49-F238E27FC236}">
                  <a16:creationId xmlns:a16="http://schemas.microsoft.com/office/drawing/2014/main" id="{02AAB840-3010-4F10-B694-987E83205648}"/>
                </a:ext>
              </a:extLst>
            </p:cNvPr>
            <p:cNvSpPr>
              <a:spLocks/>
            </p:cNvSpPr>
            <p:nvPr/>
          </p:nvSpPr>
          <p:spPr bwMode="auto">
            <a:xfrm>
              <a:off x="1173163" y="2511425"/>
              <a:ext cx="306388" cy="304800"/>
            </a:xfrm>
            <a:custGeom>
              <a:avLst/>
              <a:gdLst>
                <a:gd name="T0" fmla="*/ 0 w 193"/>
                <a:gd name="T1" fmla="*/ 174 h 192"/>
                <a:gd name="T2" fmla="*/ 175 w 193"/>
                <a:gd name="T3" fmla="*/ 0 h 192"/>
                <a:gd name="T4" fmla="*/ 193 w 193"/>
                <a:gd name="T5" fmla="*/ 18 h 192"/>
                <a:gd name="T6" fmla="*/ 18 w 193"/>
                <a:gd name="T7" fmla="*/ 192 h 192"/>
                <a:gd name="T8" fmla="*/ 0 w 193"/>
                <a:gd name="T9" fmla="*/ 174 h 192"/>
              </a:gdLst>
              <a:ahLst/>
              <a:cxnLst>
                <a:cxn ang="0">
                  <a:pos x="T0" y="T1"/>
                </a:cxn>
                <a:cxn ang="0">
                  <a:pos x="T2" y="T3"/>
                </a:cxn>
                <a:cxn ang="0">
                  <a:pos x="T4" y="T5"/>
                </a:cxn>
                <a:cxn ang="0">
                  <a:pos x="T6" y="T7"/>
                </a:cxn>
                <a:cxn ang="0">
                  <a:pos x="T8" y="T9"/>
                </a:cxn>
              </a:cxnLst>
              <a:rect l="0" t="0" r="r" b="b"/>
              <a:pathLst>
                <a:path w="193" h="192">
                  <a:moveTo>
                    <a:pt x="0" y="174"/>
                  </a:moveTo>
                  <a:lnTo>
                    <a:pt x="175" y="0"/>
                  </a:lnTo>
                  <a:lnTo>
                    <a:pt x="193" y="18"/>
                  </a:lnTo>
                  <a:lnTo>
                    <a:pt x="18" y="192"/>
                  </a:lnTo>
                  <a:lnTo>
                    <a:pt x="0"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Rectangle 30">
              <a:extLst>
                <a:ext uri="{FF2B5EF4-FFF2-40B4-BE49-F238E27FC236}">
                  <a16:creationId xmlns:a16="http://schemas.microsoft.com/office/drawing/2014/main" id="{2A00C6E2-246D-430C-B161-6E264D85C1BE}"/>
                </a:ext>
              </a:extLst>
            </p:cNvPr>
            <p:cNvSpPr>
              <a:spLocks noChangeArrowheads="1"/>
            </p:cNvSpPr>
            <p:nvPr/>
          </p:nvSpPr>
          <p:spPr bwMode="auto">
            <a:xfrm>
              <a:off x="1147763" y="2774950"/>
              <a:ext cx="357188" cy="635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31">
              <a:extLst>
                <a:ext uri="{FF2B5EF4-FFF2-40B4-BE49-F238E27FC236}">
                  <a16:creationId xmlns:a16="http://schemas.microsoft.com/office/drawing/2014/main" id="{6BDD953B-8C98-4083-ACDE-8B50EB645DB8}"/>
                </a:ext>
              </a:extLst>
            </p:cNvPr>
            <p:cNvSpPr>
              <a:spLocks/>
            </p:cNvSpPr>
            <p:nvPr/>
          </p:nvSpPr>
          <p:spPr bwMode="auto">
            <a:xfrm>
              <a:off x="1173163" y="2803525"/>
              <a:ext cx="306388" cy="306387"/>
            </a:xfrm>
            <a:custGeom>
              <a:avLst/>
              <a:gdLst>
                <a:gd name="T0" fmla="*/ 175 w 193"/>
                <a:gd name="T1" fmla="*/ 193 h 193"/>
                <a:gd name="T2" fmla="*/ 0 w 193"/>
                <a:gd name="T3" fmla="*/ 18 h 193"/>
                <a:gd name="T4" fmla="*/ 18 w 193"/>
                <a:gd name="T5" fmla="*/ 0 h 193"/>
                <a:gd name="T6" fmla="*/ 193 w 193"/>
                <a:gd name="T7" fmla="*/ 175 h 193"/>
                <a:gd name="T8" fmla="*/ 175 w 193"/>
                <a:gd name="T9" fmla="*/ 193 h 193"/>
              </a:gdLst>
              <a:ahLst/>
              <a:cxnLst>
                <a:cxn ang="0">
                  <a:pos x="T0" y="T1"/>
                </a:cxn>
                <a:cxn ang="0">
                  <a:pos x="T2" y="T3"/>
                </a:cxn>
                <a:cxn ang="0">
                  <a:pos x="T4" y="T5"/>
                </a:cxn>
                <a:cxn ang="0">
                  <a:pos x="T6" y="T7"/>
                </a:cxn>
                <a:cxn ang="0">
                  <a:pos x="T8" y="T9"/>
                </a:cxn>
              </a:cxnLst>
              <a:rect l="0" t="0" r="r" b="b"/>
              <a:pathLst>
                <a:path w="193" h="193">
                  <a:moveTo>
                    <a:pt x="175" y="193"/>
                  </a:moveTo>
                  <a:lnTo>
                    <a:pt x="0" y="18"/>
                  </a:lnTo>
                  <a:lnTo>
                    <a:pt x="18" y="0"/>
                  </a:lnTo>
                  <a:lnTo>
                    <a:pt x="193" y="175"/>
                  </a:lnTo>
                  <a:lnTo>
                    <a:pt x="175" y="1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32">
              <a:extLst>
                <a:ext uri="{FF2B5EF4-FFF2-40B4-BE49-F238E27FC236}">
                  <a16:creationId xmlns:a16="http://schemas.microsoft.com/office/drawing/2014/main" id="{8E36E5C2-77AD-4C35-9FD8-86FD01E3C17E}"/>
                </a:ext>
              </a:extLst>
            </p:cNvPr>
            <p:cNvSpPr>
              <a:spLocks/>
            </p:cNvSpPr>
            <p:nvPr/>
          </p:nvSpPr>
          <p:spPr bwMode="auto">
            <a:xfrm>
              <a:off x="1173163" y="2803525"/>
              <a:ext cx="306388" cy="306387"/>
            </a:xfrm>
            <a:custGeom>
              <a:avLst/>
              <a:gdLst>
                <a:gd name="T0" fmla="*/ 0 w 193"/>
                <a:gd name="T1" fmla="*/ 175 h 193"/>
                <a:gd name="T2" fmla="*/ 175 w 193"/>
                <a:gd name="T3" fmla="*/ 0 h 193"/>
                <a:gd name="T4" fmla="*/ 193 w 193"/>
                <a:gd name="T5" fmla="*/ 18 h 193"/>
                <a:gd name="T6" fmla="*/ 18 w 193"/>
                <a:gd name="T7" fmla="*/ 193 h 193"/>
                <a:gd name="T8" fmla="*/ 0 w 193"/>
                <a:gd name="T9" fmla="*/ 175 h 193"/>
              </a:gdLst>
              <a:ahLst/>
              <a:cxnLst>
                <a:cxn ang="0">
                  <a:pos x="T0" y="T1"/>
                </a:cxn>
                <a:cxn ang="0">
                  <a:pos x="T2" y="T3"/>
                </a:cxn>
                <a:cxn ang="0">
                  <a:pos x="T4" y="T5"/>
                </a:cxn>
                <a:cxn ang="0">
                  <a:pos x="T6" y="T7"/>
                </a:cxn>
                <a:cxn ang="0">
                  <a:pos x="T8" y="T9"/>
                </a:cxn>
              </a:cxnLst>
              <a:rect l="0" t="0" r="r" b="b"/>
              <a:pathLst>
                <a:path w="193" h="193">
                  <a:moveTo>
                    <a:pt x="0" y="175"/>
                  </a:moveTo>
                  <a:lnTo>
                    <a:pt x="175" y="0"/>
                  </a:lnTo>
                  <a:lnTo>
                    <a:pt x="193" y="18"/>
                  </a:lnTo>
                  <a:lnTo>
                    <a:pt x="18" y="193"/>
                  </a:lnTo>
                  <a:lnTo>
                    <a:pt x="0" y="1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Rectangle 33">
              <a:extLst>
                <a:ext uri="{FF2B5EF4-FFF2-40B4-BE49-F238E27FC236}">
                  <a16:creationId xmlns:a16="http://schemas.microsoft.com/office/drawing/2014/main" id="{41466637-1BB4-4C73-A223-4A5C647BB378}"/>
                </a:ext>
              </a:extLst>
            </p:cNvPr>
            <p:cNvSpPr>
              <a:spLocks noChangeArrowheads="1"/>
            </p:cNvSpPr>
            <p:nvPr/>
          </p:nvSpPr>
          <p:spPr bwMode="auto">
            <a:xfrm>
              <a:off x="1179513" y="919163"/>
              <a:ext cx="44450" cy="9810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Rectangle 34">
              <a:extLst>
                <a:ext uri="{FF2B5EF4-FFF2-40B4-BE49-F238E27FC236}">
                  <a16:creationId xmlns:a16="http://schemas.microsoft.com/office/drawing/2014/main" id="{868FF509-FD62-427C-AF17-A4D94AA389A7}"/>
                </a:ext>
              </a:extLst>
            </p:cNvPr>
            <p:cNvSpPr>
              <a:spLocks noChangeArrowheads="1"/>
            </p:cNvSpPr>
            <p:nvPr/>
          </p:nvSpPr>
          <p:spPr bwMode="auto">
            <a:xfrm>
              <a:off x="1412875" y="919163"/>
              <a:ext cx="53975" cy="9810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Rectangle 35">
              <a:extLst>
                <a:ext uri="{FF2B5EF4-FFF2-40B4-BE49-F238E27FC236}">
                  <a16:creationId xmlns:a16="http://schemas.microsoft.com/office/drawing/2014/main" id="{B53FA9C6-5F70-4E32-8318-0065281CA091}"/>
                </a:ext>
              </a:extLst>
            </p:cNvPr>
            <p:cNvSpPr>
              <a:spLocks noChangeArrowheads="1"/>
            </p:cNvSpPr>
            <p:nvPr/>
          </p:nvSpPr>
          <p:spPr bwMode="auto">
            <a:xfrm>
              <a:off x="1179513" y="915988"/>
              <a:ext cx="2746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36">
              <a:extLst>
                <a:ext uri="{FF2B5EF4-FFF2-40B4-BE49-F238E27FC236}">
                  <a16:creationId xmlns:a16="http://schemas.microsoft.com/office/drawing/2014/main" id="{78B07098-2CEE-439B-A684-C269E1079879}"/>
                </a:ext>
              </a:extLst>
            </p:cNvPr>
            <p:cNvSpPr>
              <a:spLocks/>
            </p:cNvSpPr>
            <p:nvPr/>
          </p:nvSpPr>
          <p:spPr bwMode="auto">
            <a:xfrm>
              <a:off x="1198563" y="938213"/>
              <a:ext cx="236538" cy="234950"/>
            </a:xfrm>
            <a:custGeom>
              <a:avLst/>
              <a:gdLst>
                <a:gd name="T0" fmla="*/ 135 w 149"/>
                <a:gd name="T1" fmla="*/ 148 h 148"/>
                <a:gd name="T2" fmla="*/ 0 w 149"/>
                <a:gd name="T3" fmla="*/ 14 h 148"/>
                <a:gd name="T4" fmla="*/ 14 w 149"/>
                <a:gd name="T5" fmla="*/ 0 h 148"/>
                <a:gd name="T6" fmla="*/ 149 w 149"/>
                <a:gd name="T7" fmla="*/ 134 h 148"/>
                <a:gd name="T8" fmla="*/ 135 w 149"/>
                <a:gd name="T9" fmla="*/ 148 h 148"/>
              </a:gdLst>
              <a:ahLst/>
              <a:cxnLst>
                <a:cxn ang="0">
                  <a:pos x="T0" y="T1"/>
                </a:cxn>
                <a:cxn ang="0">
                  <a:pos x="T2" y="T3"/>
                </a:cxn>
                <a:cxn ang="0">
                  <a:pos x="T4" y="T5"/>
                </a:cxn>
                <a:cxn ang="0">
                  <a:pos x="T6" y="T7"/>
                </a:cxn>
                <a:cxn ang="0">
                  <a:pos x="T8" y="T9"/>
                </a:cxn>
              </a:cxnLst>
              <a:rect l="0" t="0" r="r" b="b"/>
              <a:pathLst>
                <a:path w="149" h="148">
                  <a:moveTo>
                    <a:pt x="135" y="148"/>
                  </a:moveTo>
                  <a:lnTo>
                    <a:pt x="0" y="14"/>
                  </a:lnTo>
                  <a:lnTo>
                    <a:pt x="14" y="0"/>
                  </a:lnTo>
                  <a:lnTo>
                    <a:pt x="149" y="134"/>
                  </a:lnTo>
                  <a:lnTo>
                    <a:pt x="135" y="1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37">
              <a:extLst>
                <a:ext uri="{FF2B5EF4-FFF2-40B4-BE49-F238E27FC236}">
                  <a16:creationId xmlns:a16="http://schemas.microsoft.com/office/drawing/2014/main" id="{B3E2BCE5-D7F8-418F-8A15-C9AFD9522671}"/>
                </a:ext>
              </a:extLst>
            </p:cNvPr>
            <p:cNvSpPr>
              <a:spLocks/>
            </p:cNvSpPr>
            <p:nvPr/>
          </p:nvSpPr>
          <p:spPr bwMode="auto">
            <a:xfrm>
              <a:off x="1198563" y="938213"/>
              <a:ext cx="236538" cy="234950"/>
            </a:xfrm>
            <a:custGeom>
              <a:avLst/>
              <a:gdLst>
                <a:gd name="T0" fmla="*/ 0 w 149"/>
                <a:gd name="T1" fmla="*/ 134 h 148"/>
                <a:gd name="T2" fmla="*/ 135 w 149"/>
                <a:gd name="T3" fmla="*/ 0 h 148"/>
                <a:gd name="T4" fmla="*/ 149 w 149"/>
                <a:gd name="T5" fmla="*/ 14 h 148"/>
                <a:gd name="T6" fmla="*/ 14 w 149"/>
                <a:gd name="T7" fmla="*/ 148 h 148"/>
                <a:gd name="T8" fmla="*/ 0 w 149"/>
                <a:gd name="T9" fmla="*/ 134 h 148"/>
              </a:gdLst>
              <a:ahLst/>
              <a:cxnLst>
                <a:cxn ang="0">
                  <a:pos x="T0" y="T1"/>
                </a:cxn>
                <a:cxn ang="0">
                  <a:pos x="T2" y="T3"/>
                </a:cxn>
                <a:cxn ang="0">
                  <a:pos x="T4" y="T5"/>
                </a:cxn>
                <a:cxn ang="0">
                  <a:pos x="T6" y="T7"/>
                </a:cxn>
                <a:cxn ang="0">
                  <a:pos x="T8" y="T9"/>
                </a:cxn>
              </a:cxnLst>
              <a:rect l="0" t="0" r="r" b="b"/>
              <a:pathLst>
                <a:path w="149" h="148">
                  <a:moveTo>
                    <a:pt x="0" y="134"/>
                  </a:moveTo>
                  <a:lnTo>
                    <a:pt x="135" y="0"/>
                  </a:lnTo>
                  <a:lnTo>
                    <a:pt x="149" y="14"/>
                  </a:lnTo>
                  <a:lnTo>
                    <a:pt x="14" y="148"/>
                  </a:lnTo>
                  <a:lnTo>
                    <a:pt x="0" y="1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Rectangle 38">
              <a:extLst>
                <a:ext uri="{FF2B5EF4-FFF2-40B4-BE49-F238E27FC236}">
                  <a16:creationId xmlns:a16="http://schemas.microsoft.com/office/drawing/2014/main" id="{50D184A7-E5E3-4D35-BB66-82E18054B874}"/>
                </a:ext>
              </a:extLst>
            </p:cNvPr>
            <p:cNvSpPr>
              <a:spLocks noChangeArrowheads="1"/>
            </p:cNvSpPr>
            <p:nvPr/>
          </p:nvSpPr>
          <p:spPr bwMode="auto">
            <a:xfrm>
              <a:off x="1179513" y="1141413"/>
              <a:ext cx="2746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39">
              <a:extLst>
                <a:ext uri="{FF2B5EF4-FFF2-40B4-BE49-F238E27FC236}">
                  <a16:creationId xmlns:a16="http://schemas.microsoft.com/office/drawing/2014/main" id="{26072BE8-5A4F-4476-A5FE-B6D70D10C31D}"/>
                </a:ext>
              </a:extLst>
            </p:cNvPr>
            <p:cNvSpPr>
              <a:spLocks/>
            </p:cNvSpPr>
            <p:nvPr/>
          </p:nvSpPr>
          <p:spPr bwMode="auto">
            <a:xfrm>
              <a:off x="1198563" y="1160463"/>
              <a:ext cx="236538" cy="236537"/>
            </a:xfrm>
            <a:custGeom>
              <a:avLst/>
              <a:gdLst>
                <a:gd name="T0" fmla="*/ 135 w 149"/>
                <a:gd name="T1" fmla="*/ 149 h 149"/>
                <a:gd name="T2" fmla="*/ 0 w 149"/>
                <a:gd name="T3" fmla="*/ 14 h 149"/>
                <a:gd name="T4" fmla="*/ 14 w 149"/>
                <a:gd name="T5" fmla="*/ 0 h 149"/>
                <a:gd name="T6" fmla="*/ 149 w 149"/>
                <a:gd name="T7" fmla="*/ 135 h 149"/>
                <a:gd name="T8" fmla="*/ 135 w 149"/>
                <a:gd name="T9" fmla="*/ 149 h 149"/>
              </a:gdLst>
              <a:ahLst/>
              <a:cxnLst>
                <a:cxn ang="0">
                  <a:pos x="T0" y="T1"/>
                </a:cxn>
                <a:cxn ang="0">
                  <a:pos x="T2" y="T3"/>
                </a:cxn>
                <a:cxn ang="0">
                  <a:pos x="T4" y="T5"/>
                </a:cxn>
                <a:cxn ang="0">
                  <a:pos x="T6" y="T7"/>
                </a:cxn>
                <a:cxn ang="0">
                  <a:pos x="T8" y="T9"/>
                </a:cxn>
              </a:cxnLst>
              <a:rect l="0" t="0" r="r" b="b"/>
              <a:pathLst>
                <a:path w="149" h="149">
                  <a:moveTo>
                    <a:pt x="135" y="149"/>
                  </a:moveTo>
                  <a:lnTo>
                    <a:pt x="0" y="14"/>
                  </a:lnTo>
                  <a:lnTo>
                    <a:pt x="14" y="0"/>
                  </a:lnTo>
                  <a:lnTo>
                    <a:pt x="149" y="135"/>
                  </a:lnTo>
                  <a:lnTo>
                    <a:pt x="135" y="1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40">
              <a:extLst>
                <a:ext uri="{FF2B5EF4-FFF2-40B4-BE49-F238E27FC236}">
                  <a16:creationId xmlns:a16="http://schemas.microsoft.com/office/drawing/2014/main" id="{0845C74B-1FCC-487F-B67C-7AC328890929}"/>
                </a:ext>
              </a:extLst>
            </p:cNvPr>
            <p:cNvSpPr>
              <a:spLocks/>
            </p:cNvSpPr>
            <p:nvPr/>
          </p:nvSpPr>
          <p:spPr bwMode="auto">
            <a:xfrm>
              <a:off x="1198563" y="1160463"/>
              <a:ext cx="236538" cy="236537"/>
            </a:xfrm>
            <a:custGeom>
              <a:avLst/>
              <a:gdLst>
                <a:gd name="T0" fmla="*/ 0 w 149"/>
                <a:gd name="T1" fmla="*/ 135 h 149"/>
                <a:gd name="T2" fmla="*/ 135 w 149"/>
                <a:gd name="T3" fmla="*/ 0 h 149"/>
                <a:gd name="T4" fmla="*/ 149 w 149"/>
                <a:gd name="T5" fmla="*/ 14 h 149"/>
                <a:gd name="T6" fmla="*/ 14 w 149"/>
                <a:gd name="T7" fmla="*/ 149 h 149"/>
                <a:gd name="T8" fmla="*/ 0 w 149"/>
                <a:gd name="T9" fmla="*/ 135 h 149"/>
              </a:gdLst>
              <a:ahLst/>
              <a:cxnLst>
                <a:cxn ang="0">
                  <a:pos x="T0" y="T1"/>
                </a:cxn>
                <a:cxn ang="0">
                  <a:pos x="T2" y="T3"/>
                </a:cxn>
                <a:cxn ang="0">
                  <a:pos x="T4" y="T5"/>
                </a:cxn>
                <a:cxn ang="0">
                  <a:pos x="T6" y="T7"/>
                </a:cxn>
                <a:cxn ang="0">
                  <a:pos x="T8" y="T9"/>
                </a:cxn>
              </a:cxnLst>
              <a:rect l="0" t="0" r="r" b="b"/>
              <a:pathLst>
                <a:path w="149" h="149">
                  <a:moveTo>
                    <a:pt x="0" y="135"/>
                  </a:moveTo>
                  <a:lnTo>
                    <a:pt x="135" y="0"/>
                  </a:lnTo>
                  <a:lnTo>
                    <a:pt x="149" y="14"/>
                  </a:lnTo>
                  <a:lnTo>
                    <a:pt x="14" y="149"/>
                  </a:lnTo>
                  <a:lnTo>
                    <a:pt x="0" y="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Rectangle 41">
              <a:extLst>
                <a:ext uri="{FF2B5EF4-FFF2-40B4-BE49-F238E27FC236}">
                  <a16:creationId xmlns:a16="http://schemas.microsoft.com/office/drawing/2014/main" id="{6376C707-969D-47CE-81CA-BF090013E1C7}"/>
                </a:ext>
              </a:extLst>
            </p:cNvPr>
            <p:cNvSpPr>
              <a:spLocks noChangeArrowheads="1"/>
            </p:cNvSpPr>
            <p:nvPr/>
          </p:nvSpPr>
          <p:spPr bwMode="auto">
            <a:xfrm>
              <a:off x="1179513" y="1365250"/>
              <a:ext cx="2746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42">
              <a:extLst>
                <a:ext uri="{FF2B5EF4-FFF2-40B4-BE49-F238E27FC236}">
                  <a16:creationId xmlns:a16="http://schemas.microsoft.com/office/drawing/2014/main" id="{88E0E642-2C6C-4862-AD0D-8F163EFAC13F}"/>
                </a:ext>
              </a:extLst>
            </p:cNvPr>
            <p:cNvSpPr>
              <a:spLocks/>
            </p:cNvSpPr>
            <p:nvPr/>
          </p:nvSpPr>
          <p:spPr bwMode="auto">
            <a:xfrm>
              <a:off x="1198563" y="1387475"/>
              <a:ext cx="236538" cy="231775"/>
            </a:xfrm>
            <a:custGeom>
              <a:avLst/>
              <a:gdLst>
                <a:gd name="T0" fmla="*/ 135 w 149"/>
                <a:gd name="T1" fmla="*/ 146 h 146"/>
                <a:gd name="T2" fmla="*/ 0 w 149"/>
                <a:gd name="T3" fmla="*/ 12 h 146"/>
                <a:gd name="T4" fmla="*/ 14 w 149"/>
                <a:gd name="T5" fmla="*/ 0 h 146"/>
                <a:gd name="T6" fmla="*/ 149 w 149"/>
                <a:gd name="T7" fmla="*/ 134 h 146"/>
                <a:gd name="T8" fmla="*/ 135 w 149"/>
                <a:gd name="T9" fmla="*/ 146 h 146"/>
              </a:gdLst>
              <a:ahLst/>
              <a:cxnLst>
                <a:cxn ang="0">
                  <a:pos x="T0" y="T1"/>
                </a:cxn>
                <a:cxn ang="0">
                  <a:pos x="T2" y="T3"/>
                </a:cxn>
                <a:cxn ang="0">
                  <a:pos x="T4" y="T5"/>
                </a:cxn>
                <a:cxn ang="0">
                  <a:pos x="T6" y="T7"/>
                </a:cxn>
                <a:cxn ang="0">
                  <a:pos x="T8" y="T9"/>
                </a:cxn>
              </a:cxnLst>
              <a:rect l="0" t="0" r="r" b="b"/>
              <a:pathLst>
                <a:path w="149" h="146">
                  <a:moveTo>
                    <a:pt x="135" y="146"/>
                  </a:moveTo>
                  <a:lnTo>
                    <a:pt x="0" y="12"/>
                  </a:lnTo>
                  <a:lnTo>
                    <a:pt x="14" y="0"/>
                  </a:lnTo>
                  <a:lnTo>
                    <a:pt x="149" y="134"/>
                  </a:lnTo>
                  <a:lnTo>
                    <a:pt x="135" y="1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43">
              <a:extLst>
                <a:ext uri="{FF2B5EF4-FFF2-40B4-BE49-F238E27FC236}">
                  <a16:creationId xmlns:a16="http://schemas.microsoft.com/office/drawing/2014/main" id="{3854C093-ACD9-449F-968B-6C998188DBE2}"/>
                </a:ext>
              </a:extLst>
            </p:cNvPr>
            <p:cNvSpPr>
              <a:spLocks/>
            </p:cNvSpPr>
            <p:nvPr/>
          </p:nvSpPr>
          <p:spPr bwMode="auto">
            <a:xfrm>
              <a:off x="1198563" y="1387475"/>
              <a:ext cx="236538" cy="231775"/>
            </a:xfrm>
            <a:custGeom>
              <a:avLst/>
              <a:gdLst>
                <a:gd name="T0" fmla="*/ 0 w 149"/>
                <a:gd name="T1" fmla="*/ 134 h 146"/>
                <a:gd name="T2" fmla="*/ 135 w 149"/>
                <a:gd name="T3" fmla="*/ 0 h 146"/>
                <a:gd name="T4" fmla="*/ 149 w 149"/>
                <a:gd name="T5" fmla="*/ 12 h 146"/>
                <a:gd name="T6" fmla="*/ 14 w 149"/>
                <a:gd name="T7" fmla="*/ 146 h 146"/>
                <a:gd name="T8" fmla="*/ 0 w 149"/>
                <a:gd name="T9" fmla="*/ 134 h 146"/>
              </a:gdLst>
              <a:ahLst/>
              <a:cxnLst>
                <a:cxn ang="0">
                  <a:pos x="T0" y="T1"/>
                </a:cxn>
                <a:cxn ang="0">
                  <a:pos x="T2" y="T3"/>
                </a:cxn>
                <a:cxn ang="0">
                  <a:pos x="T4" y="T5"/>
                </a:cxn>
                <a:cxn ang="0">
                  <a:pos x="T6" y="T7"/>
                </a:cxn>
                <a:cxn ang="0">
                  <a:pos x="T8" y="T9"/>
                </a:cxn>
              </a:cxnLst>
              <a:rect l="0" t="0" r="r" b="b"/>
              <a:pathLst>
                <a:path w="149" h="146">
                  <a:moveTo>
                    <a:pt x="0" y="134"/>
                  </a:moveTo>
                  <a:lnTo>
                    <a:pt x="135" y="0"/>
                  </a:lnTo>
                  <a:lnTo>
                    <a:pt x="149" y="12"/>
                  </a:lnTo>
                  <a:lnTo>
                    <a:pt x="14" y="146"/>
                  </a:lnTo>
                  <a:lnTo>
                    <a:pt x="0" y="1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Rectangle 44">
              <a:extLst>
                <a:ext uri="{FF2B5EF4-FFF2-40B4-BE49-F238E27FC236}">
                  <a16:creationId xmlns:a16="http://schemas.microsoft.com/office/drawing/2014/main" id="{5A3E75A4-AD4E-4A9B-98FC-22F457172EA0}"/>
                </a:ext>
              </a:extLst>
            </p:cNvPr>
            <p:cNvSpPr>
              <a:spLocks noChangeArrowheads="1"/>
            </p:cNvSpPr>
            <p:nvPr/>
          </p:nvSpPr>
          <p:spPr bwMode="auto">
            <a:xfrm>
              <a:off x="1179513" y="1590675"/>
              <a:ext cx="27463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45">
              <a:extLst>
                <a:ext uri="{FF2B5EF4-FFF2-40B4-BE49-F238E27FC236}">
                  <a16:creationId xmlns:a16="http://schemas.microsoft.com/office/drawing/2014/main" id="{A31EE804-F995-4995-A8D9-879A3FA76FC5}"/>
                </a:ext>
              </a:extLst>
            </p:cNvPr>
            <p:cNvSpPr>
              <a:spLocks/>
            </p:cNvSpPr>
            <p:nvPr/>
          </p:nvSpPr>
          <p:spPr bwMode="auto">
            <a:xfrm>
              <a:off x="1198563" y="1609725"/>
              <a:ext cx="236538" cy="236537"/>
            </a:xfrm>
            <a:custGeom>
              <a:avLst/>
              <a:gdLst>
                <a:gd name="T0" fmla="*/ 135 w 149"/>
                <a:gd name="T1" fmla="*/ 149 h 149"/>
                <a:gd name="T2" fmla="*/ 0 w 149"/>
                <a:gd name="T3" fmla="*/ 14 h 149"/>
                <a:gd name="T4" fmla="*/ 14 w 149"/>
                <a:gd name="T5" fmla="*/ 0 h 149"/>
                <a:gd name="T6" fmla="*/ 149 w 149"/>
                <a:gd name="T7" fmla="*/ 135 h 149"/>
                <a:gd name="T8" fmla="*/ 135 w 149"/>
                <a:gd name="T9" fmla="*/ 149 h 149"/>
              </a:gdLst>
              <a:ahLst/>
              <a:cxnLst>
                <a:cxn ang="0">
                  <a:pos x="T0" y="T1"/>
                </a:cxn>
                <a:cxn ang="0">
                  <a:pos x="T2" y="T3"/>
                </a:cxn>
                <a:cxn ang="0">
                  <a:pos x="T4" y="T5"/>
                </a:cxn>
                <a:cxn ang="0">
                  <a:pos x="T6" y="T7"/>
                </a:cxn>
                <a:cxn ang="0">
                  <a:pos x="T8" y="T9"/>
                </a:cxn>
              </a:cxnLst>
              <a:rect l="0" t="0" r="r" b="b"/>
              <a:pathLst>
                <a:path w="149" h="149">
                  <a:moveTo>
                    <a:pt x="135" y="149"/>
                  </a:moveTo>
                  <a:lnTo>
                    <a:pt x="0" y="14"/>
                  </a:lnTo>
                  <a:lnTo>
                    <a:pt x="14" y="0"/>
                  </a:lnTo>
                  <a:lnTo>
                    <a:pt x="149" y="135"/>
                  </a:lnTo>
                  <a:lnTo>
                    <a:pt x="135" y="1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46">
              <a:extLst>
                <a:ext uri="{FF2B5EF4-FFF2-40B4-BE49-F238E27FC236}">
                  <a16:creationId xmlns:a16="http://schemas.microsoft.com/office/drawing/2014/main" id="{3B27DC9C-89B3-402B-A221-AC88ABBFEFD8}"/>
                </a:ext>
              </a:extLst>
            </p:cNvPr>
            <p:cNvSpPr>
              <a:spLocks/>
            </p:cNvSpPr>
            <p:nvPr/>
          </p:nvSpPr>
          <p:spPr bwMode="auto">
            <a:xfrm>
              <a:off x="1198563" y="1609725"/>
              <a:ext cx="236538" cy="236537"/>
            </a:xfrm>
            <a:custGeom>
              <a:avLst/>
              <a:gdLst>
                <a:gd name="T0" fmla="*/ 0 w 149"/>
                <a:gd name="T1" fmla="*/ 135 h 149"/>
                <a:gd name="T2" fmla="*/ 135 w 149"/>
                <a:gd name="T3" fmla="*/ 0 h 149"/>
                <a:gd name="T4" fmla="*/ 149 w 149"/>
                <a:gd name="T5" fmla="*/ 14 h 149"/>
                <a:gd name="T6" fmla="*/ 14 w 149"/>
                <a:gd name="T7" fmla="*/ 149 h 149"/>
                <a:gd name="T8" fmla="*/ 0 w 149"/>
                <a:gd name="T9" fmla="*/ 135 h 149"/>
              </a:gdLst>
              <a:ahLst/>
              <a:cxnLst>
                <a:cxn ang="0">
                  <a:pos x="T0" y="T1"/>
                </a:cxn>
                <a:cxn ang="0">
                  <a:pos x="T2" y="T3"/>
                </a:cxn>
                <a:cxn ang="0">
                  <a:pos x="T4" y="T5"/>
                </a:cxn>
                <a:cxn ang="0">
                  <a:pos x="T6" y="T7"/>
                </a:cxn>
                <a:cxn ang="0">
                  <a:pos x="T8" y="T9"/>
                </a:cxn>
              </a:cxnLst>
              <a:rect l="0" t="0" r="r" b="b"/>
              <a:pathLst>
                <a:path w="149" h="149">
                  <a:moveTo>
                    <a:pt x="0" y="135"/>
                  </a:moveTo>
                  <a:lnTo>
                    <a:pt x="135" y="0"/>
                  </a:lnTo>
                  <a:lnTo>
                    <a:pt x="149" y="14"/>
                  </a:lnTo>
                  <a:lnTo>
                    <a:pt x="14" y="149"/>
                  </a:lnTo>
                  <a:lnTo>
                    <a:pt x="0" y="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Rectangle 47">
              <a:extLst>
                <a:ext uri="{FF2B5EF4-FFF2-40B4-BE49-F238E27FC236}">
                  <a16:creationId xmlns:a16="http://schemas.microsoft.com/office/drawing/2014/main" id="{D80AB3DC-A5FE-42BC-8538-A96F5500B7B4}"/>
                </a:ext>
              </a:extLst>
            </p:cNvPr>
            <p:cNvSpPr>
              <a:spLocks noChangeArrowheads="1"/>
            </p:cNvSpPr>
            <p:nvPr/>
          </p:nvSpPr>
          <p:spPr bwMode="auto">
            <a:xfrm>
              <a:off x="1182688" y="217488"/>
              <a:ext cx="44450" cy="7461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Rectangle 48">
              <a:extLst>
                <a:ext uri="{FF2B5EF4-FFF2-40B4-BE49-F238E27FC236}">
                  <a16:creationId xmlns:a16="http://schemas.microsoft.com/office/drawing/2014/main" id="{55CAABA4-44F2-42F6-9AF8-E65989C9D37B}"/>
                </a:ext>
              </a:extLst>
            </p:cNvPr>
            <p:cNvSpPr>
              <a:spLocks noChangeArrowheads="1"/>
            </p:cNvSpPr>
            <p:nvPr/>
          </p:nvSpPr>
          <p:spPr bwMode="auto">
            <a:xfrm>
              <a:off x="1416050" y="217488"/>
              <a:ext cx="53975" cy="7461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49">
              <a:extLst>
                <a:ext uri="{FF2B5EF4-FFF2-40B4-BE49-F238E27FC236}">
                  <a16:creationId xmlns:a16="http://schemas.microsoft.com/office/drawing/2014/main" id="{1D27D831-7D85-459F-B8BC-4F84C0A06F6B}"/>
                </a:ext>
              </a:extLst>
            </p:cNvPr>
            <p:cNvSpPr>
              <a:spLocks/>
            </p:cNvSpPr>
            <p:nvPr/>
          </p:nvSpPr>
          <p:spPr bwMode="auto">
            <a:xfrm>
              <a:off x="1182688" y="65088"/>
              <a:ext cx="287338" cy="188912"/>
            </a:xfrm>
            <a:custGeom>
              <a:avLst/>
              <a:gdLst>
                <a:gd name="T0" fmla="*/ 181 w 181"/>
                <a:gd name="T1" fmla="*/ 119 h 119"/>
                <a:gd name="T2" fmla="*/ 0 w 181"/>
                <a:gd name="T3" fmla="*/ 119 h 119"/>
                <a:gd name="T4" fmla="*/ 0 w 181"/>
                <a:gd name="T5" fmla="*/ 80 h 119"/>
                <a:gd name="T6" fmla="*/ 86 w 181"/>
                <a:gd name="T7" fmla="*/ 0 h 119"/>
                <a:gd name="T8" fmla="*/ 181 w 181"/>
                <a:gd name="T9" fmla="*/ 26 h 119"/>
                <a:gd name="T10" fmla="*/ 181 w 181"/>
                <a:gd name="T11" fmla="*/ 119 h 119"/>
              </a:gdLst>
              <a:ahLst/>
              <a:cxnLst>
                <a:cxn ang="0">
                  <a:pos x="T0" y="T1"/>
                </a:cxn>
                <a:cxn ang="0">
                  <a:pos x="T2" y="T3"/>
                </a:cxn>
                <a:cxn ang="0">
                  <a:pos x="T4" y="T5"/>
                </a:cxn>
                <a:cxn ang="0">
                  <a:pos x="T6" y="T7"/>
                </a:cxn>
                <a:cxn ang="0">
                  <a:pos x="T8" y="T9"/>
                </a:cxn>
                <a:cxn ang="0">
                  <a:pos x="T10" y="T11"/>
                </a:cxn>
              </a:cxnLst>
              <a:rect l="0" t="0" r="r" b="b"/>
              <a:pathLst>
                <a:path w="181" h="119">
                  <a:moveTo>
                    <a:pt x="181" y="119"/>
                  </a:moveTo>
                  <a:lnTo>
                    <a:pt x="0" y="119"/>
                  </a:lnTo>
                  <a:lnTo>
                    <a:pt x="0" y="80"/>
                  </a:lnTo>
                  <a:lnTo>
                    <a:pt x="86" y="0"/>
                  </a:lnTo>
                  <a:lnTo>
                    <a:pt x="181" y="26"/>
                  </a:lnTo>
                  <a:lnTo>
                    <a:pt x="181" y="1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50">
              <a:extLst>
                <a:ext uri="{FF2B5EF4-FFF2-40B4-BE49-F238E27FC236}">
                  <a16:creationId xmlns:a16="http://schemas.microsoft.com/office/drawing/2014/main" id="{D9DDE899-A01A-455D-904B-40C07571A43E}"/>
                </a:ext>
              </a:extLst>
            </p:cNvPr>
            <p:cNvSpPr>
              <a:spLocks/>
            </p:cNvSpPr>
            <p:nvPr/>
          </p:nvSpPr>
          <p:spPr bwMode="auto">
            <a:xfrm>
              <a:off x="1201738" y="227013"/>
              <a:ext cx="236538" cy="236537"/>
            </a:xfrm>
            <a:custGeom>
              <a:avLst/>
              <a:gdLst>
                <a:gd name="T0" fmla="*/ 135 w 149"/>
                <a:gd name="T1" fmla="*/ 149 h 149"/>
                <a:gd name="T2" fmla="*/ 0 w 149"/>
                <a:gd name="T3" fmla="*/ 15 h 149"/>
                <a:gd name="T4" fmla="*/ 14 w 149"/>
                <a:gd name="T5" fmla="*/ 0 h 149"/>
                <a:gd name="T6" fmla="*/ 149 w 149"/>
                <a:gd name="T7" fmla="*/ 135 h 149"/>
                <a:gd name="T8" fmla="*/ 135 w 149"/>
                <a:gd name="T9" fmla="*/ 149 h 149"/>
              </a:gdLst>
              <a:ahLst/>
              <a:cxnLst>
                <a:cxn ang="0">
                  <a:pos x="T0" y="T1"/>
                </a:cxn>
                <a:cxn ang="0">
                  <a:pos x="T2" y="T3"/>
                </a:cxn>
                <a:cxn ang="0">
                  <a:pos x="T4" y="T5"/>
                </a:cxn>
                <a:cxn ang="0">
                  <a:pos x="T6" y="T7"/>
                </a:cxn>
                <a:cxn ang="0">
                  <a:pos x="T8" y="T9"/>
                </a:cxn>
              </a:cxnLst>
              <a:rect l="0" t="0" r="r" b="b"/>
              <a:pathLst>
                <a:path w="149" h="149">
                  <a:moveTo>
                    <a:pt x="135" y="149"/>
                  </a:moveTo>
                  <a:lnTo>
                    <a:pt x="0" y="15"/>
                  </a:lnTo>
                  <a:lnTo>
                    <a:pt x="14" y="0"/>
                  </a:lnTo>
                  <a:lnTo>
                    <a:pt x="149" y="135"/>
                  </a:lnTo>
                  <a:lnTo>
                    <a:pt x="135" y="1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51">
              <a:extLst>
                <a:ext uri="{FF2B5EF4-FFF2-40B4-BE49-F238E27FC236}">
                  <a16:creationId xmlns:a16="http://schemas.microsoft.com/office/drawing/2014/main" id="{326E3D33-BDD2-4104-AB47-004491C2C39A}"/>
                </a:ext>
              </a:extLst>
            </p:cNvPr>
            <p:cNvSpPr>
              <a:spLocks/>
            </p:cNvSpPr>
            <p:nvPr/>
          </p:nvSpPr>
          <p:spPr bwMode="auto">
            <a:xfrm>
              <a:off x="1201738" y="227013"/>
              <a:ext cx="236538" cy="236537"/>
            </a:xfrm>
            <a:custGeom>
              <a:avLst/>
              <a:gdLst>
                <a:gd name="T0" fmla="*/ 0 w 149"/>
                <a:gd name="T1" fmla="*/ 135 h 149"/>
                <a:gd name="T2" fmla="*/ 135 w 149"/>
                <a:gd name="T3" fmla="*/ 0 h 149"/>
                <a:gd name="T4" fmla="*/ 149 w 149"/>
                <a:gd name="T5" fmla="*/ 15 h 149"/>
                <a:gd name="T6" fmla="*/ 14 w 149"/>
                <a:gd name="T7" fmla="*/ 149 h 149"/>
                <a:gd name="T8" fmla="*/ 0 w 149"/>
                <a:gd name="T9" fmla="*/ 135 h 149"/>
              </a:gdLst>
              <a:ahLst/>
              <a:cxnLst>
                <a:cxn ang="0">
                  <a:pos x="T0" y="T1"/>
                </a:cxn>
                <a:cxn ang="0">
                  <a:pos x="T2" y="T3"/>
                </a:cxn>
                <a:cxn ang="0">
                  <a:pos x="T4" y="T5"/>
                </a:cxn>
                <a:cxn ang="0">
                  <a:pos x="T6" y="T7"/>
                </a:cxn>
                <a:cxn ang="0">
                  <a:pos x="T8" y="T9"/>
                </a:cxn>
              </a:cxnLst>
              <a:rect l="0" t="0" r="r" b="b"/>
              <a:pathLst>
                <a:path w="149" h="149">
                  <a:moveTo>
                    <a:pt x="0" y="135"/>
                  </a:moveTo>
                  <a:lnTo>
                    <a:pt x="135" y="0"/>
                  </a:lnTo>
                  <a:lnTo>
                    <a:pt x="149" y="15"/>
                  </a:lnTo>
                  <a:lnTo>
                    <a:pt x="14" y="149"/>
                  </a:lnTo>
                  <a:lnTo>
                    <a:pt x="0" y="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Rectangle 52">
              <a:extLst>
                <a:ext uri="{FF2B5EF4-FFF2-40B4-BE49-F238E27FC236}">
                  <a16:creationId xmlns:a16="http://schemas.microsoft.com/office/drawing/2014/main" id="{E75AD704-4635-4F3B-9827-8F2A1A1B7940}"/>
                </a:ext>
              </a:extLst>
            </p:cNvPr>
            <p:cNvSpPr>
              <a:spLocks noChangeArrowheads="1"/>
            </p:cNvSpPr>
            <p:nvPr/>
          </p:nvSpPr>
          <p:spPr bwMode="auto">
            <a:xfrm>
              <a:off x="1182688" y="431800"/>
              <a:ext cx="2746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53">
              <a:extLst>
                <a:ext uri="{FF2B5EF4-FFF2-40B4-BE49-F238E27FC236}">
                  <a16:creationId xmlns:a16="http://schemas.microsoft.com/office/drawing/2014/main" id="{B3EA00B8-BB9C-4A31-968C-508175DA429F}"/>
                </a:ext>
              </a:extLst>
            </p:cNvPr>
            <p:cNvSpPr>
              <a:spLocks/>
            </p:cNvSpPr>
            <p:nvPr/>
          </p:nvSpPr>
          <p:spPr bwMode="auto">
            <a:xfrm>
              <a:off x="1201738" y="450850"/>
              <a:ext cx="236538" cy="234950"/>
            </a:xfrm>
            <a:custGeom>
              <a:avLst/>
              <a:gdLst>
                <a:gd name="T0" fmla="*/ 135 w 149"/>
                <a:gd name="T1" fmla="*/ 148 h 148"/>
                <a:gd name="T2" fmla="*/ 0 w 149"/>
                <a:gd name="T3" fmla="*/ 14 h 148"/>
                <a:gd name="T4" fmla="*/ 14 w 149"/>
                <a:gd name="T5" fmla="*/ 0 h 148"/>
                <a:gd name="T6" fmla="*/ 149 w 149"/>
                <a:gd name="T7" fmla="*/ 134 h 148"/>
                <a:gd name="T8" fmla="*/ 135 w 149"/>
                <a:gd name="T9" fmla="*/ 148 h 148"/>
              </a:gdLst>
              <a:ahLst/>
              <a:cxnLst>
                <a:cxn ang="0">
                  <a:pos x="T0" y="T1"/>
                </a:cxn>
                <a:cxn ang="0">
                  <a:pos x="T2" y="T3"/>
                </a:cxn>
                <a:cxn ang="0">
                  <a:pos x="T4" y="T5"/>
                </a:cxn>
                <a:cxn ang="0">
                  <a:pos x="T6" y="T7"/>
                </a:cxn>
                <a:cxn ang="0">
                  <a:pos x="T8" y="T9"/>
                </a:cxn>
              </a:cxnLst>
              <a:rect l="0" t="0" r="r" b="b"/>
              <a:pathLst>
                <a:path w="149" h="148">
                  <a:moveTo>
                    <a:pt x="135" y="148"/>
                  </a:moveTo>
                  <a:lnTo>
                    <a:pt x="0" y="14"/>
                  </a:lnTo>
                  <a:lnTo>
                    <a:pt x="14" y="0"/>
                  </a:lnTo>
                  <a:lnTo>
                    <a:pt x="149" y="134"/>
                  </a:lnTo>
                  <a:lnTo>
                    <a:pt x="135" y="1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54">
              <a:extLst>
                <a:ext uri="{FF2B5EF4-FFF2-40B4-BE49-F238E27FC236}">
                  <a16:creationId xmlns:a16="http://schemas.microsoft.com/office/drawing/2014/main" id="{FBC46B5C-A44B-4CD4-934E-4F5795C31400}"/>
                </a:ext>
              </a:extLst>
            </p:cNvPr>
            <p:cNvSpPr>
              <a:spLocks/>
            </p:cNvSpPr>
            <p:nvPr/>
          </p:nvSpPr>
          <p:spPr bwMode="auto">
            <a:xfrm>
              <a:off x="1201738" y="450850"/>
              <a:ext cx="236538" cy="234950"/>
            </a:xfrm>
            <a:custGeom>
              <a:avLst/>
              <a:gdLst>
                <a:gd name="T0" fmla="*/ 0 w 149"/>
                <a:gd name="T1" fmla="*/ 134 h 148"/>
                <a:gd name="T2" fmla="*/ 135 w 149"/>
                <a:gd name="T3" fmla="*/ 0 h 148"/>
                <a:gd name="T4" fmla="*/ 149 w 149"/>
                <a:gd name="T5" fmla="*/ 14 h 148"/>
                <a:gd name="T6" fmla="*/ 14 w 149"/>
                <a:gd name="T7" fmla="*/ 148 h 148"/>
                <a:gd name="T8" fmla="*/ 0 w 149"/>
                <a:gd name="T9" fmla="*/ 134 h 148"/>
              </a:gdLst>
              <a:ahLst/>
              <a:cxnLst>
                <a:cxn ang="0">
                  <a:pos x="T0" y="T1"/>
                </a:cxn>
                <a:cxn ang="0">
                  <a:pos x="T2" y="T3"/>
                </a:cxn>
                <a:cxn ang="0">
                  <a:pos x="T4" y="T5"/>
                </a:cxn>
                <a:cxn ang="0">
                  <a:pos x="T6" y="T7"/>
                </a:cxn>
                <a:cxn ang="0">
                  <a:pos x="T8" y="T9"/>
                </a:cxn>
              </a:cxnLst>
              <a:rect l="0" t="0" r="r" b="b"/>
              <a:pathLst>
                <a:path w="149" h="148">
                  <a:moveTo>
                    <a:pt x="0" y="134"/>
                  </a:moveTo>
                  <a:lnTo>
                    <a:pt x="135" y="0"/>
                  </a:lnTo>
                  <a:lnTo>
                    <a:pt x="149" y="14"/>
                  </a:lnTo>
                  <a:lnTo>
                    <a:pt x="14" y="148"/>
                  </a:lnTo>
                  <a:lnTo>
                    <a:pt x="0" y="1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Rectangle 55">
              <a:extLst>
                <a:ext uri="{FF2B5EF4-FFF2-40B4-BE49-F238E27FC236}">
                  <a16:creationId xmlns:a16="http://schemas.microsoft.com/office/drawing/2014/main" id="{0E2330A8-3932-4ECB-B37B-6FCCCE018A4F}"/>
                </a:ext>
              </a:extLst>
            </p:cNvPr>
            <p:cNvSpPr>
              <a:spLocks noChangeArrowheads="1"/>
            </p:cNvSpPr>
            <p:nvPr/>
          </p:nvSpPr>
          <p:spPr bwMode="auto">
            <a:xfrm>
              <a:off x="1182688" y="654050"/>
              <a:ext cx="2746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56">
              <a:extLst>
                <a:ext uri="{FF2B5EF4-FFF2-40B4-BE49-F238E27FC236}">
                  <a16:creationId xmlns:a16="http://schemas.microsoft.com/office/drawing/2014/main" id="{A7D6B8D0-8B1B-485B-AFFC-8CCDB30065C3}"/>
                </a:ext>
              </a:extLst>
            </p:cNvPr>
            <p:cNvSpPr>
              <a:spLocks/>
            </p:cNvSpPr>
            <p:nvPr/>
          </p:nvSpPr>
          <p:spPr bwMode="auto">
            <a:xfrm>
              <a:off x="1201738" y="676275"/>
              <a:ext cx="236538" cy="233362"/>
            </a:xfrm>
            <a:custGeom>
              <a:avLst/>
              <a:gdLst>
                <a:gd name="T0" fmla="*/ 135 w 149"/>
                <a:gd name="T1" fmla="*/ 147 h 147"/>
                <a:gd name="T2" fmla="*/ 0 w 149"/>
                <a:gd name="T3" fmla="*/ 12 h 147"/>
                <a:gd name="T4" fmla="*/ 14 w 149"/>
                <a:gd name="T5" fmla="*/ 0 h 147"/>
                <a:gd name="T6" fmla="*/ 149 w 149"/>
                <a:gd name="T7" fmla="*/ 135 h 147"/>
                <a:gd name="T8" fmla="*/ 135 w 149"/>
                <a:gd name="T9" fmla="*/ 147 h 147"/>
              </a:gdLst>
              <a:ahLst/>
              <a:cxnLst>
                <a:cxn ang="0">
                  <a:pos x="T0" y="T1"/>
                </a:cxn>
                <a:cxn ang="0">
                  <a:pos x="T2" y="T3"/>
                </a:cxn>
                <a:cxn ang="0">
                  <a:pos x="T4" y="T5"/>
                </a:cxn>
                <a:cxn ang="0">
                  <a:pos x="T6" y="T7"/>
                </a:cxn>
                <a:cxn ang="0">
                  <a:pos x="T8" y="T9"/>
                </a:cxn>
              </a:cxnLst>
              <a:rect l="0" t="0" r="r" b="b"/>
              <a:pathLst>
                <a:path w="149" h="147">
                  <a:moveTo>
                    <a:pt x="135" y="147"/>
                  </a:moveTo>
                  <a:lnTo>
                    <a:pt x="0" y="12"/>
                  </a:lnTo>
                  <a:lnTo>
                    <a:pt x="14" y="0"/>
                  </a:lnTo>
                  <a:lnTo>
                    <a:pt x="149" y="135"/>
                  </a:lnTo>
                  <a:lnTo>
                    <a:pt x="135" y="14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57">
              <a:extLst>
                <a:ext uri="{FF2B5EF4-FFF2-40B4-BE49-F238E27FC236}">
                  <a16:creationId xmlns:a16="http://schemas.microsoft.com/office/drawing/2014/main" id="{8E21CE75-486E-4699-AF23-722C046D05BC}"/>
                </a:ext>
              </a:extLst>
            </p:cNvPr>
            <p:cNvSpPr>
              <a:spLocks/>
            </p:cNvSpPr>
            <p:nvPr/>
          </p:nvSpPr>
          <p:spPr bwMode="auto">
            <a:xfrm>
              <a:off x="1201738" y="676275"/>
              <a:ext cx="236538" cy="233362"/>
            </a:xfrm>
            <a:custGeom>
              <a:avLst/>
              <a:gdLst>
                <a:gd name="T0" fmla="*/ 0 w 149"/>
                <a:gd name="T1" fmla="*/ 135 h 147"/>
                <a:gd name="T2" fmla="*/ 135 w 149"/>
                <a:gd name="T3" fmla="*/ 0 h 147"/>
                <a:gd name="T4" fmla="*/ 149 w 149"/>
                <a:gd name="T5" fmla="*/ 12 h 147"/>
                <a:gd name="T6" fmla="*/ 14 w 149"/>
                <a:gd name="T7" fmla="*/ 147 h 147"/>
                <a:gd name="T8" fmla="*/ 0 w 149"/>
                <a:gd name="T9" fmla="*/ 135 h 147"/>
              </a:gdLst>
              <a:ahLst/>
              <a:cxnLst>
                <a:cxn ang="0">
                  <a:pos x="T0" y="T1"/>
                </a:cxn>
                <a:cxn ang="0">
                  <a:pos x="T2" y="T3"/>
                </a:cxn>
                <a:cxn ang="0">
                  <a:pos x="T4" y="T5"/>
                </a:cxn>
                <a:cxn ang="0">
                  <a:pos x="T6" y="T7"/>
                </a:cxn>
                <a:cxn ang="0">
                  <a:pos x="T8" y="T9"/>
                </a:cxn>
              </a:cxnLst>
              <a:rect l="0" t="0" r="r" b="b"/>
              <a:pathLst>
                <a:path w="149" h="147">
                  <a:moveTo>
                    <a:pt x="0" y="135"/>
                  </a:moveTo>
                  <a:lnTo>
                    <a:pt x="135" y="0"/>
                  </a:lnTo>
                  <a:lnTo>
                    <a:pt x="149" y="12"/>
                  </a:lnTo>
                  <a:lnTo>
                    <a:pt x="14" y="147"/>
                  </a:lnTo>
                  <a:lnTo>
                    <a:pt x="0" y="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Rectangle 58">
              <a:extLst>
                <a:ext uri="{FF2B5EF4-FFF2-40B4-BE49-F238E27FC236}">
                  <a16:creationId xmlns:a16="http://schemas.microsoft.com/office/drawing/2014/main" id="{70F0B29A-9177-4AE1-8809-12D4428FC4B0}"/>
                </a:ext>
              </a:extLst>
            </p:cNvPr>
            <p:cNvSpPr>
              <a:spLocks noChangeArrowheads="1"/>
            </p:cNvSpPr>
            <p:nvPr/>
          </p:nvSpPr>
          <p:spPr bwMode="auto">
            <a:xfrm>
              <a:off x="398463" y="755650"/>
              <a:ext cx="825500" cy="396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Rectangle 59">
              <a:extLst>
                <a:ext uri="{FF2B5EF4-FFF2-40B4-BE49-F238E27FC236}">
                  <a16:creationId xmlns:a16="http://schemas.microsoft.com/office/drawing/2014/main" id="{5D832766-C0F9-4B03-96F8-FB74E4219AFB}"/>
                </a:ext>
              </a:extLst>
            </p:cNvPr>
            <p:cNvSpPr>
              <a:spLocks noChangeArrowheads="1"/>
            </p:cNvSpPr>
            <p:nvPr/>
          </p:nvSpPr>
          <p:spPr bwMode="auto">
            <a:xfrm>
              <a:off x="398463" y="950913"/>
              <a:ext cx="825500"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Rectangle 60">
              <a:extLst>
                <a:ext uri="{FF2B5EF4-FFF2-40B4-BE49-F238E27FC236}">
                  <a16:creationId xmlns:a16="http://schemas.microsoft.com/office/drawing/2014/main" id="{68191A5D-FEF9-4138-ADFB-75F9BAE41C37}"/>
                </a:ext>
              </a:extLst>
            </p:cNvPr>
            <p:cNvSpPr>
              <a:spLocks noChangeArrowheads="1"/>
            </p:cNvSpPr>
            <p:nvPr/>
          </p:nvSpPr>
          <p:spPr bwMode="auto">
            <a:xfrm>
              <a:off x="1185863" y="755650"/>
              <a:ext cx="38100" cy="230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61">
              <a:extLst>
                <a:ext uri="{FF2B5EF4-FFF2-40B4-BE49-F238E27FC236}">
                  <a16:creationId xmlns:a16="http://schemas.microsoft.com/office/drawing/2014/main" id="{0E1B00CD-92D9-463C-984D-20C77EBB82F1}"/>
                </a:ext>
              </a:extLst>
            </p:cNvPr>
            <p:cNvSpPr>
              <a:spLocks/>
            </p:cNvSpPr>
            <p:nvPr/>
          </p:nvSpPr>
          <p:spPr bwMode="auto">
            <a:xfrm>
              <a:off x="1009650" y="773113"/>
              <a:ext cx="198438" cy="196850"/>
            </a:xfrm>
            <a:custGeom>
              <a:avLst/>
              <a:gdLst>
                <a:gd name="T0" fmla="*/ 0 w 125"/>
                <a:gd name="T1" fmla="*/ 112 h 124"/>
                <a:gd name="T2" fmla="*/ 113 w 125"/>
                <a:gd name="T3" fmla="*/ 0 h 124"/>
                <a:gd name="T4" fmla="*/ 125 w 125"/>
                <a:gd name="T5" fmla="*/ 12 h 124"/>
                <a:gd name="T6" fmla="*/ 11 w 125"/>
                <a:gd name="T7" fmla="*/ 124 h 124"/>
                <a:gd name="T8" fmla="*/ 0 w 125"/>
                <a:gd name="T9" fmla="*/ 112 h 124"/>
              </a:gdLst>
              <a:ahLst/>
              <a:cxnLst>
                <a:cxn ang="0">
                  <a:pos x="T0" y="T1"/>
                </a:cxn>
                <a:cxn ang="0">
                  <a:pos x="T2" y="T3"/>
                </a:cxn>
                <a:cxn ang="0">
                  <a:pos x="T4" y="T5"/>
                </a:cxn>
                <a:cxn ang="0">
                  <a:pos x="T6" y="T7"/>
                </a:cxn>
                <a:cxn ang="0">
                  <a:pos x="T8" y="T9"/>
                </a:cxn>
              </a:cxnLst>
              <a:rect l="0" t="0" r="r" b="b"/>
              <a:pathLst>
                <a:path w="125" h="124">
                  <a:moveTo>
                    <a:pt x="0" y="112"/>
                  </a:moveTo>
                  <a:lnTo>
                    <a:pt x="113" y="0"/>
                  </a:lnTo>
                  <a:lnTo>
                    <a:pt x="125" y="12"/>
                  </a:lnTo>
                  <a:lnTo>
                    <a:pt x="11" y="124"/>
                  </a:lnTo>
                  <a:lnTo>
                    <a:pt x="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62">
              <a:extLst>
                <a:ext uri="{FF2B5EF4-FFF2-40B4-BE49-F238E27FC236}">
                  <a16:creationId xmlns:a16="http://schemas.microsoft.com/office/drawing/2014/main" id="{BBF76EDC-3F22-4DF3-8E14-B2067CEF0ABC}"/>
                </a:ext>
              </a:extLst>
            </p:cNvPr>
            <p:cNvSpPr>
              <a:spLocks/>
            </p:cNvSpPr>
            <p:nvPr/>
          </p:nvSpPr>
          <p:spPr bwMode="auto">
            <a:xfrm>
              <a:off x="1009650" y="773113"/>
              <a:ext cx="198438" cy="196850"/>
            </a:xfrm>
            <a:custGeom>
              <a:avLst/>
              <a:gdLst>
                <a:gd name="T0" fmla="*/ 11 w 125"/>
                <a:gd name="T1" fmla="*/ 0 h 124"/>
                <a:gd name="T2" fmla="*/ 125 w 125"/>
                <a:gd name="T3" fmla="*/ 112 h 124"/>
                <a:gd name="T4" fmla="*/ 113 w 125"/>
                <a:gd name="T5" fmla="*/ 124 h 124"/>
                <a:gd name="T6" fmla="*/ 0 w 125"/>
                <a:gd name="T7" fmla="*/ 12 h 124"/>
                <a:gd name="T8" fmla="*/ 11 w 125"/>
                <a:gd name="T9" fmla="*/ 0 h 124"/>
              </a:gdLst>
              <a:ahLst/>
              <a:cxnLst>
                <a:cxn ang="0">
                  <a:pos x="T0" y="T1"/>
                </a:cxn>
                <a:cxn ang="0">
                  <a:pos x="T2" y="T3"/>
                </a:cxn>
                <a:cxn ang="0">
                  <a:pos x="T4" y="T5"/>
                </a:cxn>
                <a:cxn ang="0">
                  <a:pos x="T6" y="T7"/>
                </a:cxn>
                <a:cxn ang="0">
                  <a:pos x="T8" y="T9"/>
                </a:cxn>
              </a:cxnLst>
              <a:rect l="0" t="0" r="r" b="b"/>
              <a:pathLst>
                <a:path w="125" h="124">
                  <a:moveTo>
                    <a:pt x="11" y="0"/>
                  </a:moveTo>
                  <a:lnTo>
                    <a:pt x="125" y="112"/>
                  </a:lnTo>
                  <a:lnTo>
                    <a:pt x="113" y="124"/>
                  </a:lnTo>
                  <a:lnTo>
                    <a:pt x="0" y="12"/>
                  </a:lnTo>
                  <a:lnTo>
                    <a:pt x="1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Rectangle 63">
              <a:extLst>
                <a:ext uri="{FF2B5EF4-FFF2-40B4-BE49-F238E27FC236}">
                  <a16:creationId xmlns:a16="http://schemas.microsoft.com/office/drawing/2014/main" id="{A3429A8A-8BE2-43DC-BBF6-6D48A3A05217}"/>
                </a:ext>
              </a:extLst>
            </p:cNvPr>
            <p:cNvSpPr>
              <a:spLocks noChangeArrowheads="1"/>
            </p:cNvSpPr>
            <p:nvPr/>
          </p:nvSpPr>
          <p:spPr bwMode="auto">
            <a:xfrm>
              <a:off x="996950" y="755650"/>
              <a:ext cx="39688" cy="230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64">
              <a:extLst>
                <a:ext uri="{FF2B5EF4-FFF2-40B4-BE49-F238E27FC236}">
                  <a16:creationId xmlns:a16="http://schemas.microsoft.com/office/drawing/2014/main" id="{4D727443-F617-4E6B-BBF2-2526BB3FA593}"/>
                </a:ext>
              </a:extLst>
            </p:cNvPr>
            <p:cNvSpPr>
              <a:spLocks/>
            </p:cNvSpPr>
            <p:nvPr/>
          </p:nvSpPr>
          <p:spPr bwMode="auto">
            <a:xfrm>
              <a:off x="819150" y="773113"/>
              <a:ext cx="201613" cy="196850"/>
            </a:xfrm>
            <a:custGeom>
              <a:avLst/>
              <a:gdLst>
                <a:gd name="T0" fmla="*/ 0 w 127"/>
                <a:gd name="T1" fmla="*/ 112 h 124"/>
                <a:gd name="T2" fmla="*/ 114 w 127"/>
                <a:gd name="T3" fmla="*/ 0 h 124"/>
                <a:gd name="T4" fmla="*/ 127 w 127"/>
                <a:gd name="T5" fmla="*/ 12 h 124"/>
                <a:gd name="T6" fmla="*/ 12 w 127"/>
                <a:gd name="T7" fmla="*/ 124 h 124"/>
                <a:gd name="T8" fmla="*/ 0 w 127"/>
                <a:gd name="T9" fmla="*/ 112 h 124"/>
              </a:gdLst>
              <a:ahLst/>
              <a:cxnLst>
                <a:cxn ang="0">
                  <a:pos x="T0" y="T1"/>
                </a:cxn>
                <a:cxn ang="0">
                  <a:pos x="T2" y="T3"/>
                </a:cxn>
                <a:cxn ang="0">
                  <a:pos x="T4" y="T5"/>
                </a:cxn>
                <a:cxn ang="0">
                  <a:pos x="T6" y="T7"/>
                </a:cxn>
                <a:cxn ang="0">
                  <a:pos x="T8" y="T9"/>
                </a:cxn>
              </a:cxnLst>
              <a:rect l="0" t="0" r="r" b="b"/>
              <a:pathLst>
                <a:path w="127" h="124">
                  <a:moveTo>
                    <a:pt x="0" y="112"/>
                  </a:moveTo>
                  <a:lnTo>
                    <a:pt x="114" y="0"/>
                  </a:lnTo>
                  <a:lnTo>
                    <a:pt x="127" y="12"/>
                  </a:lnTo>
                  <a:lnTo>
                    <a:pt x="12" y="124"/>
                  </a:lnTo>
                  <a:lnTo>
                    <a:pt x="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65">
              <a:extLst>
                <a:ext uri="{FF2B5EF4-FFF2-40B4-BE49-F238E27FC236}">
                  <a16:creationId xmlns:a16="http://schemas.microsoft.com/office/drawing/2014/main" id="{E51A7D3E-1500-47DF-A034-F212423555AC}"/>
                </a:ext>
              </a:extLst>
            </p:cNvPr>
            <p:cNvSpPr>
              <a:spLocks/>
            </p:cNvSpPr>
            <p:nvPr/>
          </p:nvSpPr>
          <p:spPr bwMode="auto">
            <a:xfrm>
              <a:off x="819150" y="773113"/>
              <a:ext cx="201613" cy="196850"/>
            </a:xfrm>
            <a:custGeom>
              <a:avLst/>
              <a:gdLst>
                <a:gd name="T0" fmla="*/ 12 w 127"/>
                <a:gd name="T1" fmla="*/ 0 h 124"/>
                <a:gd name="T2" fmla="*/ 127 w 127"/>
                <a:gd name="T3" fmla="*/ 112 h 124"/>
                <a:gd name="T4" fmla="*/ 114 w 127"/>
                <a:gd name="T5" fmla="*/ 124 h 124"/>
                <a:gd name="T6" fmla="*/ 0 w 127"/>
                <a:gd name="T7" fmla="*/ 12 h 124"/>
                <a:gd name="T8" fmla="*/ 12 w 127"/>
                <a:gd name="T9" fmla="*/ 0 h 124"/>
              </a:gdLst>
              <a:ahLst/>
              <a:cxnLst>
                <a:cxn ang="0">
                  <a:pos x="T0" y="T1"/>
                </a:cxn>
                <a:cxn ang="0">
                  <a:pos x="T2" y="T3"/>
                </a:cxn>
                <a:cxn ang="0">
                  <a:pos x="T4" y="T5"/>
                </a:cxn>
                <a:cxn ang="0">
                  <a:pos x="T6" y="T7"/>
                </a:cxn>
                <a:cxn ang="0">
                  <a:pos x="T8" y="T9"/>
                </a:cxn>
              </a:cxnLst>
              <a:rect l="0" t="0" r="r" b="b"/>
              <a:pathLst>
                <a:path w="127" h="124">
                  <a:moveTo>
                    <a:pt x="12" y="0"/>
                  </a:moveTo>
                  <a:lnTo>
                    <a:pt x="127" y="112"/>
                  </a:lnTo>
                  <a:lnTo>
                    <a:pt x="114" y="124"/>
                  </a:lnTo>
                  <a:lnTo>
                    <a:pt x="0" y="12"/>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Rectangle 66">
              <a:extLst>
                <a:ext uri="{FF2B5EF4-FFF2-40B4-BE49-F238E27FC236}">
                  <a16:creationId xmlns:a16="http://schemas.microsoft.com/office/drawing/2014/main" id="{078E283E-E897-42E8-B756-FA94D866900C}"/>
                </a:ext>
              </a:extLst>
            </p:cNvPr>
            <p:cNvSpPr>
              <a:spLocks noChangeArrowheads="1"/>
            </p:cNvSpPr>
            <p:nvPr/>
          </p:nvSpPr>
          <p:spPr bwMode="auto">
            <a:xfrm>
              <a:off x="806450" y="755650"/>
              <a:ext cx="41275" cy="230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67">
              <a:extLst>
                <a:ext uri="{FF2B5EF4-FFF2-40B4-BE49-F238E27FC236}">
                  <a16:creationId xmlns:a16="http://schemas.microsoft.com/office/drawing/2014/main" id="{AA28B08D-C6F3-4AED-A8E6-238FC76AA2E2}"/>
                </a:ext>
              </a:extLst>
            </p:cNvPr>
            <p:cNvSpPr>
              <a:spLocks/>
            </p:cNvSpPr>
            <p:nvPr/>
          </p:nvSpPr>
          <p:spPr bwMode="auto">
            <a:xfrm>
              <a:off x="631825" y="773113"/>
              <a:ext cx="196850" cy="196850"/>
            </a:xfrm>
            <a:custGeom>
              <a:avLst/>
              <a:gdLst>
                <a:gd name="T0" fmla="*/ 0 w 124"/>
                <a:gd name="T1" fmla="*/ 112 h 124"/>
                <a:gd name="T2" fmla="*/ 114 w 124"/>
                <a:gd name="T3" fmla="*/ 0 h 124"/>
                <a:gd name="T4" fmla="*/ 124 w 124"/>
                <a:gd name="T5" fmla="*/ 12 h 124"/>
                <a:gd name="T6" fmla="*/ 12 w 124"/>
                <a:gd name="T7" fmla="*/ 124 h 124"/>
                <a:gd name="T8" fmla="*/ 0 w 124"/>
                <a:gd name="T9" fmla="*/ 112 h 124"/>
              </a:gdLst>
              <a:ahLst/>
              <a:cxnLst>
                <a:cxn ang="0">
                  <a:pos x="T0" y="T1"/>
                </a:cxn>
                <a:cxn ang="0">
                  <a:pos x="T2" y="T3"/>
                </a:cxn>
                <a:cxn ang="0">
                  <a:pos x="T4" y="T5"/>
                </a:cxn>
                <a:cxn ang="0">
                  <a:pos x="T6" y="T7"/>
                </a:cxn>
                <a:cxn ang="0">
                  <a:pos x="T8" y="T9"/>
                </a:cxn>
              </a:cxnLst>
              <a:rect l="0" t="0" r="r" b="b"/>
              <a:pathLst>
                <a:path w="124" h="124">
                  <a:moveTo>
                    <a:pt x="0" y="112"/>
                  </a:moveTo>
                  <a:lnTo>
                    <a:pt x="114" y="0"/>
                  </a:lnTo>
                  <a:lnTo>
                    <a:pt x="124" y="12"/>
                  </a:lnTo>
                  <a:lnTo>
                    <a:pt x="12" y="124"/>
                  </a:lnTo>
                  <a:lnTo>
                    <a:pt x="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68">
              <a:extLst>
                <a:ext uri="{FF2B5EF4-FFF2-40B4-BE49-F238E27FC236}">
                  <a16:creationId xmlns:a16="http://schemas.microsoft.com/office/drawing/2014/main" id="{11FD0F8D-5C37-4466-B947-D5DA45873958}"/>
                </a:ext>
              </a:extLst>
            </p:cNvPr>
            <p:cNvSpPr>
              <a:spLocks/>
            </p:cNvSpPr>
            <p:nvPr/>
          </p:nvSpPr>
          <p:spPr bwMode="auto">
            <a:xfrm>
              <a:off x="631825" y="773113"/>
              <a:ext cx="196850" cy="196850"/>
            </a:xfrm>
            <a:custGeom>
              <a:avLst/>
              <a:gdLst>
                <a:gd name="T0" fmla="*/ 12 w 124"/>
                <a:gd name="T1" fmla="*/ 0 h 124"/>
                <a:gd name="T2" fmla="*/ 124 w 124"/>
                <a:gd name="T3" fmla="*/ 112 h 124"/>
                <a:gd name="T4" fmla="*/ 114 w 124"/>
                <a:gd name="T5" fmla="*/ 124 h 124"/>
                <a:gd name="T6" fmla="*/ 0 w 124"/>
                <a:gd name="T7" fmla="*/ 12 h 124"/>
                <a:gd name="T8" fmla="*/ 12 w 124"/>
                <a:gd name="T9" fmla="*/ 0 h 124"/>
              </a:gdLst>
              <a:ahLst/>
              <a:cxnLst>
                <a:cxn ang="0">
                  <a:pos x="T0" y="T1"/>
                </a:cxn>
                <a:cxn ang="0">
                  <a:pos x="T2" y="T3"/>
                </a:cxn>
                <a:cxn ang="0">
                  <a:pos x="T4" y="T5"/>
                </a:cxn>
                <a:cxn ang="0">
                  <a:pos x="T6" y="T7"/>
                </a:cxn>
                <a:cxn ang="0">
                  <a:pos x="T8" y="T9"/>
                </a:cxn>
              </a:cxnLst>
              <a:rect l="0" t="0" r="r" b="b"/>
              <a:pathLst>
                <a:path w="124" h="124">
                  <a:moveTo>
                    <a:pt x="12" y="0"/>
                  </a:moveTo>
                  <a:lnTo>
                    <a:pt x="124" y="112"/>
                  </a:lnTo>
                  <a:lnTo>
                    <a:pt x="114" y="124"/>
                  </a:lnTo>
                  <a:lnTo>
                    <a:pt x="0" y="12"/>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Rectangle 69">
              <a:extLst>
                <a:ext uri="{FF2B5EF4-FFF2-40B4-BE49-F238E27FC236}">
                  <a16:creationId xmlns:a16="http://schemas.microsoft.com/office/drawing/2014/main" id="{CBB36E4C-598F-450C-9629-C63DF67109E9}"/>
                </a:ext>
              </a:extLst>
            </p:cNvPr>
            <p:cNvSpPr>
              <a:spLocks noChangeArrowheads="1"/>
            </p:cNvSpPr>
            <p:nvPr/>
          </p:nvSpPr>
          <p:spPr bwMode="auto">
            <a:xfrm>
              <a:off x="617538" y="755650"/>
              <a:ext cx="42863" cy="230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70">
              <a:extLst>
                <a:ext uri="{FF2B5EF4-FFF2-40B4-BE49-F238E27FC236}">
                  <a16:creationId xmlns:a16="http://schemas.microsoft.com/office/drawing/2014/main" id="{695382CD-1D55-4F2F-ACDF-0C679B466F11}"/>
                </a:ext>
              </a:extLst>
            </p:cNvPr>
            <p:cNvSpPr>
              <a:spLocks/>
            </p:cNvSpPr>
            <p:nvPr/>
          </p:nvSpPr>
          <p:spPr bwMode="auto">
            <a:xfrm>
              <a:off x="442913" y="773113"/>
              <a:ext cx="198438" cy="196850"/>
            </a:xfrm>
            <a:custGeom>
              <a:avLst/>
              <a:gdLst>
                <a:gd name="T0" fmla="*/ 0 w 125"/>
                <a:gd name="T1" fmla="*/ 112 h 124"/>
                <a:gd name="T2" fmla="*/ 112 w 125"/>
                <a:gd name="T3" fmla="*/ 0 h 124"/>
                <a:gd name="T4" fmla="*/ 125 w 125"/>
                <a:gd name="T5" fmla="*/ 12 h 124"/>
                <a:gd name="T6" fmla="*/ 12 w 125"/>
                <a:gd name="T7" fmla="*/ 124 h 124"/>
                <a:gd name="T8" fmla="*/ 0 w 125"/>
                <a:gd name="T9" fmla="*/ 112 h 124"/>
              </a:gdLst>
              <a:ahLst/>
              <a:cxnLst>
                <a:cxn ang="0">
                  <a:pos x="T0" y="T1"/>
                </a:cxn>
                <a:cxn ang="0">
                  <a:pos x="T2" y="T3"/>
                </a:cxn>
                <a:cxn ang="0">
                  <a:pos x="T4" y="T5"/>
                </a:cxn>
                <a:cxn ang="0">
                  <a:pos x="T6" y="T7"/>
                </a:cxn>
                <a:cxn ang="0">
                  <a:pos x="T8" y="T9"/>
                </a:cxn>
              </a:cxnLst>
              <a:rect l="0" t="0" r="r" b="b"/>
              <a:pathLst>
                <a:path w="125" h="124">
                  <a:moveTo>
                    <a:pt x="0" y="112"/>
                  </a:moveTo>
                  <a:lnTo>
                    <a:pt x="112" y="0"/>
                  </a:lnTo>
                  <a:lnTo>
                    <a:pt x="125" y="12"/>
                  </a:lnTo>
                  <a:lnTo>
                    <a:pt x="12" y="124"/>
                  </a:lnTo>
                  <a:lnTo>
                    <a:pt x="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71">
              <a:extLst>
                <a:ext uri="{FF2B5EF4-FFF2-40B4-BE49-F238E27FC236}">
                  <a16:creationId xmlns:a16="http://schemas.microsoft.com/office/drawing/2014/main" id="{E631C064-A750-4A4B-AE7C-FDF7B4CD82D1}"/>
                </a:ext>
              </a:extLst>
            </p:cNvPr>
            <p:cNvSpPr>
              <a:spLocks/>
            </p:cNvSpPr>
            <p:nvPr/>
          </p:nvSpPr>
          <p:spPr bwMode="auto">
            <a:xfrm>
              <a:off x="442913" y="773113"/>
              <a:ext cx="198438" cy="196850"/>
            </a:xfrm>
            <a:custGeom>
              <a:avLst/>
              <a:gdLst>
                <a:gd name="T0" fmla="*/ 12 w 125"/>
                <a:gd name="T1" fmla="*/ 0 h 124"/>
                <a:gd name="T2" fmla="*/ 125 w 125"/>
                <a:gd name="T3" fmla="*/ 112 h 124"/>
                <a:gd name="T4" fmla="*/ 112 w 125"/>
                <a:gd name="T5" fmla="*/ 124 h 124"/>
                <a:gd name="T6" fmla="*/ 0 w 125"/>
                <a:gd name="T7" fmla="*/ 12 h 124"/>
                <a:gd name="T8" fmla="*/ 12 w 125"/>
                <a:gd name="T9" fmla="*/ 0 h 124"/>
              </a:gdLst>
              <a:ahLst/>
              <a:cxnLst>
                <a:cxn ang="0">
                  <a:pos x="T0" y="T1"/>
                </a:cxn>
                <a:cxn ang="0">
                  <a:pos x="T2" y="T3"/>
                </a:cxn>
                <a:cxn ang="0">
                  <a:pos x="T4" y="T5"/>
                </a:cxn>
                <a:cxn ang="0">
                  <a:pos x="T6" y="T7"/>
                </a:cxn>
                <a:cxn ang="0">
                  <a:pos x="T8" y="T9"/>
                </a:cxn>
              </a:cxnLst>
              <a:rect l="0" t="0" r="r" b="b"/>
              <a:pathLst>
                <a:path w="125" h="124">
                  <a:moveTo>
                    <a:pt x="12" y="0"/>
                  </a:moveTo>
                  <a:lnTo>
                    <a:pt x="125" y="112"/>
                  </a:lnTo>
                  <a:lnTo>
                    <a:pt x="112" y="124"/>
                  </a:lnTo>
                  <a:lnTo>
                    <a:pt x="0" y="12"/>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Rectangle 72">
              <a:extLst>
                <a:ext uri="{FF2B5EF4-FFF2-40B4-BE49-F238E27FC236}">
                  <a16:creationId xmlns:a16="http://schemas.microsoft.com/office/drawing/2014/main" id="{F1A543AD-BD1B-4DDA-A780-2455B1AC0D06}"/>
                </a:ext>
              </a:extLst>
            </p:cNvPr>
            <p:cNvSpPr>
              <a:spLocks noChangeArrowheads="1"/>
            </p:cNvSpPr>
            <p:nvPr/>
          </p:nvSpPr>
          <p:spPr bwMode="auto">
            <a:xfrm>
              <a:off x="1504950" y="755650"/>
              <a:ext cx="822325" cy="396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Rectangle 73">
              <a:extLst>
                <a:ext uri="{FF2B5EF4-FFF2-40B4-BE49-F238E27FC236}">
                  <a16:creationId xmlns:a16="http://schemas.microsoft.com/office/drawing/2014/main" id="{885367DF-8DC4-47C8-8029-8BF22C746C46}"/>
                </a:ext>
              </a:extLst>
            </p:cNvPr>
            <p:cNvSpPr>
              <a:spLocks noChangeArrowheads="1"/>
            </p:cNvSpPr>
            <p:nvPr/>
          </p:nvSpPr>
          <p:spPr bwMode="auto">
            <a:xfrm>
              <a:off x="1504950" y="950913"/>
              <a:ext cx="822325"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Rectangle 74">
              <a:extLst>
                <a:ext uri="{FF2B5EF4-FFF2-40B4-BE49-F238E27FC236}">
                  <a16:creationId xmlns:a16="http://schemas.microsoft.com/office/drawing/2014/main" id="{95F6D5A2-E27F-41FB-AE76-BC6084951D41}"/>
                </a:ext>
              </a:extLst>
            </p:cNvPr>
            <p:cNvSpPr>
              <a:spLocks noChangeArrowheads="1"/>
            </p:cNvSpPr>
            <p:nvPr/>
          </p:nvSpPr>
          <p:spPr bwMode="auto">
            <a:xfrm>
              <a:off x="2292350" y="755650"/>
              <a:ext cx="38100" cy="230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75">
              <a:extLst>
                <a:ext uri="{FF2B5EF4-FFF2-40B4-BE49-F238E27FC236}">
                  <a16:creationId xmlns:a16="http://schemas.microsoft.com/office/drawing/2014/main" id="{48E3D338-7440-496E-939D-E3C46E26F651}"/>
                </a:ext>
              </a:extLst>
            </p:cNvPr>
            <p:cNvSpPr>
              <a:spLocks/>
            </p:cNvSpPr>
            <p:nvPr/>
          </p:nvSpPr>
          <p:spPr bwMode="auto">
            <a:xfrm>
              <a:off x="2116138" y="773113"/>
              <a:ext cx="198438" cy="196850"/>
            </a:xfrm>
            <a:custGeom>
              <a:avLst/>
              <a:gdLst>
                <a:gd name="T0" fmla="*/ 0 w 125"/>
                <a:gd name="T1" fmla="*/ 112 h 124"/>
                <a:gd name="T2" fmla="*/ 113 w 125"/>
                <a:gd name="T3" fmla="*/ 0 h 124"/>
                <a:gd name="T4" fmla="*/ 125 w 125"/>
                <a:gd name="T5" fmla="*/ 12 h 124"/>
                <a:gd name="T6" fmla="*/ 10 w 125"/>
                <a:gd name="T7" fmla="*/ 124 h 124"/>
                <a:gd name="T8" fmla="*/ 0 w 125"/>
                <a:gd name="T9" fmla="*/ 112 h 124"/>
              </a:gdLst>
              <a:ahLst/>
              <a:cxnLst>
                <a:cxn ang="0">
                  <a:pos x="T0" y="T1"/>
                </a:cxn>
                <a:cxn ang="0">
                  <a:pos x="T2" y="T3"/>
                </a:cxn>
                <a:cxn ang="0">
                  <a:pos x="T4" y="T5"/>
                </a:cxn>
                <a:cxn ang="0">
                  <a:pos x="T6" y="T7"/>
                </a:cxn>
                <a:cxn ang="0">
                  <a:pos x="T8" y="T9"/>
                </a:cxn>
              </a:cxnLst>
              <a:rect l="0" t="0" r="r" b="b"/>
              <a:pathLst>
                <a:path w="125" h="124">
                  <a:moveTo>
                    <a:pt x="0" y="112"/>
                  </a:moveTo>
                  <a:lnTo>
                    <a:pt x="113" y="0"/>
                  </a:lnTo>
                  <a:lnTo>
                    <a:pt x="125" y="12"/>
                  </a:lnTo>
                  <a:lnTo>
                    <a:pt x="10" y="124"/>
                  </a:lnTo>
                  <a:lnTo>
                    <a:pt x="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76">
              <a:extLst>
                <a:ext uri="{FF2B5EF4-FFF2-40B4-BE49-F238E27FC236}">
                  <a16:creationId xmlns:a16="http://schemas.microsoft.com/office/drawing/2014/main" id="{7350E51F-6ADF-4874-83D0-C0529230A0BF}"/>
                </a:ext>
              </a:extLst>
            </p:cNvPr>
            <p:cNvSpPr>
              <a:spLocks/>
            </p:cNvSpPr>
            <p:nvPr/>
          </p:nvSpPr>
          <p:spPr bwMode="auto">
            <a:xfrm>
              <a:off x="2116138" y="773113"/>
              <a:ext cx="198438" cy="196850"/>
            </a:xfrm>
            <a:custGeom>
              <a:avLst/>
              <a:gdLst>
                <a:gd name="T0" fmla="*/ 10 w 125"/>
                <a:gd name="T1" fmla="*/ 0 h 124"/>
                <a:gd name="T2" fmla="*/ 125 w 125"/>
                <a:gd name="T3" fmla="*/ 112 h 124"/>
                <a:gd name="T4" fmla="*/ 113 w 125"/>
                <a:gd name="T5" fmla="*/ 124 h 124"/>
                <a:gd name="T6" fmla="*/ 0 w 125"/>
                <a:gd name="T7" fmla="*/ 12 h 124"/>
                <a:gd name="T8" fmla="*/ 10 w 125"/>
                <a:gd name="T9" fmla="*/ 0 h 124"/>
              </a:gdLst>
              <a:ahLst/>
              <a:cxnLst>
                <a:cxn ang="0">
                  <a:pos x="T0" y="T1"/>
                </a:cxn>
                <a:cxn ang="0">
                  <a:pos x="T2" y="T3"/>
                </a:cxn>
                <a:cxn ang="0">
                  <a:pos x="T4" y="T5"/>
                </a:cxn>
                <a:cxn ang="0">
                  <a:pos x="T6" y="T7"/>
                </a:cxn>
                <a:cxn ang="0">
                  <a:pos x="T8" y="T9"/>
                </a:cxn>
              </a:cxnLst>
              <a:rect l="0" t="0" r="r" b="b"/>
              <a:pathLst>
                <a:path w="125" h="124">
                  <a:moveTo>
                    <a:pt x="10" y="0"/>
                  </a:moveTo>
                  <a:lnTo>
                    <a:pt x="125" y="112"/>
                  </a:lnTo>
                  <a:lnTo>
                    <a:pt x="113" y="124"/>
                  </a:lnTo>
                  <a:lnTo>
                    <a:pt x="0" y="12"/>
                  </a:lnTo>
                  <a:lnTo>
                    <a:pt x="1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Rectangle 77">
              <a:extLst>
                <a:ext uri="{FF2B5EF4-FFF2-40B4-BE49-F238E27FC236}">
                  <a16:creationId xmlns:a16="http://schemas.microsoft.com/office/drawing/2014/main" id="{686AD2B7-4474-4383-9862-3DA023243971}"/>
                </a:ext>
              </a:extLst>
            </p:cNvPr>
            <p:cNvSpPr>
              <a:spLocks noChangeArrowheads="1"/>
            </p:cNvSpPr>
            <p:nvPr/>
          </p:nvSpPr>
          <p:spPr bwMode="auto">
            <a:xfrm>
              <a:off x="2100263" y="755650"/>
              <a:ext cx="41275" cy="230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Freeform 78">
              <a:extLst>
                <a:ext uri="{FF2B5EF4-FFF2-40B4-BE49-F238E27FC236}">
                  <a16:creationId xmlns:a16="http://schemas.microsoft.com/office/drawing/2014/main" id="{C420D568-D93D-4A1B-8BE2-C75B2936CE70}"/>
                </a:ext>
              </a:extLst>
            </p:cNvPr>
            <p:cNvSpPr>
              <a:spLocks/>
            </p:cNvSpPr>
            <p:nvPr/>
          </p:nvSpPr>
          <p:spPr bwMode="auto">
            <a:xfrm>
              <a:off x="1925638" y="773113"/>
              <a:ext cx="200025" cy="196850"/>
            </a:xfrm>
            <a:custGeom>
              <a:avLst/>
              <a:gdLst>
                <a:gd name="T0" fmla="*/ 0 w 126"/>
                <a:gd name="T1" fmla="*/ 112 h 124"/>
                <a:gd name="T2" fmla="*/ 114 w 126"/>
                <a:gd name="T3" fmla="*/ 0 h 124"/>
                <a:gd name="T4" fmla="*/ 126 w 126"/>
                <a:gd name="T5" fmla="*/ 12 h 124"/>
                <a:gd name="T6" fmla="*/ 12 w 126"/>
                <a:gd name="T7" fmla="*/ 124 h 124"/>
                <a:gd name="T8" fmla="*/ 0 w 126"/>
                <a:gd name="T9" fmla="*/ 112 h 124"/>
              </a:gdLst>
              <a:ahLst/>
              <a:cxnLst>
                <a:cxn ang="0">
                  <a:pos x="T0" y="T1"/>
                </a:cxn>
                <a:cxn ang="0">
                  <a:pos x="T2" y="T3"/>
                </a:cxn>
                <a:cxn ang="0">
                  <a:pos x="T4" y="T5"/>
                </a:cxn>
                <a:cxn ang="0">
                  <a:pos x="T6" y="T7"/>
                </a:cxn>
                <a:cxn ang="0">
                  <a:pos x="T8" y="T9"/>
                </a:cxn>
              </a:cxnLst>
              <a:rect l="0" t="0" r="r" b="b"/>
              <a:pathLst>
                <a:path w="126" h="124">
                  <a:moveTo>
                    <a:pt x="0" y="112"/>
                  </a:moveTo>
                  <a:lnTo>
                    <a:pt x="114" y="0"/>
                  </a:lnTo>
                  <a:lnTo>
                    <a:pt x="126" y="12"/>
                  </a:lnTo>
                  <a:lnTo>
                    <a:pt x="12" y="124"/>
                  </a:lnTo>
                  <a:lnTo>
                    <a:pt x="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79">
              <a:extLst>
                <a:ext uri="{FF2B5EF4-FFF2-40B4-BE49-F238E27FC236}">
                  <a16:creationId xmlns:a16="http://schemas.microsoft.com/office/drawing/2014/main" id="{C9BA9E8D-C011-40E2-A44D-83B7D6C549CE}"/>
                </a:ext>
              </a:extLst>
            </p:cNvPr>
            <p:cNvSpPr>
              <a:spLocks/>
            </p:cNvSpPr>
            <p:nvPr/>
          </p:nvSpPr>
          <p:spPr bwMode="auto">
            <a:xfrm>
              <a:off x="1925638" y="773113"/>
              <a:ext cx="200025" cy="196850"/>
            </a:xfrm>
            <a:custGeom>
              <a:avLst/>
              <a:gdLst>
                <a:gd name="T0" fmla="*/ 12 w 126"/>
                <a:gd name="T1" fmla="*/ 0 h 124"/>
                <a:gd name="T2" fmla="*/ 126 w 126"/>
                <a:gd name="T3" fmla="*/ 112 h 124"/>
                <a:gd name="T4" fmla="*/ 114 w 126"/>
                <a:gd name="T5" fmla="*/ 124 h 124"/>
                <a:gd name="T6" fmla="*/ 0 w 126"/>
                <a:gd name="T7" fmla="*/ 12 h 124"/>
                <a:gd name="T8" fmla="*/ 12 w 126"/>
                <a:gd name="T9" fmla="*/ 0 h 124"/>
              </a:gdLst>
              <a:ahLst/>
              <a:cxnLst>
                <a:cxn ang="0">
                  <a:pos x="T0" y="T1"/>
                </a:cxn>
                <a:cxn ang="0">
                  <a:pos x="T2" y="T3"/>
                </a:cxn>
                <a:cxn ang="0">
                  <a:pos x="T4" y="T5"/>
                </a:cxn>
                <a:cxn ang="0">
                  <a:pos x="T6" y="T7"/>
                </a:cxn>
                <a:cxn ang="0">
                  <a:pos x="T8" y="T9"/>
                </a:cxn>
              </a:cxnLst>
              <a:rect l="0" t="0" r="r" b="b"/>
              <a:pathLst>
                <a:path w="126" h="124">
                  <a:moveTo>
                    <a:pt x="12" y="0"/>
                  </a:moveTo>
                  <a:lnTo>
                    <a:pt x="126" y="112"/>
                  </a:lnTo>
                  <a:lnTo>
                    <a:pt x="114" y="124"/>
                  </a:lnTo>
                  <a:lnTo>
                    <a:pt x="0" y="12"/>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Rectangle 80">
              <a:extLst>
                <a:ext uri="{FF2B5EF4-FFF2-40B4-BE49-F238E27FC236}">
                  <a16:creationId xmlns:a16="http://schemas.microsoft.com/office/drawing/2014/main" id="{36DC91EE-447E-4D83-A2D8-A3579AC28FFD}"/>
                </a:ext>
              </a:extLst>
            </p:cNvPr>
            <p:cNvSpPr>
              <a:spLocks noChangeArrowheads="1"/>
            </p:cNvSpPr>
            <p:nvPr/>
          </p:nvSpPr>
          <p:spPr bwMode="auto">
            <a:xfrm>
              <a:off x="1912938" y="755650"/>
              <a:ext cx="41275" cy="230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81">
              <a:extLst>
                <a:ext uri="{FF2B5EF4-FFF2-40B4-BE49-F238E27FC236}">
                  <a16:creationId xmlns:a16="http://schemas.microsoft.com/office/drawing/2014/main" id="{B2837E5B-C037-4D90-A97E-6D8B691CDDD0}"/>
                </a:ext>
              </a:extLst>
            </p:cNvPr>
            <p:cNvSpPr>
              <a:spLocks/>
            </p:cNvSpPr>
            <p:nvPr/>
          </p:nvSpPr>
          <p:spPr bwMode="auto">
            <a:xfrm>
              <a:off x="1736725" y="773113"/>
              <a:ext cx="198438" cy="196850"/>
            </a:xfrm>
            <a:custGeom>
              <a:avLst/>
              <a:gdLst>
                <a:gd name="T0" fmla="*/ 0 w 125"/>
                <a:gd name="T1" fmla="*/ 112 h 124"/>
                <a:gd name="T2" fmla="*/ 113 w 125"/>
                <a:gd name="T3" fmla="*/ 0 h 124"/>
                <a:gd name="T4" fmla="*/ 125 w 125"/>
                <a:gd name="T5" fmla="*/ 12 h 124"/>
                <a:gd name="T6" fmla="*/ 12 w 125"/>
                <a:gd name="T7" fmla="*/ 124 h 124"/>
                <a:gd name="T8" fmla="*/ 0 w 125"/>
                <a:gd name="T9" fmla="*/ 112 h 124"/>
              </a:gdLst>
              <a:ahLst/>
              <a:cxnLst>
                <a:cxn ang="0">
                  <a:pos x="T0" y="T1"/>
                </a:cxn>
                <a:cxn ang="0">
                  <a:pos x="T2" y="T3"/>
                </a:cxn>
                <a:cxn ang="0">
                  <a:pos x="T4" y="T5"/>
                </a:cxn>
                <a:cxn ang="0">
                  <a:pos x="T6" y="T7"/>
                </a:cxn>
                <a:cxn ang="0">
                  <a:pos x="T8" y="T9"/>
                </a:cxn>
              </a:cxnLst>
              <a:rect l="0" t="0" r="r" b="b"/>
              <a:pathLst>
                <a:path w="125" h="124">
                  <a:moveTo>
                    <a:pt x="0" y="112"/>
                  </a:moveTo>
                  <a:lnTo>
                    <a:pt x="113" y="0"/>
                  </a:lnTo>
                  <a:lnTo>
                    <a:pt x="125" y="12"/>
                  </a:lnTo>
                  <a:lnTo>
                    <a:pt x="12" y="124"/>
                  </a:lnTo>
                  <a:lnTo>
                    <a:pt x="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82">
              <a:extLst>
                <a:ext uri="{FF2B5EF4-FFF2-40B4-BE49-F238E27FC236}">
                  <a16:creationId xmlns:a16="http://schemas.microsoft.com/office/drawing/2014/main" id="{902A64A8-6CF2-489A-9F90-A7CD0C5C1510}"/>
                </a:ext>
              </a:extLst>
            </p:cNvPr>
            <p:cNvSpPr>
              <a:spLocks/>
            </p:cNvSpPr>
            <p:nvPr/>
          </p:nvSpPr>
          <p:spPr bwMode="auto">
            <a:xfrm>
              <a:off x="1736725" y="773113"/>
              <a:ext cx="198438" cy="196850"/>
            </a:xfrm>
            <a:custGeom>
              <a:avLst/>
              <a:gdLst>
                <a:gd name="T0" fmla="*/ 12 w 125"/>
                <a:gd name="T1" fmla="*/ 0 h 124"/>
                <a:gd name="T2" fmla="*/ 125 w 125"/>
                <a:gd name="T3" fmla="*/ 112 h 124"/>
                <a:gd name="T4" fmla="*/ 113 w 125"/>
                <a:gd name="T5" fmla="*/ 124 h 124"/>
                <a:gd name="T6" fmla="*/ 0 w 125"/>
                <a:gd name="T7" fmla="*/ 12 h 124"/>
                <a:gd name="T8" fmla="*/ 12 w 125"/>
                <a:gd name="T9" fmla="*/ 0 h 124"/>
              </a:gdLst>
              <a:ahLst/>
              <a:cxnLst>
                <a:cxn ang="0">
                  <a:pos x="T0" y="T1"/>
                </a:cxn>
                <a:cxn ang="0">
                  <a:pos x="T2" y="T3"/>
                </a:cxn>
                <a:cxn ang="0">
                  <a:pos x="T4" y="T5"/>
                </a:cxn>
                <a:cxn ang="0">
                  <a:pos x="T6" y="T7"/>
                </a:cxn>
                <a:cxn ang="0">
                  <a:pos x="T8" y="T9"/>
                </a:cxn>
              </a:cxnLst>
              <a:rect l="0" t="0" r="r" b="b"/>
              <a:pathLst>
                <a:path w="125" h="124">
                  <a:moveTo>
                    <a:pt x="12" y="0"/>
                  </a:moveTo>
                  <a:lnTo>
                    <a:pt x="125" y="112"/>
                  </a:lnTo>
                  <a:lnTo>
                    <a:pt x="113" y="124"/>
                  </a:lnTo>
                  <a:lnTo>
                    <a:pt x="0" y="12"/>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6" name="Rectangle 83">
              <a:extLst>
                <a:ext uri="{FF2B5EF4-FFF2-40B4-BE49-F238E27FC236}">
                  <a16:creationId xmlns:a16="http://schemas.microsoft.com/office/drawing/2014/main" id="{2804124A-4127-4217-9559-F4CEB77763C9}"/>
                </a:ext>
              </a:extLst>
            </p:cNvPr>
            <p:cNvSpPr>
              <a:spLocks noChangeArrowheads="1"/>
            </p:cNvSpPr>
            <p:nvPr/>
          </p:nvSpPr>
          <p:spPr bwMode="auto">
            <a:xfrm>
              <a:off x="1724025" y="755650"/>
              <a:ext cx="38100" cy="230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7" name="Freeform 84">
              <a:extLst>
                <a:ext uri="{FF2B5EF4-FFF2-40B4-BE49-F238E27FC236}">
                  <a16:creationId xmlns:a16="http://schemas.microsoft.com/office/drawing/2014/main" id="{4268B51E-8E92-417C-960D-8B39702761C8}"/>
                </a:ext>
              </a:extLst>
            </p:cNvPr>
            <p:cNvSpPr>
              <a:spLocks/>
            </p:cNvSpPr>
            <p:nvPr/>
          </p:nvSpPr>
          <p:spPr bwMode="auto">
            <a:xfrm>
              <a:off x="1549400" y="773113"/>
              <a:ext cx="196850" cy="196850"/>
            </a:xfrm>
            <a:custGeom>
              <a:avLst/>
              <a:gdLst>
                <a:gd name="T0" fmla="*/ 0 w 124"/>
                <a:gd name="T1" fmla="*/ 112 h 124"/>
                <a:gd name="T2" fmla="*/ 112 w 124"/>
                <a:gd name="T3" fmla="*/ 0 h 124"/>
                <a:gd name="T4" fmla="*/ 124 w 124"/>
                <a:gd name="T5" fmla="*/ 12 h 124"/>
                <a:gd name="T6" fmla="*/ 12 w 124"/>
                <a:gd name="T7" fmla="*/ 124 h 124"/>
                <a:gd name="T8" fmla="*/ 0 w 124"/>
                <a:gd name="T9" fmla="*/ 112 h 124"/>
              </a:gdLst>
              <a:ahLst/>
              <a:cxnLst>
                <a:cxn ang="0">
                  <a:pos x="T0" y="T1"/>
                </a:cxn>
                <a:cxn ang="0">
                  <a:pos x="T2" y="T3"/>
                </a:cxn>
                <a:cxn ang="0">
                  <a:pos x="T4" y="T5"/>
                </a:cxn>
                <a:cxn ang="0">
                  <a:pos x="T6" y="T7"/>
                </a:cxn>
                <a:cxn ang="0">
                  <a:pos x="T8" y="T9"/>
                </a:cxn>
              </a:cxnLst>
              <a:rect l="0" t="0" r="r" b="b"/>
              <a:pathLst>
                <a:path w="124" h="124">
                  <a:moveTo>
                    <a:pt x="0" y="112"/>
                  </a:moveTo>
                  <a:lnTo>
                    <a:pt x="112" y="0"/>
                  </a:lnTo>
                  <a:lnTo>
                    <a:pt x="124" y="12"/>
                  </a:lnTo>
                  <a:lnTo>
                    <a:pt x="12" y="124"/>
                  </a:lnTo>
                  <a:lnTo>
                    <a:pt x="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 name="Freeform 85">
              <a:extLst>
                <a:ext uri="{FF2B5EF4-FFF2-40B4-BE49-F238E27FC236}">
                  <a16:creationId xmlns:a16="http://schemas.microsoft.com/office/drawing/2014/main" id="{5C9F3032-6476-4107-8093-1A0F86AE9A86}"/>
                </a:ext>
              </a:extLst>
            </p:cNvPr>
            <p:cNvSpPr>
              <a:spLocks/>
            </p:cNvSpPr>
            <p:nvPr/>
          </p:nvSpPr>
          <p:spPr bwMode="auto">
            <a:xfrm>
              <a:off x="1549400" y="773113"/>
              <a:ext cx="196850" cy="196850"/>
            </a:xfrm>
            <a:custGeom>
              <a:avLst/>
              <a:gdLst>
                <a:gd name="T0" fmla="*/ 12 w 124"/>
                <a:gd name="T1" fmla="*/ 0 h 124"/>
                <a:gd name="T2" fmla="*/ 124 w 124"/>
                <a:gd name="T3" fmla="*/ 112 h 124"/>
                <a:gd name="T4" fmla="*/ 112 w 124"/>
                <a:gd name="T5" fmla="*/ 124 h 124"/>
                <a:gd name="T6" fmla="*/ 0 w 124"/>
                <a:gd name="T7" fmla="*/ 12 h 124"/>
                <a:gd name="T8" fmla="*/ 12 w 124"/>
                <a:gd name="T9" fmla="*/ 0 h 124"/>
              </a:gdLst>
              <a:ahLst/>
              <a:cxnLst>
                <a:cxn ang="0">
                  <a:pos x="T0" y="T1"/>
                </a:cxn>
                <a:cxn ang="0">
                  <a:pos x="T2" y="T3"/>
                </a:cxn>
                <a:cxn ang="0">
                  <a:pos x="T4" y="T5"/>
                </a:cxn>
                <a:cxn ang="0">
                  <a:pos x="T6" y="T7"/>
                </a:cxn>
                <a:cxn ang="0">
                  <a:pos x="T8" y="T9"/>
                </a:cxn>
              </a:cxnLst>
              <a:rect l="0" t="0" r="r" b="b"/>
              <a:pathLst>
                <a:path w="124" h="124">
                  <a:moveTo>
                    <a:pt x="12" y="0"/>
                  </a:moveTo>
                  <a:lnTo>
                    <a:pt x="124" y="112"/>
                  </a:lnTo>
                  <a:lnTo>
                    <a:pt x="112" y="124"/>
                  </a:lnTo>
                  <a:lnTo>
                    <a:pt x="0" y="12"/>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Rectangle 86">
              <a:extLst>
                <a:ext uri="{FF2B5EF4-FFF2-40B4-BE49-F238E27FC236}">
                  <a16:creationId xmlns:a16="http://schemas.microsoft.com/office/drawing/2014/main" id="{E9116AB6-1454-4197-B133-956D6BE04E7F}"/>
                </a:ext>
              </a:extLst>
            </p:cNvPr>
            <p:cNvSpPr>
              <a:spLocks noChangeArrowheads="1"/>
            </p:cNvSpPr>
            <p:nvPr/>
          </p:nvSpPr>
          <p:spPr bwMode="auto">
            <a:xfrm>
              <a:off x="2266950" y="755650"/>
              <a:ext cx="825500" cy="396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87">
              <a:extLst>
                <a:ext uri="{FF2B5EF4-FFF2-40B4-BE49-F238E27FC236}">
                  <a16:creationId xmlns:a16="http://schemas.microsoft.com/office/drawing/2014/main" id="{5C3E7896-2E2F-46CC-864B-8FE073A54332}"/>
                </a:ext>
              </a:extLst>
            </p:cNvPr>
            <p:cNvSpPr>
              <a:spLocks/>
            </p:cNvSpPr>
            <p:nvPr/>
          </p:nvSpPr>
          <p:spPr bwMode="auto">
            <a:xfrm>
              <a:off x="2266950" y="950913"/>
              <a:ext cx="1379538" cy="44450"/>
            </a:xfrm>
            <a:custGeom>
              <a:avLst/>
              <a:gdLst>
                <a:gd name="T0" fmla="*/ 869 w 869"/>
                <a:gd name="T1" fmla="*/ 0 h 28"/>
                <a:gd name="T2" fmla="*/ 869 w 869"/>
                <a:gd name="T3" fmla="*/ 28 h 28"/>
                <a:gd name="T4" fmla="*/ 0 w 869"/>
                <a:gd name="T5" fmla="*/ 28 h 28"/>
                <a:gd name="T6" fmla="*/ 0 w 869"/>
                <a:gd name="T7" fmla="*/ 0 h 28"/>
                <a:gd name="T8" fmla="*/ 777 w 869"/>
                <a:gd name="T9" fmla="*/ 0 h 28"/>
                <a:gd name="T10" fmla="*/ 869 w 869"/>
                <a:gd name="T11" fmla="*/ 0 h 28"/>
              </a:gdLst>
              <a:ahLst/>
              <a:cxnLst>
                <a:cxn ang="0">
                  <a:pos x="T0" y="T1"/>
                </a:cxn>
                <a:cxn ang="0">
                  <a:pos x="T2" y="T3"/>
                </a:cxn>
                <a:cxn ang="0">
                  <a:pos x="T4" y="T5"/>
                </a:cxn>
                <a:cxn ang="0">
                  <a:pos x="T6" y="T7"/>
                </a:cxn>
                <a:cxn ang="0">
                  <a:pos x="T8" y="T9"/>
                </a:cxn>
                <a:cxn ang="0">
                  <a:pos x="T10" y="T11"/>
                </a:cxn>
              </a:cxnLst>
              <a:rect l="0" t="0" r="r" b="b"/>
              <a:pathLst>
                <a:path w="869" h="28">
                  <a:moveTo>
                    <a:pt x="869" y="0"/>
                  </a:moveTo>
                  <a:lnTo>
                    <a:pt x="869" y="28"/>
                  </a:lnTo>
                  <a:lnTo>
                    <a:pt x="0" y="28"/>
                  </a:lnTo>
                  <a:lnTo>
                    <a:pt x="0" y="0"/>
                  </a:lnTo>
                  <a:lnTo>
                    <a:pt x="777" y="0"/>
                  </a:lnTo>
                  <a:lnTo>
                    <a:pt x="86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88">
              <a:extLst>
                <a:ext uri="{FF2B5EF4-FFF2-40B4-BE49-F238E27FC236}">
                  <a16:creationId xmlns:a16="http://schemas.microsoft.com/office/drawing/2014/main" id="{ABF692ED-9654-4B06-9600-9F3148E1E02F}"/>
                </a:ext>
              </a:extLst>
            </p:cNvPr>
            <p:cNvSpPr>
              <a:spLocks/>
            </p:cNvSpPr>
            <p:nvPr/>
          </p:nvSpPr>
          <p:spPr bwMode="auto">
            <a:xfrm>
              <a:off x="2266950" y="950913"/>
              <a:ext cx="1379538" cy="44450"/>
            </a:xfrm>
            <a:custGeom>
              <a:avLst/>
              <a:gdLst>
                <a:gd name="T0" fmla="*/ 869 w 869"/>
                <a:gd name="T1" fmla="*/ 0 h 28"/>
                <a:gd name="T2" fmla="*/ 869 w 869"/>
                <a:gd name="T3" fmla="*/ 28 h 28"/>
                <a:gd name="T4" fmla="*/ 0 w 869"/>
                <a:gd name="T5" fmla="*/ 28 h 28"/>
                <a:gd name="T6" fmla="*/ 0 w 869"/>
                <a:gd name="T7" fmla="*/ 0 h 28"/>
                <a:gd name="T8" fmla="*/ 777 w 869"/>
                <a:gd name="T9" fmla="*/ 0 h 28"/>
              </a:gdLst>
              <a:ahLst/>
              <a:cxnLst>
                <a:cxn ang="0">
                  <a:pos x="T0" y="T1"/>
                </a:cxn>
                <a:cxn ang="0">
                  <a:pos x="T2" y="T3"/>
                </a:cxn>
                <a:cxn ang="0">
                  <a:pos x="T4" y="T5"/>
                </a:cxn>
                <a:cxn ang="0">
                  <a:pos x="T6" y="T7"/>
                </a:cxn>
                <a:cxn ang="0">
                  <a:pos x="T8" y="T9"/>
                </a:cxn>
              </a:cxnLst>
              <a:rect l="0" t="0" r="r" b="b"/>
              <a:pathLst>
                <a:path w="869" h="28">
                  <a:moveTo>
                    <a:pt x="869" y="0"/>
                  </a:moveTo>
                  <a:lnTo>
                    <a:pt x="869" y="28"/>
                  </a:lnTo>
                  <a:lnTo>
                    <a:pt x="0" y="28"/>
                  </a:lnTo>
                  <a:lnTo>
                    <a:pt x="0" y="0"/>
                  </a:lnTo>
                  <a:lnTo>
                    <a:pt x="777"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Rectangle 89">
              <a:extLst>
                <a:ext uri="{FF2B5EF4-FFF2-40B4-BE49-F238E27FC236}">
                  <a16:creationId xmlns:a16="http://schemas.microsoft.com/office/drawing/2014/main" id="{C9F8889F-8D96-4252-801F-26EC1315AE76}"/>
                </a:ext>
              </a:extLst>
            </p:cNvPr>
            <p:cNvSpPr>
              <a:spLocks noChangeArrowheads="1"/>
            </p:cNvSpPr>
            <p:nvPr/>
          </p:nvSpPr>
          <p:spPr bwMode="auto">
            <a:xfrm>
              <a:off x="3054350" y="755650"/>
              <a:ext cx="41275" cy="230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Freeform 90">
              <a:extLst>
                <a:ext uri="{FF2B5EF4-FFF2-40B4-BE49-F238E27FC236}">
                  <a16:creationId xmlns:a16="http://schemas.microsoft.com/office/drawing/2014/main" id="{699899DD-6A51-461B-AC44-ACC6953DFEB0}"/>
                </a:ext>
              </a:extLst>
            </p:cNvPr>
            <p:cNvSpPr>
              <a:spLocks/>
            </p:cNvSpPr>
            <p:nvPr/>
          </p:nvSpPr>
          <p:spPr bwMode="auto">
            <a:xfrm>
              <a:off x="2878138" y="773113"/>
              <a:ext cx="198438" cy="196850"/>
            </a:xfrm>
            <a:custGeom>
              <a:avLst/>
              <a:gdLst>
                <a:gd name="T0" fmla="*/ 0 w 125"/>
                <a:gd name="T1" fmla="*/ 112 h 124"/>
                <a:gd name="T2" fmla="*/ 113 w 125"/>
                <a:gd name="T3" fmla="*/ 0 h 124"/>
                <a:gd name="T4" fmla="*/ 125 w 125"/>
                <a:gd name="T5" fmla="*/ 12 h 124"/>
                <a:gd name="T6" fmla="*/ 12 w 125"/>
                <a:gd name="T7" fmla="*/ 124 h 124"/>
                <a:gd name="T8" fmla="*/ 0 w 125"/>
                <a:gd name="T9" fmla="*/ 112 h 124"/>
              </a:gdLst>
              <a:ahLst/>
              <a:cxnLst>
                <a:cxn ang="0">
                  <a:pos x="T0" y="T1"/>
                </a:cxn>
                <a:cxn ang="0">
                  <a:pos x="T2" y="T3"/>
                </a:cxn>
                <a:cxn ang="0">
                  <a:pos x="T4" y="T5"/>
                </a:cxn>
                <a:cxn ang="0">
                  <a:pos x="T6" y="T7"/>
                </a:cxn>
                <a:cxn ang="0">
                  <a:pos x="T8" y="T9"/>
                </a:cxn>
              </a:cxnLst>
              <a:rect l="0" t="0" r="r" b="b"/>
              <a:pathLst>
                <a:path w="125" h="124">
                  <a:moveTo>
                    <a:pt x="0" y="112"/>
                  </a:moveTo>
                  <a:lnTo>
                    <a:pt x="113" y="0"/>
                  </a:lnTo>
                  <a:lnTo>
                    <a:pt x="125" y="12"/>
                  </a:lnTo>
                  <a:lnTo>
                    <a:pt x="12" y="124"/>
                  </a:lnTo>
                  <a:lnTo>
                    <a:pt x="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Freeform 91">
              <a:extLst>
                <a:ext uri="{FF2B5EF4-FFF2-40B4-BE49-F238E27FC236}">
                  <a16:creationId xmlns:a16="http://schemas.microsoft.com/office/drawing/2014/main" id="{6D668B86-D173-434E-A0DA-9F19AF56443E}"/>
                </a:ext>
              </a:extLst>
            </p:cNvPr>
            <p:cNvSpPr>
              <a:spLocks/>
            </p:cNvSpPr>
            <p:nvPr/>
          </p:nvSpPr>
          <p:spPr bwMode="auto">
            <a:xfrm>
              <a:off x="2878138" y="773113"/>
              <a:ext cx="198438" cy="196850"/>
            </a:xfrm>
            <a:custGeom>
              <a:avLst/>
              <a:gdLst>
                <a:gd name="T0" fmla="*/ 12 w 125"/>
                <a:gd name="T1" fmla="*/ 0 h 124"/>
                <a:gd name="T2" fmla="*/ 125 w 125"/>
                <a:gd name="T3" fmla="*/ 112 h 124"/>
                <a:gd name="T4" fmla="*/ 113 w 125"/>
                <a:gd name="T5" fmla="*/ 124 h 124"/>
                <a:gd name="T6" fmla="*/ 0 w 125"/>
                <a:gd name="T7" fmla="*/ 12 h 124"/>
                <a:gd name="T8" fmla="*/ 12 w 125"/>
                <a:gd name="T9" fmla="*/ 0 h 124"/>
              </a:gdLst>
              <a:ahLst/>
              <a:cxnLst>
                <a:cxn ang="0">
                  <a:pos x="T0" y="T1"/>
                </a:cxn>
                <a:cxn ang="0">
                  <a:pos x="T2" y="T3"/>
                </a:cxn>
                <a:cxn ang="0">
                  <a:pos x="T4" y="T5"/>
                </a:cxn>
                <a:cxn ang="0">
                  <a:pos x="T6" y="T7"/>
                </a:cxn>
                <a:cxn ang="0">
                  <a:pos x="T8" y="T9"/>
                </a:cxn>
              </a:cxnLst>
              <a:rect l="0" t="0" r="r" b="b"/>
              <a:pathLst>
                <a:path w="125" h="124">
                  <a:moveTo>
                    <a:pt x="12" y="0"/>
                  </a:moveTo>
                  <a:lnTo>
                    <a:pt x="125" y="112"/>
                  </a:lnTo>
                  <a:lnTo>
                    <a:pt x="113" y="124"/>
                  </a:lnTo>
                  <a:lnTo>
                    <a:pt x="0" y="12"/>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Rectangle 92">
              <a:extLst>
                <a:ext uri="{FF2B5EF4-FFF2-40B4-BE49-F238E27FC236}">
                  <a16:creationId xmlns:a16="http://schemas.microsoft.com/office/drawing/2014/main" id="{480AC855-0BF6-45B7-B6BE-8A9F1F842596}"/>
                </a:ext>
              </a:extLst>
            </p:cNvPr>
            <p:cNvSpPr>
              <a:spLocks noChangeArrowheads="1"/>
            </p:cNvSpPr>
            <p:nvPr/>
          </p:nvSpPr>
          <p:spPr bwMode="auto">
            <a:xfrm>
              <a:off x="2865438" y="755650"/>
              <a:ext cx="38100" cy="230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Freeform 93">
              <a:extLst>
                <a:ext uri="{FF2B5EF4-FFF2-40B4-BE49-F238E27FC236}">
                  <a16:creationId xmlns:a16="http://schemas.microsoft.com/office/drawing/2014/main" id="{C51850BF-ED3A-4DE3-8F1B-EFEC16B6FFF3}"/>
                </a:ext>
              </a:extLst>
            </p:cNvPr>
            <p:cNvSpPr>
              <a:spLocks/>
            </p:cNvSpPr>
            <p:nvPr/>
          </p:nvSpPr>
          <p:spPr bwMode="auto">
            <a:xfrm>
              <a:off x="2690813" y="773113"/>
              <a:ext cx="196850" cy="196850"/>
            </a:xfrm>
            <a:custGeom>
              <a:avLst/>
              <a:gdLst>
                <a:gd name="T0" fmla="*/ 0 w 124"/>
                <a:gd name="T1" fmla="*/ 112 h 124"/>
                <a:gd name="T2" fmla="*/ 112 w 124"/>
                <a:gd name="T3" fmla="*/ 0 h 124"/>
                <a:gd name="T4" fmla="*/ 124 w 124"/>
                <a:gd name="T5" fmla="*/ 12 h 124"/>
                <a:gd name="T6" fmla="*/ 10 w 124"/>
                <a:gd name="T7" fmla="*/ 124 h 124"/>
                <a:gd name="T8" fmla="*/ 0 w 124"/>
                <a:gd name="T9" fmla="*/ 112 h 124"/>
              </a:gdLst>
              <a:ahLst/>
              <a:cxnLst>
                <a:cxn ang="0">
                  <a:pos x="T0" y="T1"/>
                </a:cxn>
                <a:cxn ang="0">
                  <a:pos x="T2" y="T3"/>
                </a:cxn>
                <a:cxn ang="0">
                  <a:pos x="T4" y="T5"/>
                </a:cxn>
                <a:cxn ang="0">
                  <a:pos x="T6" y="T7"/>
                </a:cxn>
                <a:cxn ang="0">
                  <a:pos x="T8" y="T9"/>
                </a:cxn>
              </a:cxnLst>
              <a:rect l="0" t="0" r="r" b="b"/>
              <a:pathLst>
                <a:path w="124" h="124">
                  <a:moveTo>
                    <a:pt x="0" y="112"/>
                  </a:moveTo>
                  <a:lnTo>
                    <a:pt x="112" y="0"/>
                  </a:lnTo>
                  <a:lnTo>
                    <a:pt x="124" y="12"/>
                  </a:lnTo>
                  <a:lnTo>
                    <a:pt x="10" y="124"/>
                  </a:lnTo>
                  <a:lnTo>
                    <a:pt x="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7" name="Freeform 94">
              <a:extLst>
                <a:ext uri="{FF2B5EF4-FFF2-40B4-BE49-F238E27FC236}">
                  <a16:creationId xmlns:a16="http://schemas.microsoft.com/office/drawing/2014/main" id="{568BDB93-27C4-4F16-B39F-31D95AB7AAB0}"/>
                </a:ext>
              </a:extLst>
            </p:cNvPr>
            <p:cNvSpPr>
              <a:spLocks/>
            </p:cNvSpPr>
            <p:nvPr/>
          </p:nvSpPr>
          <p:spPr bwMode="auto">
            <a:xfrm>
              <a:off x="2690813" y="773113"/>
              <a:ext cx="196850" cy="196850"/>
            </a:xfrm>
            <a:custGeom>
              <a:avLst/>
              <a:gdLst>
                <a:gd name="T0" fmla="*/ 10 w 124"/>
                <a:gd name="T1" fmla="*/ 0 h 124"/>
                <a:gd name="T2" fmla="*/ 124 w 124"/>
                <a:gd name="T3" fmla="*/ 112 h 124"/>
                <a:gd name="T4" fmla="*/ 112 w 124"/>
                <a:gd name="T5" fmla="*/ 124 h 124"/>
                <a:gd name="T6" fmla="*/ 0 w 124"/>
                <a:gd name="T7" fmla="*/ 12 h 124"/>
                <a:gd name="T8" fmla="*/ 10 w 124"/>
                <a:gd name="T9" fmla="*/ 0 h 124"/>
              </a:gdLst>
              <a:ahLst/>
              <a:cxnLst>
                <a:cxn ang="0">
                  <a:pos x="T0" y="T1"/>
                </a:cxn>
                <a:cxn ang="0">
                  <a:pos x="T2" y="T3"/>
                </a:cxn>
                <a:cxn ang="0">
                  <a:pos x="T4" y="T5"/>
                </a:cxn>
                <a:cxn ang="0">
                  <a:pos x="T6" y="T7"/>
                </a:cxn>
                <a:cxn ang="0">
                  <a:pos x="T8" y="T9"/>
                </a:cxn>
              </a:cxnLst>
              <a:rect l="0" t="0" r="r" b="b"/>
              <a:pathLst>
                <a:path w="124" h="124">
                  <a:moveTo>
                    <a:pt x="10" y="0"/>
                  </a:moveTo>
                  <a:lnTo>
                    <a:pt x="124" y="112"/>
                  </a:lnTo>
                  <a:lnTo>
                    <a:pt x="112" y="124"/>
                  </a:lnTo>
                  <a:lnTo>
                    <a:pt x="0" y="12"/>
                  </a:lnTo>
                  <a:lnTo>
                    <a:pt x="1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8" name="Rectangle 95">
              <a:extLst>
                <a:ext uri="{FF2B5EF4-FFF2-40B4-BE49-F238E27FC236}">
                  <a16:creationId xmlns:a16="http://schemas.microsoft.com/office/drawing/2014/main" id="{1D4BE679-7E19-4F73-926F-22949A55720A}"/>
                </a:ext>
              </a:extLst>
            </p:cNvPr>
            <p:cNvSpPr>
              <a:spLocks noChangeArrowheads="1"/>
            </p:cNvSpPr>
            <p:nvPr/>
          </p:nvSpPr>
          <p:spPr bwMode="auto">
            <a:xfrm>
              <a:off x="2674938" y="755650"/>
              <a:ext cx="41275" cy="230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9" name="Freeform 96">
              <a:extLst>
                <a:ext uri="{FF2B5EF4-FFF2-40B4-BE49-F238E27FC236}">
                  <a16:creationId xmlns:a16="http://schemas.microsoft.com/office/drawing/2014/main" id="{D70A3459-A1AE-47E9-816E-E9695F65413D}"/>
                </a:ext>
              </a:extLst>
            </p:cNvPr>
            <p:cNvSpPr>
              <a:spLocks/>
            </p:cNvSpPr>
            <p:nvPr/>
          </p:nvSpPr>
          <p:spPr bwMode="auto">
            <a:xfrm>
              <a:off x="2498725" y="773113"/>
              <a:ext cx="201613" cy="196850"/>
            </a:xfrm>
            <a:custGeom>
              <a:avLst/>
              <a:gdLst>
                <a:gd name="T0" fmla="*/ 0 w 127"/>
                <a:gd name="T1" fmla="*/ 112 h 124"/>
                <a:gd name="T2" fmla="*/ 115 w 127"/>
                <a:gd name="T3" fmla="*/ 0 h 124"/>
                <a:gd name="T4" fmla="*/ 127 w 127"/>
                <a:gd name="T5" fmla="*/ 12 h 124"/>
                <a:gd name="T6" fmla="*/ 12 w 127"/>
                <a:gd name="T7" fmla="*/ 124 h 124"/>
                <a:gd name="T8" fmla="*/ 0 w 127"/>
                <a:gd name="T9" fmla="*/ 112 h 124"/>
              </a:gdLst>
              <a:ahLst/>
              <a:cxnLst>
                <a:cxn ang="0">
                  <a:pos x="T0" y="T1"/>
                </a:cxn>
                <a:cxn ang="0">
                  <a:pos x="T2" y="T3"/>
                </a:cxn>
                <a:cxn ang="0">
                  <a:pos x="T4" y="T5"/>
                </a:cxn>
                <a:cxn ang="0">
                  <a:pos x="T6" y="T7"/>
                </a:cxn>
                <a:cxn ang="0">
                  <a:pos x="T8" y="T9"/>
                </a:cxn>
              </a:cxnLst>
              <a:rect l="0" t="0" r="r" b="b"/>
              <a:pathLst>
                <a:path w="127" h="124">
                  <a:moveTo>
                    <a:pt x="0" y="112"/>
                  </a:moveTo>
                  <a:lnTo>
                    <a:pt x="115" y="0"/>
                  </a:lnTo>
                  <a:lnTo>
                    <a:pt x="127" y="12"/>
                  </a:lnTo>
                  <a:lnTo>
                    <a:pt x="12" y="124"/>
                  </a:lnTo>
                  <a:lnTo>
                    <a:pt x="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Freeform 97">
              <a:extLst>
                <a:ext uri="{FF2B5EF4-FFF2-40B4-BE49-F238E27FC236}">
                  <a16:creationId xmlns:a16="http://schemas.microsoft.com/office/drawing/2014/main" id="{8FA5C4C3-5B4C-4055-A04C-7C47F523BA5C}"/>
                </a:ext>
              </a:extLst>
            </p:cNvPr>
            <p:cNvSpPr>
              <a:spLocks/>
            </p:cNvSpPr>
            <p:nvPr/>
          </p:nvSpPr>
          <p:spPr bwMode="auto">
            <a:xfrm>
              <a:off x="2498725" y="773113"/>
              <a:ext cx="201613" cy="196850"/>
            </a:xfrm>
            <a:custGeom>
              <a:avLst/>
              <a:gdLst>
                <a:gd name="T0" fmla="*/ 12 w 127"/>
                <a:gd name="T1" fmla="*/ 0 h 124"/>
                <a:gd name="T2" fmla="*/ 127 w 127"/>
                <a:gd name="T3" fmla="*/ 112 h 124"/>
                <a:gd name="T4" fmla="*/ 115 w 127"/>
                <a:gd name="T5" fmla="*/ 124 h 124"/>
                <a:gd name="T6" fmla="*/ 0 w 127"/>
                <a:gd name="T7" fmla="*/ 12 h 124"/>
                <a:gd name="T8" fmla="*/ 12 w 127"/>
                <a:gd name="T9" fmla="*/ 0 h 124"/>
              </a:gdLst>
              <a:ahLst/>
              <a:cxnLst>
                <a:cxn ang="0">
                  <a:pos x="T0" y="T1"/>
                </a:cxn>
                <a:cxn ang="0">
                  <a:pos x="T2" y="T3"/>
                </a:cxn>
                <a:cxn ang="0">
                  <a:pos x="T4" y="T5"/>
                </a:cxn>
                <a:cxn ang="0">
                  <a:pos x="T6" y="T7"/>
                </a:cxn>
                <a:cxn ang="0">
                  <a:pos x="T8" y="T9"/>
                </a:cxn>
              </a:cxnLst>
              <a:rect l="0" t="0" r="r" b="b"/>
              <a:pathLst>
                <a:path w="127" h="124">
                  <a:moveTo>
                    <a:pt x="12" y="0"/>
                  </a:moveTo>
                  <a:lnTo>
                    <a:pt x="127" y="112"/>
                  </a:lnTo>
                  <a:lnTo>
                    <a:pt x="115" y="124"/>
                  </a:lnTo>
                  <a:lnTo>
                    <a:pt x="0" y="12"/>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Rectangle 98">
              <a:extLst>
                <a:ext uri="{FF2B5EF4-FFF2-40B4-BE49-F238E27FC236}">
                  <a16:creationId xmlns:a16="http://schemas.microsoft.com/office/drawing/2014/main" id="{98692A75-D2A2-42C2-93F6-159E93BF3B0B}"/>
                </a:ext>
              </a:extLst>
            </p:cNvPr>
            <p:cNvSpPr>
              <a:spLocks noChangeArrowheads="1"/>
            </p:cNvSpPr>
            <p:nvPr/>
          </p:nvSpPr>
          <p:spPr bwMode="auto">
            <a:xfrm>
              <a:off x="2486025" y="755650"/>
              <a:ext cx="41275" cy="230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Freeform 99">
              <a:extLst>
                <a:ext uri="{FF2B5EF4-FFF2-40B4-BE49-F238E27FC236}">
                  <a16:creationId xmlns:a16="http://schemas.microsoft.com/office/drawing/2014/main" id="{8DCCF4B5-09FD-48BE-8EE7-F207AE75D189}"/>
                </a:ext>
              </a:extLst>
            </p:cNvPr>
            <p:cNvSpPr>
              <a:spLocks/>
            </p:cNvSpPr>
            <p:nvPr/>
          </p:nvSpPr>
          <p:spPr bwMode="auto">
            <a:xfrm>
              <a:off x="2311400" y="773113"/>
              <a:ext cx="196850" cy="196850"/>
            </a:xfrm>
            <a:custGeom>
              <a:avLst/>
              <a:gdLst>
                <a:gd name="T0" fmla="*/ 0 w 124"/>
                <a:gd name="T1" fmla="*/ 112 h 124"/>
                <a:gd name="T2" fmla="*/ 112 w 124"/>
                <a:gd name="T3" fmla="*/ 0 h 124"/>
                <a:gd name="T4" fmla="*/ 124 w 124"/>
                <a:gd name="T5" fmla="*/ 12 h 124"/>
                <a:gd name="T6" fmla="*/ 12 w 124"/>
                <a:gd name="T7" fmla="*/ 124 h 124"/>
                <a:gd name="T8" fmla="*/ 0 w 124"/>
                <a:gd name="T9" fmla="*/ 112 h 124"/>
              </a:gdLst>
              <a:ahLst/>
              <a:cxnLst>
                <a:cxn ang="0">
                  <a:pos x="T0" y="T1"/>
                </a:cxn>
                <a:cxn ang="0">
                  <a:pos x="T2" y="T3"/>
                </a:cxn>
                <a:cxn ang="0">
                  <a:pos x="T4" y="T5"/>
                </a:cxn>
                <a:cxn ang="0">
                  <a:pos x="T6" y="T7"/>
                </a:cxn>
                <a:cxn ang="0">
                  <a:pos x="T8" y="T9"/>
                </a:cxn>
              </a:cxnLst>
              <a:rect l="0" t="0" r="r" b="b"/>
              <a:pathLst>
                <a:path w="124" h="124">
                  <a:moveTo>
                    <a:pt x="0" y="112"/>
                  </a:moveTo>
                  <a:lnTo>
                    <a:pt x="112" y="0"/>
                  </a:lnTo>
                  <a:lnTo>
                    <a:pt x="124" y="12"/>
                  </a:lnTo>
                  <a:lnTo>
                    <a:pt x="12" y="124"/>
                  </a:lnTo>
                  <a:lnTo>
                    <a:pt x="0" y="1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Freeform 100">
              <a:extLst>
                <a:ext uri="{FF2B5EF4-FFF2-40B4-BE49-F238E27FC236}">
                  <a16:creationId xmlns:a16="http://schemas.microsoft.com/office/drawing/2014/main" id="{665A8DAC-93B1-426C-9D9E-388F557BBB6A}"/>
                </a:ext>
              </a:extLst>
            </p:cNvPr>
            <p:cNvSpPr>
              <a:spLocks/>
            </p:cNvSpPr>
            <p:nvPr/>
          </p:nvSpPr>
          <p:spPr bwMode="auto">
            <a:xfrm>
              <a:off x="2311400" y="773113"/>
              <a:ext cx="196850" cy="196850"/>
            </a:xfrm>
            <a:custGeom>
              <a:avLst/>
              <a:gdLst>
                <a:gd name="T0" fmla="*/ 12 w 124"/>
                <a:gd name="T1" fmla="*/ 0 h 124"/>
                <a:gd name="T2" fmla="*/ 124 w 124"/>
                <a:gd name="T3" fmla="*/ 112 h 124"/>
                <a:gd name="T4" fmla="*/ 112 w 124"/>
                <a:gd name="T5" fmla="*/ 124 h 124"/>
                <a:gd name="T6" fmla="*/ 0 w 124"/>
                <a:gd name="T7" fmla="*/ 12 h 124"/>
                <a:gd name="T8" fmla="*/ 12 w 124"/>
                <a:gd name="T9" fmla="*/ 0 h 124"/>
              </a:gdLst>
              <a:ahLst/>
              <a:cxnLst>
                <a:cxn ang="0">
                  <a:pos x="T0" y="T1"/>
                </a:cxn>
                <a:cxn ang="0">
                  <a:pos x="T2" y="T3"/>
                </a:cxn>
                <a:cxn ang="0">
                  <a:pos x="T4" y="T5"/>
                </a:cxn>
                <a:cxn ang="0">
                  <a:pos x="T6" y="T7"/>
                </a:cxn>
                <a:cxn ang="0">
                  <a:pos x="T8" y="T9"/>
                </a:cxn>
              </a:cxnLst>
              <a:rect l="0" t="0" r="r" b="b"/>
              <a:pathLst>
                <a:path w="124" h="124">
                  <a:moveTo>
                    <a:pt x="12" y="0"/>
                  </a:moveTo>
                  <a:lnTo>
                    <a:pt x="124" y="112"/>
                  </a:lnTo>
                  <a:lnTo>
                    <a:pt x="112" y="124"/>
                  </a:lnTo>
                  <a:lnTo>
                    <a:pt x="0" y="12"/>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Freeform 101">
              <a:extLst>
                <a:ext uri="{FF2B5EF4-FFF2-40B4-BE49-F238E27FC236}">
                  <a16:creationId xmlns:a16="http://schemas.microsoft.com/office/drawing/2014/main" id="{5DB23F76-C46F-4D25-BAE3-3F63578C1FEF}"/>
                </a:ext>
              </a:extLst>
            </p:cNvPr>
            <p:cNvSpPr>
              <a:spLocks/>
            </p:cNvSpPr>
            <p:nvPr/>
          </p:nvSpPr>
          <p:spPr bwMode="auto">
            <a:xfrm>
              <a:off x="1052513" y="628650"/>
              <a:ext cx="652463" cy="474662"/>
            </a:xfrm>
            <a:custGeom>
              <a:avLst/>
              <a:gdLst>
                <a:gd name="T0" fmla="*/ 205 w 205"/>
                <a:gd name="T1" fmla="*/ 149 h 149"/>
                <a:gd name="T2" fmla="*/ 0 w 205"/>
                <a:gd name="T3" fmla="*/ 149 h 149"/>
                <a:gd name="T4" fmla="*/ 0 w 205"/>
                <a:gd name="T5" fmla="*/ 0 h 149"/>
                <a:gd name="T6" fmla="*/ 125 w 205"/>
                <a:gd name="T7" fmla="*/ 0 h 149"/>
                <a:gd name="T8" fmla="*/ 205 w 205"/>
                <a:gd name="T9" fmla="*/ 67 h 149"/>
                <a:gd name="T10" fmla="*/ 205 w 205"/>
                <a:gd name="T11" fmla="*/ 149 h 149"/>
              </a:gdLst>
              <a:ahLst/>
              <a:cxnLst>
                <a:cxn ang="0">
                  <a:pos x="T0" y="T1"/>
                </a:cxn>
                <a:cxn ang="0">
                  <a:pos x="T2" y="T3"/>
                </a:cxn>
                <a:cxn ang="0">
                  <a:pos x="T4" y="T5"/>
                </a:cxn>
                <a:cxn ang="0">
                  <a:pos x="T6" y="T7"/>
                </a:cxn>
                <a:cxn ang="0">
                  <a:pos x="T8" y="T9"/>
                </a:cxn>
                <a:cxn ang="0">
                  <a:pos x="T10" y="T11"/>
                </a:cxn>
              </a:cxnLst>
              <a:rect l="0" t="0" r="r" b="b"/>
              <a:pathLst>
                <a:path w="205" h="149">
                  <a:moveTo>
                    <a:pt x="205" y="149"/>
                  </a:moveTo>
                  <a:cubicBezTo>
                    <a:pt x="0" y="149"/>
                    <a:pt x="0" y="149"/>
                    <a:pt x="0" y="149"/>
                  </a:cubicBezTo>
                  <a:cubicBezTo>
                    <a:pt x="0" y="0"/>
                    <a:pt x="0" y="0"/>
                    <a:pt x="0" y="0"/>
                  </a:cubicBezTo>
                  <a:cubicBezTo>
                    <a:pt x="125" y="0"/>
                    <a:pt x="125" y="0"/>
                    <a:pt x="125" y="0"/>
                  </a:cubicBezTo>
                  <a:cubicBezTo>
                    <a:pt x="169" y="0"/>
                    <a:pt x="205" y="30"/>
                    <a:pt x="205" y="67"/>
                  </a:cubicBezTo>
                  <a:lnTo>
                    <a:pt x="205" y="1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Rectangle 102">
              <a:extLst>
                <a:ext uri="{FF2B5EF4-FFF2-40B4-BE49-F238E27FC236}">
                  <a16:creationId xmlns:a16="http://schemas.microsoft.com/office/drawing/2014/main" id="{98FB8992-41D8-4BCA-9F9B-7BB08EB2144B}"/>
                </a:ext>
              </a:extLst>
            </p:cNvPr>
            <p:cNvSpPr>
              <a:spLocks noChangeArrowheads="1"/>
            </p:cNvSpPr>
            <p:nvPr/>
          </p:nvSpPr>
          <p:spPr bwMode="auto">
            <a:xfrm>
              <a:off x="236538" y="698500"/>
              <a:ext cx="219075" cy="49053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Freeform 103">
              <a:extLst>
                <a:ext uri="{FF2B5EF4-FFF2-40B4-BE49-F238E27FC236}">
                  <a16:creationId xmlns:a16="http://schemas.microsoft.com/office/drawing/2014/main" id="{1299055D-271D-4FE0-A61F-1E494C1FD8D3}"/>
                </a:ext>
              </a:extLst>
            </p:cNvPr>
            <p:cNvSpPr>
              <a:spLocks/>
            </p:cNvSpPr>
            <p:nvPr/>
          </p:nvSpPr>
          <p:spPr bwMode="auto">
            <a:xfrm>
              <a:off x="411163" y="1588"/>
              <a:ext cx="3952875" cy="977900"/>
            </a:xfrm>
            <a:custGeom>
              <a:avLst/>
              <a:gdLst>
                <a:gd name="T0" fmla="*/ 2474 w 2490"/>
                <a:gd name="T1" fmla="*/ 616 h 616"/>
                <a:gd name="T2" fmla="*/ 580 w 2490"/>
                <a:gd name="T3" fmla="*/ 48 h 616"/>
                <a:gd name="T4" fmla="*/ 28 w 2490"/>
                <a:gd name="T5" fmla="*/ 469 h 616"/>
                <a:gd name="T6" fmla="*/ 0 w 2490"/>
                <a:gd name="T7" fmla="*/ 437 h 616"/>
                <a:gd name="T8" fmla="*/ 572 w 2490"/>
                <a:gd name="T9" fmla="*/ 0 h 616"/>
                <a:gd name="T10" fmla="*/ 2490 w 2490"/>
                <a:gd name="T11" fmla="*/ 578 h 616"/>
                <a:gd name="T12" fmla="*/ 2474 w 2490"/>
                <a:gd name="T13" fmla="*/ 616 h 616"/>
              </a:gdLst>
              <a:ahLst/>
              <a:cxnLst>
                <a:cxn ang="0">
                  <a:pos x="T0" y="T1"/>
                </a:cxn>
                <a:cxn ang="0">
                  <a:pos x="T2" y="T3"/>
                </a:cxn>
                <a:cxn ang="0">
                  <a:pos x="T4" y="T5"/>
                </a:cxn>
                <a:cxn ang="0">
                  <a:pos x="T6" y="T7"/>
                </a:cxn>
                <a:cxn ang="0">
                  <a:pos x="T8" y="T9"/>
                </a:cxn>
                <a:cxn ang="0">
                  <a:pos x="T10" y="T11"/>
                </a:cxn>
                <a:cxn ang="0">
                  <a:pos x="T12" y="T13"/>
                </a:cxn>
              </a:cxnLst>
              <a:rect l="0" t="0" r="r" b="b"/>
              <a:pathLst>
                <a:path w="2490" h="616">
                  <a:moveTo>
                    <a:pt x="2474" y="616"/>
                  </a:moveTo>
                  <a:lnTo>
                    <a:pt x="580" y="48"/>
                  </a:lnTo>
                  <a:lnTo>
                    <a:pt x="28" y="469"/>
                  </a:lnTo>
                  <a:lnTo>
                    <a:pt x="0" y="437"/>
                  </a:lnTo>
                  <a:lnTo>
                    <a:pt x="572" y="0"/>
                  </a:lnTo>
                  <a:lnTo>
                    <a:pt x="2490" y="578"/>
                  </a:lnTo>
                  <a:lnTo>
                    <a:pt x="2474" y="6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 name="Rectangle 104">
              <a:extLst>
                <a:ext uri="{FF2B5EF4-FFF2-40B4-BE49-F238E27FC236}">
                  <a16:creationId xmlns:a16="http://schemas.microsoft.com/office/drawing/2014/main" id="{DC3E0313-F5D2-446F-8C9E-0BB08F788E4A}"/>
                </a:ext>
              </a:extLst>
            </p:cNvPr>
            <p:cNvSpPr>
              <a:spLocks noChangeArrowheads="1"/>
            </p:cNvSpPr>
            <p:nvPr/>
          </p:nvSpPr>
          <p:spPr bwMode="auto">
            <a:xfrm>
              <a:off x="4294188" y="966788"/>
              <a:ext cx="44450" cy="1012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Rectangle 105">
              <a:extLst>
                <a:ext uri="{FF2B5EF4-FFF2-40B4-BE49-F238E27FC236}">
                  <a16:creationId xmlns:a16="http://schemas.microsoft.com/office/drawing/2014/main" id="{D50BFBCE-1EB5-437F-9FD7-638AB3DA9481}"/>
                </a:ext>
              </a:extLst>
            </p:cNvPr>
            <p:cNvSpPr>
              <a:spLocks noChangeArrowheads="1"/>
            </p:cNvSpPr>
            <p:nvPr/>
          </p:nvSpPr>
          <p:spPr bwMode="auto">
            <a:xfrm>
              <a:off x="3952875" y="1938338"/>
              <a:ext cx="736600" cy="2413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Rectangle 106">
              <a:extLst>
                <a:ext uri="{FF2B5EF4-FFF2-40B4-BE49-F238E27FC236}">
                  <a16:creationId xmlns:a16="http://schemas.microsoft.com/office/drawing/2014/main" id="{2F1E5086-8982-443D-BEF9-2058DE2CC2ED}"/>
                </a:ext>
              </a:extLst>
            </p:cNvPr>
            <p:cNvSpPr>
              <a:spLocks noChangeArrowheads="1"/>
            </p:cNvSpPr>
            <p:nvPr/>
          </p:nvSpPr>
          <p:spPr bwMode="auto">
            <a:xfrm>
              <a:off x="4224338" y="1855788"/>
              <a:ext cx="187325" cy="123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Rectangle 107">
              <a:extLst>
                <a:ext uri="{FF2B5EF4-FFF2-40B4-BE49-F238E27FC236}">
                  <a16:creationId xmlns:a16="http://schemas.microsoft.com/office/drawing/2014/main" id="{740418B9-6504-4A49-9CB6-2F360F7FEB31}"/>
                </a:ext>
              </a:extLst>
            </p:cNvPr>
            <p:cNvSpPr>
              <a:spLocks noChangeArrowheads="1"/>
            </p:cNvSpPr>
            <p:nvPr/>
          </p:nvSpPr>
          <p:spPr bwMode="auto">
            <a:xfrm>
              <a:off x="3044825" y="752475"/>
              <a:ext cx="771525" cy="365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108">
              <a:extLst>
                <a:ext uri="{FF2B5EF4-FFF2-40B4-BE49-F238E27FC236}">
                  <a16:creationId xmlns:a16="http://schemas.microsoft.com/office/drawing/2014/main" id="{CB743A0F-828B-4301-9A0C-834C88016B74}"/>
                </a:ext>
              </a:extLst>
            </p:cNvPr>
            <p:cNvSpPr>
              <a:spLocks/>
            </p:cNvSpPr>
            <p:nvPr/>
          </p:nvSpPr>
          <p:spPr bwMode="auto">
            <a:xfrm>
              <a:off x="3044825" y="900113"/>
              <a:ext cx="1287463" cy="88900"/>
            </a:xfrm>
            <a:custGeom>
              <a:avLst/>
              <a:gdLst>
                <a:gd name="T0" fmla="*/ 0 w 811"/>
                <a:gd name="T1" fmla="*/ 56 h 56"/>
                <a:gd name="T2" fmla="*/ 0 w 811"/>
                <a:gd name="T3" fmla="*/ 30 h 56"/>
                <a:gd name="T4" fmla="*/ 725 w 811"/>
                <a:gd name="T5" fmla="*/ 30 h 56"/>
                <a:gd name="T6" fmla="*/ 735 w 811"/>
                <a:gd name="T7" fmla="*/ 0 h 56"/>
                <a:gd name="T8" fmla="*/ 811 w 811"/>
                <a:gd name="T9" fmla="*/ 30 h 56"/>
                <a:gd name="T10" fmla="*/ 811 w 811"/>
                <a:gd name="T11" fmla="*/ 56 h 56"/>
                <a:gd name="T12" fmla="*/ 0 w 811"/>
                <a:gd name="T13" fmla="*/ 56 h 56"/>
              </a:gdLst>
              <a:ahLst/>
              <a:cxnLst>
                <a:cxn ang="0">
                  <a:pos x="T0" y="T1"/>
                </a:cxn>
                <a:cxn ang="0">
                  <a:pos x="T2" y="T3"/>
                </a:cxn>
                <a:cxn ang="0">
                  <a:pos x="T4" y="T5"/>
                </a:cxn>
                <a:cxn ang="0">
                  <a:pos x="T6" y="T7"/>
                </a:cxn>
                <a:cxn ang="0">
                  <a:pos x="T8" y="T9"/>
                </a:cxn>
                <a:cxn ang="0">
                  <a:pos x="T10" y="T11"/>
                </a:cxn>
                <a:cxn ang="0">
                  <a:pos x="T12" y="T13"/>
                </a:cxn>
              </a:cxnLst>
              <a:rect l="0" t="0" r="r" b="b"/>
              <a:pathLst>
                <a:path w="811" h="56">
                  <a:moveTo>
                    <a:pt x="0" y="56"/>
                  </a:moveTo>
                  <a:lnTo>
                    <a:pt x="0" y="30"/>
                  </a:lnTo>
                  <a:lnTo>
                    <a:pt x="725" y="30"/>
                  </a:lnTo>
                  <a:lnTo>
                    <a:pt x="735" y="0"/>
                  </a:lnTo>
                  <a:lnTo>
                    <a:pt x="811" y="30"/>
                  </a:lnTo>
                  <a:lnTo>
                    <a:pt x="811" y="56"/>
                  </a:lnTo>
                  <a:lnTo>
                    <a:pt x="0"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Rectangle 109">
              <a:extLst>
                <a:ext uri="{FF2B5EF4-FFF2-40B4-BE49-F238E27FC236}">
                  <a16:creationId xmlns:a16="http://schemas.microsoft.com/office/drawing/2014/main" id="{1618E242-9C49-428F-A32A-616B88D8B819}"/>
                </a:ext>
              </a:extLst>
            </p:cNvPr>
            <p:cNvSpPr>
              <a:spLocks noChangeArrowheads="1"/>
            </p:cNvSpPr>
            <p:nvPr/>
          </p:nvSpPr>
          <p:spPr bwMode="auto">
            <a:xfrm>
              <a:off x="3781425" y="752475"/>
              <a:ext cx="34925" cy="2143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Rectangle 110">
              <a:extLst>
                <a:ext uri="{FF2B5EF4-FFF2-40B4-BE49-F238E27FC236}">
                  <a16:creationId xmlns:a16="http://schemas.microsoft.com/office/drawing/2014/main" id="{FF6000E8-694A-4928-952B-49DE66E67485}"/>
                </a:ext>
              </a:extLst>
            </p:cNvPr>
            <p:cNvSpPr>
              <a:spLocks noChangeArrowheads="1"/>
            </p:cNvSpPr>
            <p:nvPr/>
          </p:nvSpPr>
          <p:spPr bwMode="auto">
            <a:xfrm>
              <a:off x="3949700" y="820738"/>
              <a:ext cx="38100" cy="1333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111">
              <a:extLst>
                <a:ext uri="{FF2B5EF4-FFF2-40B4-BE49-F238E27FC236}">
                  <a16:creationId xmlns:a16="http://schemas.microsoft.com/office/drawing/2014/main" id="{610D562F-2DE8-4F64-A823-89325B8B44BA}"/>
                </a:ext>
              </a:extLst>
            </p:cNvPr>
            <p:cNvSpPr>
              <a:spLocks/>
            </p:cNvSpPr>
            <p:nvPr/>
          </p:nvSpPr>
          <p:spPr bwMode="auto">
            <a:xfrm>
              <a:off x="3614738" y="768350"/>
              <a:ext cx="185738" cy="185737"/>
            </a:xfrm>
            <a:custGeom>
              <a:avLst/>
              <a:gdLst>
                <a:gd name="T0" fmla="*/ 0 w 117"/>
                <a:gd name="T1" fmla="*/ 105 h 117"/>
                <a:gd name="T2" fmla="*/ 107 w 117"/>
                <a:gd name="T3" fmla="*/ 0 h 117"/>
                <a:gd name="T4" fmla="*/ 117 w 117"/>
                <a:gd name="T5" fmla="*/ 11 h 117"/>
                <a:gd name="T6" fmla="*/ 12 w 117"/>
                <a:gd name="T7" fmla="*/ 117 h 117"/>
                <a:gd name="T8" fmla="*/ 0 w 117"/>
                <a:gd name="T9" fmla="*/ 105 h 117"/>
              </a:gdLst>
              <a:ahLst/>
              <a:cxnLst>
                <a:cxn ang="0">
                  <a:pos x="T0" y="T1"/>
                </a:cxn>
                <a:cxn ang="0">
                  <a:pos x="T2" y="T3"/>
                </a:cxn>
                <a:cxn ang="0">
                  <a:pos x="T4" y="T5"/>
                </a:cxn>
                <a:cxn ang="0">
                  <a:pos x="T6" y="T7"/>
                </a:cxn>
                <a:cxn ang="0">
                  <a:pos x="T8" y="T9"/>
                </a:cxn>
              </a:cxnLst>
              <a:rect l="0" t="0" r="r" b="b"/>
              <a:pathLst>
                <a:path w="117" h="117">
                  <a:moveTo>
                    <a:pt x="0" y="105"/>
                  </a:moveTo>
                  <a:lnTo>
                    <a:pt x="107" y="0"/>
                  </a:lnTo>
                  <a:lnTo>
                    <a:pt x="117" y="11"/>
                  </a:lnTo>
                  <a:lnTo>
                    <a:pt x="12" y="117"/>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112">
              <a:extLst>
                <a:ext uri="{FF2B5EF4-FFF2-40B4-BE49-F238E27FC236}">
                  <a16:creationId xmlns:a16="http://schemas.microsoft.com/office/drawing/2014/main" id="{17F56CFB-9A92-469C-9D91-DB9BC07E4D5D}"/>
                </a:ext>
              </a:extLst>
            </p:cNvPr>
            <p:cNvSpPr>
              <a:spLocks/>
            </p:cNvSpPr>
            <p:nvPr/>
          </p:nvSpPr>
          <p:spPr bwMode="auto">
            <a:xfrm>
              <a:off x="3797300" y="814388"/>
              <a:ext cx="142875" cy="139700"/>
            </a:xfrm>
            <a:custGeom>
              <a:avLst/>
              <a:gdLst>
                <a:gd name="T0" fmla="*/ 0 w 90"/>
                <a:gd name="T1" fmla="*/ 78 h 88"/>
                <a:gd name="T2" fmla="*/ 78 w 90"/>
                <a:gd name="T3" fmla="*/ 0 h 88"/>
                <a:gd name="T4" fmla="*/ 90 w 90"/>
                <a:gd name="T5" fmla="*/ 10 h 88"/>
                <a:gd name="T6" fmla="*/ 12 w 90"/>
                <a:gd name="T7" fmla="*/ 88 h 88"/>
                <a:gd name="T8" fmla="*/ 0 w 90"/>
                <a:gd name="T9" fmla="*/ 78 h 88"/>
              </a:gdLst>
              <a:ahLst/>
              <a:cxnLst>
                <a:cxn ang="0">
                  <a:pos x="T0" y="T1"/>
                </a:cxn>
                <a:cxn ang="0">
                  <a:pos x="T2" y="T3"/>
                </a:cxn>
                <a:cxn ang="0">
                  <a:pos x="T4" y="T5"/>
                </a:cxn>
                <a:cxn ang="0">
                  <a:pos x="T6" y="T7"/>
                </a:cxn>
                <a:cxn ang="0">
                  <a:pos x="T8" y="T9"/>
                </a:cxn>
              </a:cxnLst>
              <a:rect l="0" t="0" r="r" b="b"/>
              <a:pathLst>
                <a:path w="90" h="88">
                  <a:moveTo>
                    <a:pt x="0" y="78"/>
                  </a:moveTo>
                  <a:lnTo>
                    <a:pt x="78" y="0"/>
                  </a:lnTo>
                  <a:lnTo>
                    <a:pt x="90" y="10"/>
                  </a:lnTo>
                  <a:lnTo>
                    <a:pt x="12" y="88"/>
                  </a:lnTo>
                  <a:lnTo>
                    <a:pt x="0" y="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113">
              <a:extLst>
                <a:ext uri="{FF2B5EF4-FFF2-40B4-BE49-F238E27FC236}">
                  <a16:creationId xmlns:a16="http://schemas.microsoft.com/office/drawing/2014/main" id="{082643CD-2523-42B2-8502-F6B1FB7DD1CF}"/>
                </a:ext>
              </a:extLst>
            </p:cNvPr>
            <p:cNvSpPr>
              <a:spLocks/>
            </p:cNvSpPr>
            <p:nvPr/>
          </p:nvSpPr>
          <p:spPr bwMode="auto">
            <a:xfrm>
              <a:off x="3614738" y="768350"/>
              <a:ext cx="185738" cy="185737"/>
            </a:xfrm>
            <a:custGeom>
              <a:avLst/>
              <a:gdLst>
                <a:gd name="T0" fmla="*/ 12 w 117"/>
                <a:gd name="T1" fmla="*/ 0 h 117"/>
                <a:gd name="T2" fmla="*/ 117 w 117"/>
                <a:gd name="T3" fmla="*/ 105 h 117"/>
                <a:gd name="T4" fmla="*/ 107 w 117"/>
                <a:gd name="T5" fmla="*/ 117 h 117"/>
                <a:gd name="T6" fmla="*/ 0 w 117"/>
                <a:gd name="T7" fmla="*/ 11 h 117"/>
                <a:gd name="T8" fmla="*/ 12 w 117"/>
                <a:gd name="T9" fmla="*/ 0 h 117"/>
              </a:gdLst>
              <a:ahLst/>
              <a:cxnLst>
                <a:cxn ang="0">
                  <a:pos x="T0" y="T1"/>
                </a:cxn>
                <a:cxn ang="0">
                  <a:pos x="T2" y="T3"/>
                </a:cxn>
                <a:cxn ang="0">
                  <a:pos x="T4" y="T5"/>
                </a:cxn>
                <a:cxn ang="0">
                  <a:pos x="T6" y="T7"/>
                </a:cxn>
                <a:cxn ang="0">
                  <a:pos x="T8" y="T9"/>
                </a:cxn>
              </a:cxnLst>
              <a:rect l="0" t="0" r="r" b="b"/>
              <a:pathLst>
                <a:path w="117" h="117">
                  <a:moveTo>
                    <a:pt x="12" y="0"/>
                  </a:moveTo>
                  <a:lnTo>
                    <a:pt x="117" y="105"/>
                  </a:lnTo>
                  <a:lnTo>
                    <a:pt x="107" y="117"/>
                  </a:lnTo>
                  <a:lnTo>
                    <a:pt x="0" y="11"/>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Rectangle 114">
              <a:extLst>
                <a:ext uri="{FF2B5EF4-FFF2-40B4-BE49-F238E27FC236}">
                  <a16:creationId xmlns:a16="http://schemas.microsoft.com/office/drawing/2014/main" id="{B1FED55C-27CF-4A88-BCF5-D8DE6FE343E6}"/>
                </a:ext>
              </a:extLst>
            </p:cNvPr>
            <p:cNvSpPr>
              <a:spLocks noChangeArrowheads="1"/>
            </p:cNvSpPr>
            <p:nvPr/>
          </p:nvSpPr>
          <p:spPr bwMode="auto">
            <a:xfrm>
              <a:off x="3602038" y="752475"/>
              <a:ext cx="38100" cy="2143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115">
              <a:extLst>
                <a:ext uri="{FF2B5EF4-FFF2-40B4-BE49-F238E27FC236}">
                  <a16:creationId xmlns:a16="http://schemas.microsoft.com/office/drawing/2014/main" id="{D5FACEB9-08D3-40FE-BECB-0507FBE6CB51}"/>
                </a:ext>
              </a:extLst>
            </p:cNvPr>
            <p:cNvSpPr>
              <a:spLocks/>
            </p:cNvSpPr>
            <p:nvPr/>
          </p:nvSpPr>
          <p:spPr bwMode="auto">
            <a:xfrm>
              <a:off x="3440113" y="768350"/>
              <a:ext cx="184150" cy="185737"/>
            </a:xfrm>
            <a:custGeom>
              <a:avLst/>
              <a:gdLst>
                <a:gd name="T0" fmla="*/ 0 w 116"/>
                <a:gd name="T1" fmla="*/ 105 h 117"/>
                <a:gd name="T2" fmla="*/ 104 w 116"/>
                <a:gd name="T3" fmla="*/ 0 h 117"/>
                <a:gd name="T4" fmla="*/ 116 w 116"/>
                <a:gd name="T5" fmla="*/ 11 h 117"/>
                <a:gd name="T6" fmla="*/ 10 w 116"/>
                <a:gd name="T7" fmla="*/ 117 h 117"/>
                <a:gd name="T8" fmla="*/ 0 w 116"/>
                <a:gd name="T9" fmla="*/ 105 h 117"/>
              </a:gdLst>
              <a:ahLst/>
              <a:cxnLst>
                <a:cxn ang="0">
                  <a:pos x="T0" y="T1"/>
                </a:cxn>
                <a:cxn ang="0">
                  <a:pos x="T2" y="T3"/>
                </a:cxn>
                <a:cxn ang="0">
                  <a:pos x="T4" y="T5"/>
                </a:cxn>
                <a:cxn ang="0">
                  <a:pos x="T6" y="T7"/>
                </a:cxn>
                <a:cxn ang="0">
                  <a:pos x="T8" y="T9"/>
                </a:cxn>
              </a:cxnLst>
              <a:rect l="0" t="0" r="r" b="b"/>
              <a:pathLst>
                <a:path w="116" h="117">
                  <a:moveTo>
                    <a:pt x="0" y="105"/>
                  </a:moveTo>
                  <a:lnTo>
                    <a:pt x="104" y="0"/>
                  </a:lnTo>
                  <a:lnTo>
                    <a:pt x="116" y="11"/>
                  </a:lnTo>
                  <a:lnTo>
                    <a:pt x="10" y="117"/>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Freeform 116">
              <a:extLst>
                <a:ext uri="{FF2B5EF4-FFF2-40B4-BE49-F238E27FC236}">
                  <a16:creationId xmlns:a16="http://schemas.microsoft.com/office/drawing/2014/main" id="{8C2B8C2F-810D-4963-AB28-37918035A34E}"/>
                </a:ext>
              </a:extLst>
            </p:cNvPr>
            <p:cNvSpPr>
              <a:spLocks/>
            </p:cNvSpPr>
            <p:nvPr/>
          </p:nvSpPr>
          <p:spPr bwMode="auto">
            <a:xfrm>
              <a:off x="3440113" y="768350"/>
              <a:ext cx="184150" cy="185737"/>
            </a:xfrm>
            <a:custGeom>
              <a:avLst/>
              <a:gdLst>
                <a:gd name="T0" fmla="*/ 10 w 116"/>
                <a:gd name="T1" fmla="*/ 0 h 117"/>
                <a:gd name="T2" fmla="*/ 116 w 116"/>
                <a:gd name="T3" fmla="*/ 105 h 117"/>
                <a:gd name="T4" fmla="*/ 104 w 116"/>
                <a:gd name="T5" fmla="*/ 117 h 117"/>
                <a:gd name="T6" fmla="*/ 0 w 116"/>
                <a:gd name="T7" fmla="*/ 11 h 117"/>
                <a:gd name="T8" fmla="*/ 10 w 116"/>
                <a:gd name="T9" fmla="*/ 0 h 117"/>
              </a:gdLst>
              <a:ahLst/>
              <a:cxnLst>
                <a:cxn ang="0">
                  <a:pos x="T0" y="T1"/>
                </a:cxn>
                <a:cxn ang="0">
                  <a:pos x="T2" y="T3"/>
                </a:cxn>
                <a:cxn ang="0">
                  <a:pos x="T4" y="T5"/>
                </a:cxn>
                <a:cxn ang="0">
                  <a:pos x="T6" y="T7"/>
                </a:cxn>
                <a:cxn ang="0">
                  <a:pos x="T8" y="T9"/>
                </a:cxn>
              </a:cxnLst>
              <a:rect l="0" t="0" r="r" b="b"/>
              <a:pathLst>
                <a:path w="116" h="117">
                  <a:moveTo>
                    <a:pt x="10" y="0"/>
                  </a:moveTo>
                  <a:lnTo>
                    <a:pt x="116" y="105"/>
                  </a:lnTo>
                  <a:lnTo>
                    <a:pt x="104" y="117"/>
                  </a:lnTo>
                  <a:lnTo>
                    <a:pt x="0" y="11"/>
                  </a:lnTo>
                  <a:lnTo>
                    <a:pt x="1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Rectangle 117">
              <a:extLst>
                <a:ext uri="{FF2B5EF4-FFF2-40B4-BE49-F238E27FC236}">
                  <a16:creationId xmlns:a16="http://schemas.microsoft.com/office/drawing/2014/main" id="{5F5F0E86-6CE7-4E9D-8C26-2DE0C32DC753}"/>
                </a:ext>
              </a:extLst>
            </p:cNvPr>
            <p:cNvSpPr>
              <a:spLocks noChangeArrowheads="1"/>
            </p:cNvSpPr>
            <p:nvPr/>
          </p:nvSpPr>
          <p:spPr bwMode="auto">
            <a:xfrm>
              <a:off x="3427413" y="752475"/>
              <a:ext cx="38100" cy="2143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Freeform 118">
              <a:extLst>
                <a:ext uri="{FF2B5EF4-FFF2-40B4-BE49-F238E27FC236}">
                  <a16:creationId xmlns:a16="http://schemas.microsoft.com/office/drawing/2014/main" id="{4C9360A6-A811-496A-B1D2-D97366C44DE3}"/>
                </a:ext>
              </a:extLst>
            </p:cNvPr>
            <p:cNvSpPr>
              <a:spLocks/>
            </p:cNvSpPr>
            <p:nvPr/>
          </p:nvSpPr>
          <p:spPr bwMode="auto">
            <a:xfrm>
              <a:off x="3260725" y="768350"/>
              <a:ext cx="188913" cy="185737"/>
            </a:xfrm>
            <a:custGeom>
              <a:avLst/>
              <a:gdLst>
                <a:gd name="T0" fmla="*/ 0 w 119"/>
                <a:gd name="T1" fmla="*/ 105 h 117"/>
                <a:gd name="T2" fmla="*/ 107 w 119"/>
                <a:gd name="T3" fmla="*/ 0 h 117"/>
                <a:gd name="T4" fmla="*/ 119 w 119"/>
                <a:gd name="T5" fmla="*/ 11 h 117"/>
                <a:gd name="T6" fmla="*/ 12 w 119"/>
                <a:gd name="T7" fmla="*/ 117 h 117"/>
                <a:gd name="T8" fmla="*/ 0 w 119"/>
                <a:gd name="T9" fmla="*/ 105 h 117"/>
              </a:gdLst>
              <a:ahLst/>
              <a:cxnLst>
                <a:cxn ang="0">
                  <a:pos x="T0" y="T1"/>
                </a:cxn>
                <a:cxn ang="0">
                  <a:pos x="T2" y="T3"/>
                </a:cxn>
                <a:cxn ang="0">
                  <a:pos x="T4" y="T5"/>
                </a:cxn>
                <a:cxn ang="0">
                  <a:pos x="T6" y="T7"/>
                </a:cxn>
                <a:cxn ang="0">
                  <a:pos x="T8" y="T9"/>
                </a:cxn>
              </a:cxnLst>
              <a:rect l="0" t="0" r="r" b="b"/>
              <a:pathLst>
                <a:path w="119" h="117">
                  <a:moveTo>
                    <a:pt x="0" y="105"/>
                  </a:moveTo>
                  <a:lnTo>
                    <a:pt x="107" y="0"/>
                  </a:lnTo>
                  <a:lnTo>
                    <a:pt x="119" y="11"/>
                  </a:lnTo>
                  <a:lnTo>
                    <a:pt x="12" y="117"/>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Freeform 119">
              <a:extLst>
                <a:ext uri="{FF2B5EF4-FFF2-40B4-BE49-F238E27FC236}">
                  <a16:creationId xmlns:a16="http://schemas.microsoft.com/office/drawing/2014/main" id="{58E21B91-117B-439A-A29F-5BA09F9A12B8}"/>
                </a:ext>
              </a:extLst>
            </p:cNvPr>
            <p:cNvSpPr>
              <a:spLocks/>
            </p:cNvSpPr>
            <p:nvPr/>
          </p:nvSpPr>
          <p:spPr bwMode="auto">
            <a:xfrm>
              <a:off x="3260725" y="768350"/>
              <a:ext cx="188913" cy="185737"/>
            </a:xfrm>
            <a:custGeom>
              <a:avLst/>
              <a:gdLst>
                <a:gd name="T0" fmla="*/ 12 w 119"/>
                <a:gd name="T1" fmla="*/ 0 h 117"/>
                <a:gd name="T2" fmla="*/ 119 w 119"/>
                <a:gd name="T3" fmla="*/ 105 h 117"/>
                <a:gd name="T4" fmla="*/ 107 w 119"/>
                <a:gd name="T5" fmla="*/ 117 h 117"/>
                <a:gd name="T6" fmla="*/ 0 w 119"/>
                <a:gd name="T7" fmla="*/ 11 h 117"/>
                <a:gd name="T8" fmla="*/ 12 w 119"/>
                <a:gd name="T9" fmla="*/ 0 h 117"/>
              </a:gdLst>
              <a:ahLst/>
              <a:cxnLst>
                <a:cxn ang="0">
                  <a:pos x="T0" y="T1"/>
                </a:cxn>
                <a:cxn ang="0">
                  <a:pos x="T2" y="T3"/>
                </a:cxn>
                <a:cxn ang="0">
                  <a:pos x="T4" y="T5"/>
                </a:cxn>
                <a:cxn ang="0">
                  <a:pos x="T6" y="T7"/>
                </a:cxn>
                <a:cxn ang="0">
                  <a:pos x="T8" y="T9"/>
                </a:cxn>
              </a:cxnLst>
              <a:rect l="0" t="0" r="r" b="b"/>
              <a:pathLst>
                <a:path w="119" h="117">
                  <a:moveTo>
                    <a:pt x="12" y="0"/>
                  </a:moveTo>
                  <a:lnTo>
                    <a:pt x="119" y="105"/>
                  </a:lnTo>
                  <a:lnTo>
                    <a:pt x="107" y="117"/>
                  </a:lnTo>
                  <a:lnTo>
                    <a:pt x="0" y="11"/>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Rectangle 120">
              <a:extLst>
                <a:ext uri="{FF2B5EF4-FFF2-40B4-BE49-F238E27FC236}">
                  <a16:creationId xmlns:a16="http://schemas.microsoft.com/office/drawing/2014/main" id="{CAE4B2B1-839D-46A4-8867-40047D2F8EA4}"/>
                </a:ext>
              </a:extLst>
            </p:cNvPr>
            <p:cNvSpPr>
              <a:spLocks noChangeArrowheads="1"/>
            </p:cNvSpPr>
            <p:nvPr/>
          </p:nvSpPr>
          <p:spPr bwMode="auto">
            <a:xfrm>
              <a:off x="3251200" y="752475"/>
              <a:ext cx="34925" cy="2143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121">
              <a:extLst>
                <a:ext uri="{FF2B5EF4-FFF2-40B4-BE49-F238E27FC236}">
                  <a16:creationId xmlns:a16="http://schemas.microsoft.com/office/drawing/2014/main" id="{A6B6E817-489C-4D87-9D64-DEBDC50CCDD4}"/>
                </a:ext>
              </a:extLst>
            </p:cNvPr>
            <p:cNvSpPr>
              <a:spLocks/>
            </p:cNvSpPr>
            <p:nvPr/>
          </p:nvSpPr>
          <p:spPr bwMode="auto">
            <a:xfrm>
              <a:off x="3086100" y="768350"/>
              <a:ext cx="184150" cy="185737"/>
            </a:xfrm>
            <a:custGeom>
              <a:avLst/>
              <a:gdLst>
                <a:gd name="T0" fmla="*/ 0 w 116"/>
                <a:gd name="T1" fmla="*/ 105 h 117"/>
                <a:gd name="T2" fmla="*/ 106 w 116"/>
                <a:gd name="T3" fmla="*/ 0 h 117"/>
                <a:gd name="T4" fmla="*/ 116 w 116"/>
                <a:gd name="T5" fmla="*/ 11 h 117"/>
                <a:gd name="T6" fmla="*/ 12 w 116"/>
                <a:gd name="T7" fmla="*/ 117 h 117"/>
                <a:gd name="T8" fmla="*/ 0 w 116"/>
                <a:gd name="T9" fmla="*/ 105 h 117"/>
              </a:gdLst>
              <a:ahLst/>
              <a:cxnLst>
                <a:cxn ang="0">
                  <a:pos x="T0" y="T1"/>
                </a:cxn>
                <a:cxn ang="0">
                  <a:pos x="T2" y="T3"/>
                </a:cxn>
                <a:cxn ang="0">
                  <a:pos x="T4" y="T5"/>
                </a:cxn>
                <a:cxn ang="0">
                  <a:pos x="T6" y="T7"/>
                </a:cxn>
                <a:cxn ang="0">
                  <a:pos x="T8" y="T9"/>
                </a:cxn>
              </a:cxnLst>
              <a:rect l="0" t="0" r="r" b="b"/>
              <a:pathLst>
                <a:path w="116" h="117">
                  <a:moveTo>
                    <a:pt x="0" y="105"/>
                  </a:moveTo>
                  <a:lnTo>
                    <a:pt x="106" y="0"/>
                  </a:lnTo>
                  <a:lnTo>
                    <a:pt x="116" y="11"/>
                  </a:lnTo>
                  <a:lnTo>
                    <a:pt x="12" y="117"/>
                  </a:lnTo>
                  <a:lnTo>
                    <a:pt x="0"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122">
              <a:extLst>
                <a:ext uri="{FF2B5EF4-FFF2-40B4-BE49-F238E27FC236}">
                  <a16:creationId xmlns:a16="http://schemas.microsoft.com/office/drawing/2014/main" id="{C0DC8B36-D047-4C6E-9B62-68EF1ED930A4}"/>
                </a:ext>
              </a:extLst>
            </p:cNvPr>
            <p:cNvSpPr>
              <a:spLocks/>
            </p:cNvSpPr>
            <p:nvPr/>
          </p:nvSpPr>
          <p:spPr bwMode="auto">
            <a:xfrm>
              <a:off x="3086100" y="768350"/>
              <a:ext cx="184150" cy="185737"/>
            </a:xfrm>
            <a:custGeom>
              <a:avLst/>
              <a:gdLst>
                <a:gd name="T0" fmla="*/ 12 w 116"/>
                <a:gd name="T1" fmla="*/ 0 h 117"/>
                <a:gd name="T2" fmla="*/ 116 w 116"/>
                <a:gd name="T3" fmla="*/ 105 h 117"/>
                <a:gd name="T4" fmla="*/ 106 w 116"/>
                <a:gd name="T5" fmla="*/ 117 h 117"/>
                <a:gd name="T6" fmla="*/ 0 w 116"/>
                <a:gd name="T7" fmla="*/ 11 h 117"/>
                <a:gd name="T8" fmla="*/ 12 w 116"/>
                <a:gd name="T9" fmla="*/ 0 h 117"/>
              </a:gdLst>
              <a:ahLst/>
              <a:cxnLst>
                <a:cxn ang="0">
                  <a:pos x="T0" y="T1"/>
                </a:cxn>
                <a:cxn ang="0">
                  <a:pos x="T2" y="T3"/>
                </a:cxn>
                <a:cxn ang="0">
                  <a:pos x="T4" y="T5"/>
                </a:cxn>
                <a:cxn ang="0">
                  <a:pos x="T6" y="T7"/>
                </a:cxn>
                <a:cxn ang="0">
                  <a:pos x="T8" y="T9"/>
                </a:cxn>
              </a:cxnLst>
              <a:rect l="0" t="0" r="r" b="b"/>
              <a:pathLst>
                <a:path w="116" h="117">
                  <a:moveTo>
                    <a:pt x="12" y="0"/>
                  </a:moveTo>
                  <a:lnTo>
                    <a:pt x="116" y="105"/>
                  </a:lnTo>
                  <a:lnTo>
                    <a:pt x="106" y="117"/>
                  </a:lnTo>
                  <a:lnTo>
                    <a:pt x="0" y="11"/>
                  </a:ln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6" name="Rectangle 123">
              <a:extLst>
                <a:ext uri="{FF2B5EF4-FFF2-40B4-BE49-F238E27FC236}">
                  <a16:creationId xmlns:a16="http://schemas.microsoft.com/office/drawing/2014/main" id="{C4CB6B29-E591-4385-B4C4-B9BD7454629A}"/>
                </a:ext>
              </a:extLst>
            </p:cNvPr>
            <p:cNvSpPr>
              <a:spLocks noChangeArrowheads="1"/>
            </p:cNvSpPr>
            <p:nvPr/>
          </p:nvSpPr>
          <p:spPr bwMode="auto">
            <a:xfrm>
              <a:off x="3952875" y="2192338"/>
              <a:ext cx="736600" cy="2428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7" name="Rectangle 124">
              <a:extLst>
                <a:ext uri="{FF2B5EF4-FFF2-40B4-BE49-F238E27FC236}">
                  <a16:creationId xmlns:a16="http://schemas.microsoft.com/office/drawing/2014/main" id="{5168B1A0-661D-4125-B36B-F703E31D76E1}"/>
                </a:ext>
              </a:extLst>
            </p:cNvPr>
            <p:cNvSpPr>
              <a:spLocks noChangeArrowheads="1"/>
            </p:cNvSpPr>
            <p:nvPr/>
          </p:nvSpPr>
          <p:spPr bwMode="auto">
            <a:xfrm>
              <a:off x="3175" y="695325"/>
              <a:ext cx="206375" cy="676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 name="Freeform 125">
              <a:extLst>
                <a:ext uri="{FF2B5EF4-FFF2-40B4-BE49-F238E27FC236}">
                  <a16:creationId xmlns:a16="http://schemas.microsoft.com/office/drawing/2014/main" id="{D5400CFC-0D34-48DD-9E23-D1FE1E26AC27}"/>
                </a:ext>
              </a:extLst>
            </p:cNvPr>
            <p:cNvSpPr>
              <a:spLocks/>
            </p:cNvSpPr>
            <p:nvPr/>
          </p:nvSpPr>
          <p:spPr bwMode="auto">
            <a:xfrm>
              <a:off x="752475" y="4430713"/>
              <a:ext cx="1154113" cy="207962"/>
            </a:xfrm>
            <a:custGeom>
              <a:avLst/>
              <a:gdLst>
                <a:gd name="T0" fmla="*/ 362 w 362"/>
                <a:gd name="T1" fmla="*/ 31 h 65"/>
                <a:gd name="T2" fmla="*/ 362 w 362"/>
                <a:gd name="T3" fmla="*/ 65 h 65"/>
                <a:gd name="T4" fmla="*/ 0 w 362"/>
                <a:gd name="T5" fmla="*/ 65 h 65"/>
                <a:gd name="T6" fmla="*/ 0 w 362"/>
                <a:gd name="T7" fmla="*/ 31 h 65"/>
                <a:gd name="T8" fmla="*/ 30 w 362"/>
                <a:gd name="T9" fmla="*/ 0 h 65"/>
                <a:gd name="T10" fmla="*/ 332 w 362"/>
                <a:gd name="T11" fmla="*/ 0 h 65"/>
                <a:gd name="T12" fmla="*/ 362 w 362"/>
                <a:gd name="T13" fmla="*/ 31 h 65"/>
              </a:gdLst>
              <a:ahLst/>
              <a:cxnLst>
                <a:cxn ang="0">
                  <a:pos x="T0" y="T1"/>
                </a:cxn>
                <a:cxn ang="0">
                  <a:pos x="T2" y="T3"/>
                </a:cxn>
                <a:cxn ang="0">
                  <a:pos x="T4" y="T5"/>
                </a:cxn>
                <a:cxn ang="0">
                  <a:pos x="T6" y="T7"/>
                </a:cxn>
                <a:cxn ang="0">
                  <a:pos x="T8" y="T9"/>
                </a:cxn>
                <a:cxn ang="0">
                  <a:pos x="T10" y="T11"/>
                </a:cxn>
                <a:cxn ang="0">
                  <a:pos x="T12" y="T13"/>
                </a:cxn>
              </a:cxnLst>
              <a:rect l="0" t="0" r="r" b="b"/>
              <a:pathLst>
                <a:path w="362" h="65">
                  <a:moveTo>
                    <a:pt x="362" y="31"/>
                  </a:moveTo>
                  <a:cubicBezTo>
                    <a:pt x="362" y="65"/>
                    <a:pt x="362" y="65"/>
                    <a:pt x="362" y="65"/>
                  </a:cubicBezTo>
                  <a:cubicBezTo>
                    <a:pt x="0" y="65"/>
                    <a:pt x="0" y="65"/>
                    <a:pt x="0" y="65"/>
                  </a:cubicBezTo>
                  <a:cubicBezTo>
                    <a:pt x="0" y="31"/>
                    <a:pt x="0" y="31"/>
                    <a:pt x="0" y="31"/>
                  </a:cubicBezTo>
                  <a:cubicBezTo>
                    <a:pt x="0" y="14"/>
                    <a:pt x="13" y="0"/>
                    <a:pt x="30" y="0"/>
                  </a:cubicBezTo>
                  <a:cubicBezTo>
                    <a:pt x="332" y="0"/>
                    <a:pt x="332" y="0"/>
                    <a:pt x="332" y="0"/>
                  </a:cubicBezTo>
                  <a:cubicBezTo>
                    <a:pt x="349" y="0"/>
                    <a:pt x="362" y="14"/>
                    <a:pt x="362"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582224218"/>
      </p:ext>
    </p:extLst>
  </p:cSld>
  <p:clrMapOvr>
    <a:masterClrMapping/>
  </p:clrMapOvr>
</p:sld>
</file>

<file path=ppt/theme/theme1.xml><?xml version="1.0" encoding="utf-8"?>
<a:theme xmlns:a="http://schemas.openxmlformats.org/drawingml/2006/main" name="Cover and End Slide Master">
  <a:themeElements>
    <a:clrScheme name="allppt-construction">
      <a:dk1>
        <a:sysClr val="windowText" lastClr="000000"/>
      </a:dk1>
      <a:lt1>
        <a:sysClr val="window" lastClr="FFFFFF"/>
      </a:lt1>
      <a:dk2>
        <a:srgbClr val="44546A"/>
      </a:dk2>
      <a:lt2>
        <a:srgbClr val="E7E6E6"/>
      </a:lt2>
      <a:accent1>
        <a:srgbClr val="F27900"/>
      </a:accent1>
      <a:accent2>
        <a:srgbClr val="E7E5E6"/>
      </a:accent2>
      <a:accent3>
        <a:srgbClr val="BBC0C3"/>
      </a:accent3>
      <a:accent4>
        <a:srgbClr val="A0A5AA"/>
      </a:accent4>
      <a:accent5>
        <a:srgbClr val="7D7D7D"/>
      </a:accent5>
      <a:accent6>
        <a:srgbClr val="5E5E5E"/>
      </a:accent6>
      <a:hlink>
        <a:srgbClr val="262626"/>
      </a:hlink>
      <a:folHlink>
        <a:srgbClr val="262626"/>
      </a:folHlink>
    </a:clrScheme>
    <a:fontScheme name="MAX-THEME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nstruction">
      <a:dk1>
        <a:sysClr val="windowText" lastClr="000000"/>
      </a:dk1>
      <a:lt1>
        <a:sysClr val="window" lastClr="FFFFFF"/>
      </a:lt1>
      <a:dk2>
        <a:srgbClr val="44546A"/>
      </a:dk2>
      <a:lt2>
        <a:srgbClr val="E7E6E6"/>
      </a:lt2>
      <a:accent1>
        <a:srgbClr val="F27900"/>
      </a:accent1>
      <a:accent2>
        <a:srgbClr val="E7E5E6"/>
      </a:accent2>
      <a:accent3>
        <a:srgbClr val="BBC0C3"/>
      </a:accent3>
      <a:accent4>
        <a:srgbClr val="A0A5AA"/>
      </a:accent4>
      <a:accent5>
        <a:srgbClr val="7D7D7D"/>
      </a:accent5>
      <a:accent6>
        <a:srgbClr val="5E5E5E"/>
      </a:accent6>
      <a:hlink>
        <a:srgbClr val="262626"/>
      </a:hlink>
      <a:folHlink>
        <a:srgbClr val="262626"/>
      </a:folHlink>
    </a:clrScheme>
    <a:fontScheme name="MAX-THEME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ection Break Slide Master">
  <a:themeElements>
    <a:clrScheme name="allppt-construction">
      <a:dk1>
        <a:sysClr val="windowText" lastClr="000000"/>
      </a:dk1>
      <a:lt1>
        <a:sysClr val="window" lastClr="FFFFFF"/>
      </a:lt1>
      <a:dk2>
        <a:srgbClr val="44546A"/>
      </a:dk2>
      <a:lt2>
        <a:srgbClr val="E7E6E6"/>
      </a:lt2>
      <a:accent1>
        <a:srgbClr val="F27900"/>
      </a:accent1>
      <a:accent2>
        <a:srgbClr val="E7E5E6"/>
      </a:accent2>
      <a:accent3>
        <a:srgbClr val="BBC0C3"/>
      </a:accent3>
      <a:accent4>
        <a:srgbClr val="A0A5AA"/>
      </a:accent4>
      <a:accent5>
        <a:srgbClr val="7D7D7D"/>
      </a:accent5>
      <a:accent6>
        <a:srgbClr val="5E5E5E"/>
      </a:accent6>
      <a:hlink>
        <a:srgbClr val="262626"/>
      </a:hlink>
      <a:folHlink>
        <a:srgbClr val="262626"/>
      </a:folHlink>
    </a:clrScheme>
    <a:fontScheme name="MAX-THEME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5715</TotalTime>
  <Words>553</Words>
  <Application>Microsoft Office PowerPoint</Application>
  <PresentationFormat>Widescreen</PresentationFormat>
  <Paragraphs>42</Paragraphs>
  <Slides>10</Slides>
  <Notes>1</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10</vt:i4>
      </vt:variant>
    </vt:vector>
  </HeadingPairs>
  <TitlesOfParts>
    <vt:vector size="22" baseType="lpstr">
      <vt:lpstr>Arial</vt:lpstr>
      <vt:lpstr>Calibri</vt:lpstr>
      <vt:lpstr>Glacial Indifference</vt:lpstr>
      <vt:lpstr>Times New Roman</vt:lpstr>
      <vt:lpstr>Trebuchet MS</vt:lpstr>
      <vt:lpstr>Trebuchet MS (Body)</vt:lpstr>
      <vt:lpstr>Wingdings</vt:lpstr>
      <vt:lpstr>Wingdings 3</vt:lpstr>
      <vt:lpstr>Cover and End Slide Master</vt:lpstr>
      <vt:lpstr>Contents Slide Master</vt:lpstr>
      <vt:lpstr>Section Break Slide Master</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Allppt.com;Googleslidesppt.com</dc:creator>
  <cp:lastModifiedBy>RB</cp:lastModifiedBy>
  <cp:revision>197</cp:revision>
  <dcterms:created xsi:type="dcterms:W3CDTF">2018-04-24T17:14:44Z</dcterms:created>
  <dcterms:modified xsi:type="dcterms:W3CDTF">2022-03-21T02:10:27Z</dcterms:modified>
</cp:coreProperties>
</file>